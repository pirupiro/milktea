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7" r:id="rId1"/>
  </p:sldMasterIdLst>
  <p:notesMasterIdLst>
    <p:notesMasterId r:id="rId10"/>
  </p:notesMasterIdLst>
  <p:sldIdLst>
    <p:sldId id="257" r:id="rId2"/>
    <p:sldId id="2033" r:id="rId3"/>
    <p:sldId id="258" r:id="rId4"/>
    <p:sldId id="2011" r:id="rId5"/>
    <p:sldId id="2012" r:id="rId6"/>
    <p:sldId id="2025" r:id="rId7"/>
    <p:sldId id="2023" r:id="rId8"/>
    <p:sldId id="2026"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132" autoAdjust="0"/>
    <p:restoredTop sz="94660"/>
  </p:normalViewPr>
  <p:slideViewPr>
    <p:cSldViewPr snapToGrid="0">
      <p:cViewPr varScale="1">
        <p:scale>
          <a:sx n="72" d="100"/>
          <a:sy n="72" d="100"/>
        </p:scale>
        <p:origin x="57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A503B46-033E-42DC-9A39-23D17E6DC4BC}" type="datetimeFigureOut">
              <a:rPr lang="en-US" smtClean="0"/>
              <a:t>13-01-2020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3999DA-F6F2-47E4-8D5F-0C87FD339761}" type="slidenum">
              <a:rPr lang="en-US" smtClean="0"/>
              <a:t>‹#›</a:t>
            </a:fld>
            <a:endParaRPr lang="en-US"/>
          </a:p>
        </p:txBody>
      </p:sp>
    </p:spTree>
    <p:extLst>
      <p:ext uri="{BB962C8B-B14F-4D97-AF65-F5344CB8AC3E}">
        <p14:creationId xmlns:p14="http://schemas.microsoft.com/office/powerpoint/2010/main" val="19430489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5" name="Text Box 1">
            <a:extLst>
              <a:ext uri="{FF2B5EF4-FFF2-40B4-BE49-F238E27FC236}">
                <a16:creationId xmlns:a16="http://schemas.microsoft.com/office/drawing/2014/main" id="{B07A2238-64FF-3744-9BD3-204A945267DE}"/>
              </a:ext>
            </a:extLst>
          </p:cNvPr>
          <p:cNvSpPr txBox="1">
            <a:spLocks noGrp="1" noRot="1" noChangeAspect="1" noChangeArrowheads="1"/>
          </p:cNvSpPr>
          <p:nvPr>
            <p:ph type="sldImg"/>
          </p:nvPr>
        </p:nvSpPr>
        <p:spPr bwMode="auto">
          <a:xfrm>
            <a:off x="1588" y="0"/>
            <a:ext cx="1587" cy="158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6" name="Text Box 2">
            <a:extLst>
              <a:ext uri="{FF2B5EF4-FFF2-40B4-BE49-F238E27FC236}">
                <a16:creationId xmlns:a16="http://schemas.microsoft.com/office/drawing/2014/main" id="{DB3B1333-2D82-F943-972C-F7E973468306}"/>
              </a:ext>
            </a:extLst>
          </p:cNvPr>
          <p:cNvSpPr txBox="1">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31817425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6">
            <a:extLst>
              <a:ext uri="{FF2B5EF4-FFF2-40B4-BE49-F238E27FC236}">
                <a16:creationId xmlns:a16="http://schemas.microsoft.com/office/drawing/2014/main" id="{A78DDF63-5E1A-DB4D-B8B3-3EA5D5F33EF6}"/>
              </a:ext>
            </a:extLst>
          </p:cNvPr>
          <p:cNvSpPr>
            <a:spLocks noGrp="1" noChangeArrowheads="1"/>
          </p:cNvSpPr>
          <p:nvPr>
            <p:ph type="sldNum" sz="quarter"/>
          </p:nvPr>
        </p:nvSpPr>
        <p:spPr>
          <a:noFill/>
          <a:extLst>
            <a:ext uri="{91240B29-F687-4F45-9708-019B960494DF}">
              <a14:hiddenLine xmlns:a14="http://schemas.microsoft.com/office/drawing/2010/main" w="9525">
                <a:solidFill>
                  <a:srgbClr val="808080"/>
                </a:solidFill>
                <a:round/>
                <a:headEnd/>
                <a:tailEnd/>
              </a14:hiddenLine>
            </a:ext>
          </a:extLst>
        </p:spPr>
        <p:txBody>
          <a:bodyPr/>
          <a:lstStyle>
            <a:lvl1pPr>
              <a:lnSpc>
                <a:spcPct val="93000"/>
              </a:lnSpc>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1pPr>
            <a:lvl2pPr>
              <a:lnSpc>
                <a:spcPct val="93000"/>
              </a:lnSpc>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2pPr>
            <a:lvl3pPr>
              <a:lnSpc>
                <a:spcPct val="93000"/>
              </a:lnSpc>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3pPr>
            <a:lvl4pPr>
              <a:lnSpc>
                <a:spcPct val="93000"/>
              </a:lnSpc>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4pPr>
            <a:lvl5pPr>
              <a:lnSpc>
                <a:spcPct val="93000"/>
              </a:lnSpc>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5pPr>
            <a:lvl6pPr marL="25146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6pPr>
            <a:lvl7pPr marL="29718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7pPr>
            <a:lvl8pPr marL="34290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8pPr>
            <a:lvl9pPr marL="3886200" indent="-228600" defTabSz="457200" eaLnBrk="0"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9pPr>
          </a:lstStyle>
          <a:p>
            <a:fld id="{D6B92F88-E2AC-F247-982C-13420405AE2F}" type="slidenum">
              <a:rPr lang="en-US" altLang="en-US">
                <a:solidFill>
                  <a:srgbClr val="000000"/>
                </a:solidFill>
                <a:latin typeface="Times New Roman" panose="02020603050405020304" pitchFamily="18" charset="0"/>
              </a:rPr>
              <a:pPr/>
              <a:t>3</a:t>
            </a:fld>
            <a:endParaRPr lang="en-US" altLang="en-US">
              <a:solidFill>
                <a:srgbClr val="000000"/>
              </a:solidFill>
              <a:latin typeface="Times New Roman" panose="02020603050405020304" pitchFamily="18" charset="0"/>
            </a:endParaRPr>
          </a:p>
        </p:txBody>
      </p:sp>
      <p:sp>
        <p:nvSpPr>
          <p:cNvPr id="6147" name="Text Box 1">
            <a:extLst>
              <a:ext uri="{FF2B5EF4-FFF2-40B4-BE49-F238E27FC236}">
                <a16:creationId xmlns:a16="http://schemas.microsoft.com/office/drawing/2014/main" id="{8D76859E-542C-3F49-884D-AE958DBFEF78}"/>
              </a:ext>
            </a:extLst>
          </p:cNvPr>
          <p:cNvSpPr txBox="1">
            <a:spLocks noGrp="1" noRot="1" noChangeAspect="1" noChangeArrowheads="1" noTextEdit="1"/>
          </p:cNvSpPr>
          <p:nvPr>
            <p:ph type="sldImg"/>
          </p:nvPr>
        </p:nvSpPr>
        <p:spPr>
          <a:xfrm>
            <a:off x="533400" y="763588"/>
            <a:ext cx="67056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Text Box 2">
            <a:extLst>
              <a:ext uri="{FF2B5EF4-FFF2-40B4-BE49-F238E27FC236}">
                <a16:creationId xmlns:a16="http://schemas.microsoft.com/office/drawing/2014/main" id="{96A4EBD2-03E3-4143-BC77-AEFE614A9276}"/>
              </a:ext>
            </a:extLst>
          </p:cNvPr>
          <p:cNvSpPr txBox="1">
            <a:spLocks noGrp="1" noChangeArrowheads="1"/>
          </p:cNvSpPr>
          <p:nvPr>
            <p:ph type="body" idx="1"/>
          </p:nvPr>
        </p:nvSpPr>
        <p:spPr>
          <a:xfrm>
            <a:off x="777875" y="4776788"/>
            <a:ext cx="6218238" cy="4525962"/>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39104604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577" name="Text Box 1"/>
          <p:cNvSpPr txBox="1">
            <a:spLocks noGrp="1" noRot="1" noChangeAspect="1" noChangeArrowheads="1"/>
          </p:cNvSpPr>
          <p:nvPr>
            <p:ph type="sldImg"/>
          </p:nvPr>
        </p:nvSpPr>
        <p:spPr bwMode="auto">
          <a:xfrm>
            <a:off x="-16992600" y="-11796713"/>
            <a:ext cx="22159913" cy="12465051"/>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sp>
      <p:sp>
        <p:nvSpPr>
          <p:cNvPr id="24578" name="Text Box 2"/>
          <p:cNvSpPr txBox="1">
            <a:spLocks noGrp="1" noChangeArrowheads="1"/>
          </p:cNvSpPr>
          <p:nvPr>
            <p:ph type="body" idx="1"/>
          </p:nvPr>
        </p:nvSpPr>
        <p:spPr bwMode="auto">
          <a:xfrm>
            <a:off x="685800" y="4343400"/>
            <a:ext cx="5457825" cy="40862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6708150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577" name="Text Box 1"/>
          <p:cNvSpPr txBox="1">
            <a:spLocks noGrp="1" noRot="1" noChangeAspect="1" noChangeArrowheads="1"/>
          </p:cNvSpPr>
          <p:nvPr>
            <p:ph type="sldImg"/>
          </p:nvPr>
        </p:nvSpPr>
        <p:spPr bwMode="auto">
          <a:xfrm>
            <a:off x="-16992600" y="-11796713"/>
            <a:ext cx="22159913" cy="12465051"/>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sp>
      <p:sp>
        <p:nvSpPr>
          <p:cNvPr id="24578" name="Text Box 2"/>
          <p:cNvSpPr txBox="1">
            <a:spLocks noGrp="1" noChangeArrowheads="1"/>
          </p:cNvSpPr>
          <p:nvPr>
            <p:ph type="body" idx="1"/>
          </p:nvPr>
        </p:nvSpPr>
        <p:spPr bwMode="auto">
          <a:xfrm>
            <a:off x="685800" y="4343400"/>
            <a:ext cx="5457825" cy="40862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10377323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7"/>
            <a:ext cx="9144000" cy="1655763"/>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A0C0817-A112-4847-8014-A94B7D2A4EA3}" type="datetime1">
              <a:rPr lang="en-US" smtClean="0"/>
              <a:t>13-01-2020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33393416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Char"/>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32B432-ACDA-4023-A761-2BAB76577B62}" type="datetime1">
              <a:rPr lang="en-US" smtClean="0"/>
              <a:t>13-01-2020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22847939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Char"/>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9C646AA-F36E-4540-911D-FFFC0A0EF24A}" type="datetime1">
              <a:rPr lang="en-US" smtClean="0"/>
              <a:t>13-01-2020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3449423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Char"/>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9186D26-FA5F-4637-B602-B7C2DC34CFD4}" type="datetime1">
              <a:rPr lang="en-US" smtClean="0"/>
              <a:t>13-01-2020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12553242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Char"/>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A7F15D8-96D1-4781-BC50-CA8A088B2FE4}" type="datetime1">
              <a:rPr lang="en-US" smtClean="0"/>
              <a:t>13-01-2020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16266472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Char"/>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9A96C99-B8F8-4528-BD05-0E16E943DC09}" type="datetime1">
              <a:rPr lang="en-US" smtClean="0"/>
              <a:t>13-01-2020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4322181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Char"/>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636942-C211-4B28-8DBD-C953E00AF71B}" type="datetime1">
              <a:rPr lang="en-US" smtClean="0"/>
              <a:t>13-01-2020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39487453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Char"/>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E8D12A6-918A-48BD-8CB9-CA713993B0EA}" type="datetime1">
              <a:rPr lang="en-US" smtClean="0"/>
              <a:t>13-01-2020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30523777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Char"/>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6"/>
            <a:ext cx="6172200" cy="4873625"/>
          </a:xfrm>
        </p:spPr>
        <p:txBody>
          <a:bodyPr anchor="t"/>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778CE86-875F-4587-BCF6-FA054AFC0D53}" type="datetime1">
              <a:rPr lang="en-US" smtClean="0"/>
              <a:pPr/>
              <a:t>13-01-2020</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12064041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Char"/>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34F40B7-36AB-4376-BE14-EF7004D79BB9}" type="datetime1">
              <a:rPr lang="en-US" smtClean="0"/>
              <a:t>13-01-2020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38829097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Char"/>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6"/>
            <a:ext cx="2628900" cy="581183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1" y="365126"/>
            <a:ext cx="7734300" cy="581183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F87CAB8-DCAE-46A5-AADA-B3FAD11A54E0}" type="datetime1">
              <a:rPr lang="en-US" smtClean="0"/>
              <a:t>13-01-2020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5768558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Char"/>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Watercolor Splatters">
    <p:spTree>
      <p:nvGrpSpPr>
        <p:cNvPr id="1" name=""/>
        <p:cNvGrpSpPr/>
        <p:nvPr/>
      </p:nvGrpSpPr>
      <p:grpSpPr>
        <a:xfrm>
          <a:off x="0" y="0"/>
          <a:ext cx="0" cy="0"/>
          <a:chOff x="0" y="0"/>
          <a:chExt cx="0" cy="0"/>
        </a:xfrm>
      </p:grpSpPr>
    </p:spTree>
    <p:extLst>
      <p:ext uri="{BB962C8B-B14F-4D97-AF65-F5344CB8AC3E}">
        <p14:creationId xmlns:p14="http://schemas.microsoft.com/office/powerpoint/2010/main" val="17565932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Char"/>
      </p:transition>
    </mc:Choice>
    <mc:Fallback xmlns="">
      <p:transition spd="slow">
        <p:fade/>
      </p:transition>
    </mc:Fallback>
  </mc:AlternateContent>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4_General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91423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Char"/>
      </p:transition>
    </mc:Choice>
    <mc:Fallback xmlns="">
      <p:transition spd="slow">
        <p:fade/>
      </p:transition>
    </mc:Fallback>
  </mc:AlternateContent>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Creative Break Pictur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AC044E70-A04A-D346-9AF2-293AE30F6720}"/>
              </a:ext>
            </a:extLst>
          </p:cNvPr>
          <p:cNvSpPr>
            <a:spLocks noGrp="1" noChangeAspect="1"/>
          </p:cNvSpPr>
          <p:nvPr>
            <p:ph type="pic" sz="quarter" idx="14"/>
          </p:nvPr>
        </p:nvSpPr>
        <p:spPr>
          <a:xfrm>
            <a:off x="1322963" y="888466"/>
            <a:ext cx="3579784" cy="5081069"/>
          </a:xfrm>
          <a:custGeom>
            <a:avLst/>
            <a:gdLst>
              <a:gd name="connsiteX0" fmla="*/ 0 w 3287949"/>
              <a:gd name="connsiteY0" fmla="*/ 0 h 4666845"/>
              <a:gd name="connsiteX1" fmla="*/ 2341118 w 3287949"/>
              <a:gd name="connsiteY1" fmla="*/ 0 h 4666845"/>
              <a:gd name="connsiteX2" fmla="*/ 3287949 w 3287949"/>
              <a:gd name="connsiteY2" fmla="*/ 946831 h 4666845"/>
              <a:gd name="connsiteX3" fmla="*/ 3287949 w 3287949"/>
              <a:gd name="connsiteY3" fmla="*/ 4666845 h 4666845"/>
              <a:gd name="connsiteX4" fmla="*/ 946831 w 3287949"/>
              <a:gd name="connsiteY4" fmla="*/ 4666845 h 4666845"/>
              <a:gd name="connsiteX5" fmla="*/ 0 w 3287949"/>
              <a:gd name="connsiteY5" fmla="*/ 3720014 h 4666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87949" h="4666845">
                <a:moveTo>
                  <a:pt x="0" y="0"/>
                </a:moveTo>
                <a:lnTo>
                  <a:pt x="2341118" y="0"/>
                </a:lnTo>
                <a:lnTo>
                  <a:pt x="3287949" y="946831"/>
                </a:lnTo>
                <a:lnTo>
                  <a:pt x="3287949" y="4666845"/>
                </a:lnTo>
                <a:lnTo>
                  <a:pt x="946831" y="4666845"/>
                </a:lnTo>
                <a:lnTo>
                  <a:pt x="0" y="3720014"/>
                </a:lnTo>
                <a:close/>
              </a:path>
            </a:pathLst>
          </a:custGeom>
          <a:solidFill>
            <a:schemeClr val="bg1">
              <a:lumMod val="95000"/>
            </a:schemeClr>
          </a:solidFill>
          <a:effectLst/>
        </p:spPr>
        <p:txBody>
          <a:bodyPr wrap="square">
            <a:noAutofit/>
          </a:bodyPr>
          <a:lstStyle>
            <a:lvl1pPr marL="0" indent="0">
              <a:buNone/>
              <a:defRPr sz="1200" b="0" i="0">
                <a:ln>
                  <a:noFill/>
                </a:ln>
                <a:solidFill>
                  <a:schemeClr val="tx2"/>
                </a:solidFill>
                <a:latin typeface="Roboto Regular" charset="0"/>
                <a:ea typeface="Roboto Regular" charset="0"/>
                <a:cs typeface="Roboto Regular" charset="0"/>
              </a:defRPr>
            </a:lvl1pPr>
          </a:lstStyle>
          <a:p>
            <a:r>
              <a:rPr lang="en-US"/>
              <a:t>Click icon to add picture</a:t>
            </a:r>
            <a:endParaRPr lang="en-US" dirty="0"/>
          </a:p>
        </p:txBody>
      </p:sp>
    </p:spTree>
    <p:extLst>
      <p:ext uri="{BB962C8B-B14F-4D97-AF65-F5344CB8AC3E}">
        <p14:creationId xmlns:p14="http://schemas.microsoft.com/office/powerpoint/2010/main" val="5579006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Char"/>
      </p:transition>
    </mc:Choice>
    <mc:Fallback xmlns="">
      <p:transition spd="slow">
        <p:fade/>
      </p:transition>
    </mc:Fallback>
  </mc:AlternateContent>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Big Picture">
    <p:spTree>
      <p:nvGrpSpPr>
        <p:cNvPr id="1" name=""/>
        <p:cNvGrpSpPr/>
        <p:nvPr/>
      </p:nvGrpSpPr>
      <p:grpSpPr>
        <a:xfrm>
          <a:off x="0" y="0"/>
          <a:ext cx="0" cy="0"/>
          <a:chOff x="0" y="0"/>
          <a:chExt cx="0" cy="0"/>
        </a:xfrm>
      </p:grpSpPr>
      <p:sp>
        <p:nvSpPr>
          <p:cNvPr id="49" name="Picture Placeholder 13"/>
          <p:cNvSpPr>
            <a:spLocks noGrp="1"/>
          </p:cNvSpPr>
          <p:nvPr>
            <p:ph type="pic" sz="quarter" idx="14"/>
          </p:nvPr>
        </p:nvSpPr>
        <p:spPr>
          <a:xfrm>
            <a:off x="0" y="0"/>
            <a:ext cx="12192000" cy="6858000"/>
          </a:xfrm>
          <a:prstGeom prst="rect">
            <a:avLst/>
          </a:prstGeom>
          <a:solidFill>
            <a:schemeClr val="bg1">
              <a:lumMod val="95000"/>
            </a:schemeClr>
          </a:solidFill>
          <a:effectLst/>
        </p:spPr>
        <p:txBody>
          <a:bodyPr>
            <a:normAutofit/>
          </a:bodyPr>
          <a:lstStyle>
            <a:lvl1pPr marL="0" indent="0">
              <a:buNone/>
              <a:defRPr sz="1200" b="0" i="0">
                <a:ln>
                  <a:noFill/>
                </a:ln>
                <a:solidFill>
                  <a:schemeClr val="tx2"/>
                </a:solidFill>
                <a:latin typeface="Roboto Regular" charset="0"/>
                <a:ea typeface="Roboto Regular" charset="0"/>
                <a:cs typeface="Roboto Regular" charset="0"/>
              </a:defRPr>
            </a:lvl1pPr>
          </a:lstStyle>
          <a:p>
            <a:r>
              <a:rPr lang="en-US"/>
              <a:t>Click icon to add picture</a:t>
            </a:r>
            <a:endParaRPr lang="en-US" dirty="0"/>
          </a:p>
        </p:txBody>
      </p:sp>
    </p:spTree>
    <p:extLst>
      <p:ext uri="{BB962C8B-B14F-4D97-AF65-F5344CB8AC3E}">
        <p14:creationId xmlns:p14="http://schemas.microsoft.com/office/powerpoint/2010/main" val="23773585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Char"/>
      </p:transition>
    </mc:Choice>
    <mc:Fallback xmlns="">
      <p:transition spd="slow">
        <p:fade/>
      </p:transition>
    </mc:Fallback>
  </mc:AlternateContent>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App features">
    <p:spTree>
      <p:nvGrpSpPr>
        <p:cNvPr id="1" name=""/>
        <p:cNvGrpSpPr/>
        <p:nvPr/>
      </p:nvGrpSpPr>
      <p:grpSpPr>
        <a:xfrm>
          <a:off x="0" y="0"/>
          <a:ext cx="0" cy="0"/>
          <a:chOff x="0" y="0"/>
          <a:chExt cx="0" cy="0"/>
        </a:xfrm>
      </p:grpSpPr>
      <p:sp>
        <p:nvSpPr>
          <p:cNvPr id="8" name="Picture Placeholder 13">
            <a:extLst>
              <a:ext uri="{FF2B5EF4-FFF2-40B4-BE49-F238E27FC236}">
                <a16:creationId xmlns:a16="http://schemas.microsoft.com/office/drawing/2014/main" id="{175CD7A9-E177-EC4A-AD93-D5EC6334DAD7}"/>
              </a:ext>
            </a:extLst>
          </p:cNvPr>
          <p:cNvSpPr>
            <a:spLocks noGrp="1"/>
          </p:cNvSpPr>
          <p:nvPr>
            <p:ph type="pic" sz="quarter" idx="14"/>
          </p:nvPr>
        </p:nvSpPr>
        <p:spPr>
          <a:xfrm>
            <a:off x="7663785" y="1573067"/>
            <a:ext cx="2182217" cy="3847171"/>
          </a:xfrm>
          <a:prstGeom prst="rect">
            <a:avLst/>
          </a:prstGeom>
          <a:solidFill>
            <a:schemeClr val="bg1">
              <a:lumMod val="95000"/>
            </a:schemeClr>
          </a:solidFill>
          <a:effectLst/>
        </p:spPr>
        <p:txBody>
          <a:bodyPr>
            <a:normAutofit/>
          </a:bodyPr>
          <a:lstStyle>
            <a:lvl1pPr marL="0" indent="0">
              <a:buNone/>
              <a:defRPr sz="1200" b="0" i="0">
                <a:ln>
                  <a:noFill/>
                </a:ln>
                <a:solidFill>
                  <a:schemeClr val="tx2"/>
                </a:solidFill>
                <a:latin typeface="Roboto Regular" charset="0"/>
                <a:ea typeface="Roboto Regular" charset="0"/>
                <a:cs typeface="Roboto Regular" charset="0"/>
              </a:defRPr>
            </a:lvl1pPr>
          </a:lstStyle>
          <a:p>
            <a:r>
              <a:rPr lang="en-US"/>
              <a:t>Click icon to add picture</a:t>
            </a:r>
            <a:endParaRPr lang="en-US" dirty="0"/>
          </a:p>
        </p:txBody>
      </p:sp>
    </p:spTree>
    <p:extLst>
      <p:ext uri="{BB962C8B-B14F-4D97-AF65-F5344CB8AC3E}">
        <p14:creationId xmlns:p14="http://schemas.microsoft.com/office/powerpoint/2010/main" val="17473626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Char"/>
      </p:transition>
    </mc:Choice>
    <mc:Fallback xmlns="">
      <p:transition spd="slow">
        <p:fade/>
      </p:transition>
    </mc:Fallback>
  </mc:AlternateContent>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1_App features">
    <p:spTree>
      <p:nvGrpSpPr>
        <p:cNvPr id="1" name=""/>
        <p:cNvGrpSpPr/>
        <p:nvPr/>
      </p:nvGrpSpPr>
      <p:grpSpPr>
        <a:xfrm>
          <a:off x="0" y="0"/>
          <a:ext cx="0" cy="0"/>
          <a:chOff x="0" y="0"/>
          <a:chExt cx="0" cy="0"/>
        </a:xfrm>
      </p:grpSpPr>
      <p:sp>
        <p:nvSpPr>
          <p:cNvPr id="111" name="Picture Placeholder 13">
            <a:extLst>
              <a:ext uri="{FF2B5EF4-FFF2-40B4-BE49-F238E27FC236}">
                <a16:creationId xmlns:a16="http://schemas.microsoft.com/office/drawing/2014/main" id="{320510A6-CFA1-B949-A389-23542C07A0AF}"/>
              </a:ext>
            </a:extLst>
          </p:cNvPr>
          <p:cNvSpPr>
            <a:spLocks noGrp="1"/>
          </p:cNvSpPr>
          <p:nvPr>
            <p:ph type="pic" sz="quarter" idx="14"/>
          </p:nvPr>
        </p:nvSpPr>
        <p:spPr>
          <a:xfrm>
            <a:off x="1498509" y="2077515"/>
            <a:ext cx="3671032" cy="2323956"/>
          </a:xfrm>
          <a:prstGeom prst="rect">
            <a:avLst/>
          </a:prstGeom>
          <a:solidFill>
            <a:schemeClr val="bg1">
              <a:lumMod val="95000"/>
            </a:schemeClr>
          </a:solidFill>
          <a:effectLst/>
        </p:spPr>
        <p:txBody>
          <a:bodyPr>
            <a:normAutofit/>
          </a:bodyPr>
          <a:lstStyle>
            <a:lvl1pPr marL="0" indent="0">
              <a:buNone/>
              <a:defRPr sz="1200" b="0" i="0">
                <a:ln>
                  <a:noFill/>
                </a:ln>
                <a:solidFill>
                  <a:schemeClr val="tx2"/>
                </a:solidFill>
                <a:latin typeface="Roboto Regular" charset="0"/>
                <a:ea typeface="Roboto Regular" charset="0"/>
                <a:cs typeface="Roboto Regular" charset="0"/>
              </a:defRPr>
            </a:lvl1pPr>
          </a:lstStyle>
          <a:p>
            <a:r>
              <a:rPr lang="en-US"/>
              <a:t>Click icon to add picture</a:t>
            </a:r>
            <a:endParaRPr lang="en-US" dirty="0"/>
          </a:p>
        </p:txBody>
      </p:sp>
    </p:spTree>
    <p:extLst>
      <p:ext uri="{BB962C8B-B14F-4D97-AF65-F5344CB8AC3E}">
        <p14:creationId xmlns:p14="http://schemas.microsoft.com/office/powerpoint/2010/main" val="10474668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Char"/>
      </p:transition>
    </mc:Choice>
    <mc:Fallback xmlns="">
      <p:transition spd="slow">
        <p:fade/>
      </p:transition>
    </mc:Fallback>
  </mc:AlternateContent>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Desktop Web Mockup">
    <p:spTree>
      <p:nvGrpSpPr>
        <p:cNvPr id="1" name=""/>
        <p:cNvGrpSpPr/>
        <p:nvPr/>
      </p:nvGrpSpPr>
      <p:grpSpPr>
        <a:xfrm>
          <a:off x="0" y="0"/>
          <a:ext cx="0" cy="0"/>
          <a:chOff x="0" y="0"/>
          <a:chExt cx="0" cy="0"/>
        </a:xfrm>
      </p:grpSpPr>
      <p:sp>
        <p:nvSpPr>
          <p:cNvPr id="18" name="Picture Placeholder 13"/>
          <p:cNvSpPr>
            <a:spLocks noGrp="1"/>
          </p:cNvSpPr>
          <p:nvPr>
            <p:ph type="pic" sz="quarter" idx="14"/>
          </p:nvPr>
        </p:nvSpPr>
        <p:spPr>
          <a:xfrm>
            <a:off x="7000211" y="2165938"/>
            <a:ext cx="3671032" cy="2082501"/>
          </a:xfrm>
          <a:prstGeom prst="rect">
            <a:avLst/>
          </a:prstGeom>
          <a:solidFill>
            <a:schemeClr val="bg1">
              <a:lumMod val="95000"/>
            </a:schemeClr>
          </a:solidFill>
          <a:effectLst/>
        </p:spPr>
        <p:txBody>
          <a:bodyPr>
            <a:normAutofit/>
          </a:bodyPr>
          <a:lstStyle>
            <a:lvl1pPr marL="0" indent="0">
              <a:buNone/>
              <a:defRPr sz="1200" b="0" i="0">
                <a:ln>
                  <a:noFill/>
                </a:ln>
                <a:solidFill>
                  <a:schemeClr val="tx2"/>
                </a:solidFill>
                <a:latin typeface="Roboto Regular" charset="0"/>
                <a:ea typeface="Roboto Regular" charset="0"/>
                <a:cs typeface="Roboto Regular" charset="0"/>
              </a:defRPr>
            </a:lvl1pPr>
          </a:lstStyle>
          <a:p>
            <a:r>
              <a:rPr lang="en-US"/>
              <a:t>Click icon to add picture</a:t>
            </a:r>
            <a:endParaRPr lang="en-US" dirty="0"/>
          </a:p>
        </p:txBody>
      </p:sp>
    </p:spTree>
    <p:extLst>
      <p:ext uri="{BB962C8B-B14F-4D97-AF65-F5344CB8AC3E}">
        <p14:creationId xmlns:p14="http://schemas.microsoft.com/office/powerpoint/2010/main" val="41783317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Char"/>
      </p:transition>
    </mc:Choice>
    <mc:Fallback xmlns="">
      <p:transition spd="slow">
        <p:fade/>
      </p:transition>
    </mc:Fallback>
  </mc:AlternateContent>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5_General Slide">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AAB59097-0DE7-F64A-9748-7B3ACA698028}"/>
              </a:ext>
            </a:extLst>
          </p:cNvPr>
          <p:cNvSpPr/>
          <p:nvPr/>
        </p:nvSpPr>
        <p:spPr bwMode="auto">
          <a:xfrm>
            <a:off x="1039005" y="-1464560"/>
            <a:ext cx="10453313" cy="9587664"/>
          </a:xfrm>
          <a:custGeom>
            <a:avLst/>
            <a:gdLst>
              <a:gd name="connsiteX0" fmla="*/ 3201394 w 6886698"/>
              <a:gd name="connsiteY0" fmla="*/ 104 h 6316404"/>
              <a:gd name="connsiteX1" fmla="*/ 3530345 w 6886698"/>
              <a:gd name="connsiteY1" fmla="*/ 75343 h 6316404"/>
              <a:gd name="connsiteX2" fmla="*/ 3625000 w 6886698"/>
              <a:gd name="connsiteY2" fmla="*/ 198821 h 6316404"/>
              <a:gd name="connsiteX3" fmla="*/ 3741608 w 6886698"/>
              <a:gd name="connsiteY3" fmla="*/ 121782 h 6316404"/>
              <a:gd name="connsiteX4" fmla="*/ 4010455 w 6886698"/>
              <a:gd name="connsiteY4" fmla="*/ 72823 h 6316404"/>
              <a:gd name="connsiteX5" fmla="*/ 4391232 w 6886698"/>
              <a:gd name="connsiteY5" fmla="*/ 464856 h 6316404"/>
              <a:gd name="connsiteX6" fmla="*/ 4447573 w 6886698"/>
              <a:gd name="connsiteY6" fmla="*/ 1057538 h 6316404"/>
              <a:gd name="connsiteX7" fmla="*/ 4435358 w 6886698"/>
              <a:gd name="connsiteY7" fmla="*/ 1151695 h 6316404"/>
              <a:gd name="connsiteX8" fmla="*/ 4462298 w 6886698"/>
              <a:gd name="connsiteY8" fmla="*/ 1120102 h 6316404"/>
              <a:gd name="connsiteX9" fmla="*/ 4751200 w 6886698"/>
              <a:gd name="connsiteY9" fmla="*/ 864467 h 6316404"/>
              <a:gd name="connsiteX10" fmla="*/ 5059396 w 6886698"/>
              <a:gd name="connsiteY10" fmla="*/ 598604 h 6316404"/>
              <a:gd name="connsiteX11" fmla="*/ 5655029 w 6886698"/>
              <a:gd name="connsiteY11" fmla="*/ 554095 h 6316404"/>
              <a:gd name="connsiteX12" fmla="*/ 5872050 w 6886698"/>
              <a:gd name="connsiteY12" fmla="*/ 1070202 h 6316404"/>
              <a:gd name="connsiteX13" fmla="*/ 6208910 w 6886698"/>
              <a:gd name="connsiteY13" fmla="*/ 1158380 h 6316404"/>
              <a:gd name="connsiteX14" fmla="*/ 6356698 w 6886698"/>
              <a:gd name="connsiteY14" fmla="*/ 1461742 h 6316404"/>
              <a:gd name="connsiteX15" fmla="*/ 6319928 w 6886698"/>
              <a:gd name="connsiteY15" fmla="*/ 1612918 h 6316404"/>
              <a:gd name="connsiteX16" fmla="*/ 6453077 w 6886698"/>
              <a:gd name="connsiteY16" fmla="*/ 1655390 h 6316404"/>
              <a:gd name="connsiteX17" fmla="*/ 6659871 w 6886698"/>
              <a:gd name="connsiteY17" fmla="*/ 1834029 h 6316404"/>
              <a:gd name="connsiteX18" fmla="*/ 6593480 w 6886698"/>
              <a:gd name="connsiteY18" fmla="*/ 2376500 h 6316404"/>
              <a:gd name="connsiteX19" fmla="*/ 5631035 w 6886698"/>
              <a:gd name="connsiteY19" fmla="*/ 3056550 h 6316404"/>
              <a:gd name="connsiteX20" fmla="*/ 5606738 w 6886698"/>
              <a:gd name="connsiteY20" fmla="*/ 3063615 h 6316404"/>
              <a:gd name="connsiteX21" fmla="*/ 5752187 w 6886698"/>
              <a:gd name="connsiteY21" fmla="*/ 3087973 h 6316404"/>
              <a:gd name="connsiteX22" fmla="*/ 6228320 w 6886698"/>
              <a:gd name="connsiteY22" fmla="*/ 3286317 h 6316404"/>
              <a:gd name="connsiteX23" fmla="*/ 6596082 w 6886698"/>
              <a:gd name="connsiteY23" fmla="*/ 3460727 h 6316404"/>
              <a:gd name="connsiteX24" fmla="*/ 6877584 w 6886698"/>
              <a:gd name="connsiteY24" fmla="*/ 3987526 h 6316404"/>
              <a:gd name="connsiteX25" fmla="*/ 6493264 w 6886698"/>
              <a:gd name="connsiteY25" fmla="*/ 4394666 h 6316404"/>
              <a:gd name="connsiteX26" fmla="*/ 6548793 w 6886698"/>
              <a:gd name="connsiteY26" fmla="*/ 4738419 h 6316404"/>
              <a:gd name="connsiteX27" fmla="*/ 6331070 w 6886698"/>
              <a:gd name="connsiteY27" fmla="*/ 4996230 h 6316404"/>
              <a:gd name="connsiteX28" fmla="*/ 6177933 w 6886698"/>
              <a:gd name="connsiteY28" fmla="*/ 5023713 h 6316404"/>
              <a:gd name="connsiteX29" fmla="*/ 6192913 w 6886698"/>
              <a:gd name="connsiteY29" fmla="*/ 5162667 h 6316404"/>
              <a:gd name="connsiteX30" fmla="*/ 6113122 w 6886698"/>
              <a:gd name="connsiteY30" fmla="*/ 5424027 h 6316404"/>
              <a:gd name="connsiteX31" fmla="*/ 5590116 w 6886698"/>
              <a:gd name="connsiteY31" fmla="*/ 5582604 h 6316404"/>
              <a:gd name="connsiteX32" fmla="*/ 4965226 w 6886698"/>
              <a:gd name="connsiteY32" fmla="*/ 5313709 h 6316404"/>
              <a:gd name="connsiteX33" fmla="*/ 4813897 w 6886698"/>
              <a:gd name="connsiteY33" fmla="*/ 5197888 h 6316404"/>
              <a:gd name="connsiteX34" fmla="*/ 4818616 w 6886698"/>
              <a:gd name="connsiteY34" fmla="*/ 5365555 h 6316404"/>
              <a:gd name="connsiteX35" fmla="*/ 4832293 w 6886698"/>
              <a:gd name="connsiteY35" fmla="*/ 5772348 h 6316404"/>
              <a:gd name="connsiteX36" fmla="*/ 4493265 w 6886698"/>
              <a:gd name="connsiteY36" fmla="*/ 6264101 h 6316404"/>
              <a:gd name="connsiteX37" fmla="*/ 3955210 w 6886698"/>
              <a:gd name="connsiteY37" fmla="*/ 6109303 h 6316404"/>
              <a:gd name="connsiteX38" fmla="*/ 3675206 w 6886698"/>
              <a:gd name="connsiteY38" fmla="*/ 6316300 h 6316404"/>
              <a:gd name="connsiteX39" fmla="*/ 3346255 w 6886698"/>
              <a:gd name="connsiteY39" fmla="*/ 6241061 h 6316404"/>
              <a:gd name="connsiteX40" fmla="*/ 3251601 w 6886698"/>
              <a:gd name="connsiteY40" fmla="*/ 6117583 h 6316404"/>
              <a:gd name="connsiteX41" fmla="*/ 3134992 w 6886698"/>
              <a:gd name="connsiteY41" fmla="*/ 6194622 h 6316404"/>
              <a:gd name="connsiteX42" fmla="*/ 2866145 w 6886698"/>
              <a:gd name="connsiteY42" fmla="*/ 6243581 h 6316404"/>
              <a:gd name="connsiteX43" fmla="*/ 2485368 w 6886698"/>
              <a:gd name="connsiteY43" fmla="*/ 5851547 h 6316404"/>
              <a:gd name="connsiteX44" fmla="*/ 2424141 w 6886698"/>
              <a:gd name="connsiteY44" fmla="*/ 5344990 h 6316404"/>
              <a:gd name="connsiteX45" fmla="*/ 2434921 w 6886698"/>
              <a:gd name="connsiteY45" fmla="*/ 5208505 h 6316404"/>
              <a:gd name="connsiteX46" fmla="*/ 2389829 w 6886698"/>
              <a:gd name="connsiteY46" fmla="*/ 5259024 h 6316404"/>
              <a:gd name="connsiteX47" fmla="*/ 2206994 w 6886698"/>
              <a:gd name="connsiteY47" fmla="*/ 5442510 h 6316404"/>
              <a:gd name="connsiteX48" fmla="*/ 1921278 w 6886698"/>
              <a:gd name="connsiteY48" fmla="*/ 5732397 h 6316404"/>
              <a:gd name="connsiteX49" fmla="*/ 1331185 w 6886698"/>
              <a:gd name="connsiteY49" fmla="*/ 5824866 h 6316404"/>
              <a:gd name="connsiteX50" fmla="*/ 1073190 w 6886698"/>
              <a:gd name="connsiteY50" fmla="*/ 5327973 h 6316404"/>
              <a:gd name="connsiteX51" fmla="*/ 730308 w 6886698"/>
              <a:gd name="connsiteY51" fmla="*/ 5267290 h 6316404"/>
              <a:gd name="connsiteX52" fmla="*/ 558502 w 6886698"/>
              <a:gd name="connsiteY52" fmla="*/ 4976855 h 6316404"/>
              <a:gd name="connsiteX53" fmla="*/ 582943 w 6886698"/>
              <a:gd name="connsiteY53" fmla="*/ 4823203 h 6316404"/>
              <a:gd name="connsiteX54" fmla="*/ 446798 w 6886698"/>
              <a:gd name="connsiteY54" fmla="*/ 4791623 h 6316404"/>
              <a:gd name="connsiteX55" fmla="*/ 226252 w 6886698"/>
              <a:gd name="connsiteY55" fmla="*/ 4630269 h 6316404"/>
              <a:gd name="connsiteX56" fmla="*/ 248614 w 6886698"/>
              <a:gd name="connsiteY56" fmla="*/ 4084209 h 6316404"/>
              <a:gd name="connsiteX57" fmla="*/ 1307048 w 6886698"/>
              <a:gd name="connsiteY57" fmla="*/ 3268931 h 6316404"/>
              <a:gd name="connsiteX58" fmla="*/ 1338479 w 6886698"/>
              <a:gd name="connsiteY58" fmla="*/ 3259739 h 6316404"/>
              <a:gd name="connsiteX59" fmla="*/ 1336362 w 6886698"/>
              <a:gd name="connsiteY59" fmla="*/ 3259983 h 6316404"/>
              <a:gd name="connsiteX60" fmla="*/ 823913 w 6886698"/>
              <a:gd name="connsiteY60" fmla="*/ 3201333 h 6316404"/>
              <a:gd name="connsiteX61" fmla="*/ 422224 w 6886698"/>
              <a:gd name="connsiteY61" fmla="*/ 3135652 h 6316404"/>
              <a:gd name="connsiteX62" fmla="*/ 5777 w 6886698"/>
              <a:gd name="connsiteY62" fmla="*/ 2707479 h 6316404"/>
              <a:gd name="connsiteX63" fmla="*/ 262239 w 6886698"/>
              <a:gd name="connsiteY63" fmla="*/ 2209792 h 6316404"/>
              <a:gd name="connsiteX64" fmla="*/ 113637 w 6886698"/>
              <a:gd name="connsiteY64" fmla="*/ 1894883 h 6316404"/>
              <a:gd name="connsiteX65" fmla="*/ 251400 w 6886698"/>
              <a:gd name="connsiteY65" fmla="*/ 1586839 h 6316404"/>
              <a:gd name="connsiteX66" fmla="*/ 390926 w 6886698"/>
              <a:gd name="connsiteY66" fmla="*/ 1518000 h 6316404"/>
              <a:gd name="connsiteX67" fmla="*/ 338031 w 6886698"/>
              <a:gd name="connsiteY67" fmla="*/ 1388639 h 6316404"/>
              <a:gd name="connsiteX68" fmla="*/ 342280 w 6886698"/>
              <a:gd name="connsiteY68" fmla="*/ 1115403 h 6316404"/>
              <a:gd name="connsiteX69" fmla="*/ 800869 w 6886698"/>
              <a:gd name="connsiteY69" fmla="*/ 818120 h 6316404"/>
              <a:gd name="connsiteX70" fmla="*/ 913818 w 6886698"/>
              <a:gd name="connsiteY70" fmla="*/ 811845 h 6316404"/>
              <a:gd name="connsiteX71" fmla="*/ 1928166 w 6886698"/>
              <a:gd name="connsiteY71" fmla="*/ 1112386 h 6316404"/>
              <a:gd name="connsiteX72" fmla="*/ 2065100 w 6886698"/>
              <a:gd name="connsiteY72" fmla="*/ 1203646 h 6316404"/>
              <a:gd name="connsiteX73" fmla="*/ 2057984 w 6886698"/>
              <a:gd name="connsiteY73" fmla="*/ 950849 h 6316404"/>
              <a:gd name="connsiteX74" fmla="*/ 2044308 w 6886698"/>
              <a:gd name="connsiteY74" fmla="*/ 544055 h 6316404"/>
              <a:gd name="connsiteX75" fmla="*/ 2383336 w 6886698"/>
              <a:gd name="connsiteY75" fmla="*/ 52303 h 6316404"/>
              <a:gd name="connsiteX76" fmla="*/ 2921390 w 6886698"/>
              <a:gd name="connsiteY76" fmla="*/ 207100 h 6316404"/>
              <a:gd name="connsiteX77" fmla="*/ 3201394 w 6886698"/>
              <a:gd name="connsiteY77" fmla="*/ 104 h 6316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6886698" h="6316404">
                <a:moveTo>
                  <a:pt x="3201394" y="104"/>
                </a:moveTo>
                <a:cubicBezTo>
                  <a:pt x="3300728" y="-976"/>
                  <a:pt x="3439650" y="5144"/>
                  <a:pt x="3530345" y="75343"/>
                </a:cubicBezTo>
                <a:cubicBezTo>
                  <a:pt x="3557338" y="96582"/>
                  <a:pt x="3598727" y="189461"/>
                  <a:pt x="3625000" y="198821"/>
                </a:cubicBezTo>
                <a:cubicBezTo>
                  <a:pt x="3657391" y="209980"/>
                  <a:pt x="3708137" y="141581"/>
                  <a:pt x="3741608" y="121782"/>
                </a:cubicBezTo>
                <a:cubicBezTo>
                  <a:pt x="3827625" y="69943"/>
                  <a:pt x="3919040" y="71383"/>
                  <a:pt x="4010455" y="72823"/>
                </a:cubicBezTo>
                <a:cubicBezTo>
                  <a:pt x="4198324" y="76422"/>
                  <a:pt x="4319252" y="224740"/>
                  <a:pt x="4391232" y="464856"/>
                </a:cubicBezTo>
                <a:cubicBezTo>
                  <a:pt x="4448271" y="654326"/>
                  <a:pt x="4463500" y="856702"/>
                  <a:pt x="4447573" y="1057538"/>
                </a:cubicBezTo>
                <a:lnTo>
                  <a:pt x="4435358" y="1151695"/>
                </a:lnTo>
                <a:lnTo>
                  <a:pt x="4462298" y="1120102"/>
                </a:lnTo>
                <a:cubicBezTo>
                  <a:pt x="4551017" y="1027740"/>
                  <a:pt x="4650011" y="953617"/>
                  <a:pt x="4751200" y="864467"/>
                </a:cubicBezTo>
                <a:cubicBezTo>
                  <a:pt x="4853047" y="774556"/>
                  <a:pt x="4946438" y="677593"/>
                  <a:pt x="5059396" y="598604"/>
                </a:cubicBezTo>
                <a:cubicBezTo>
                  <a:pt x="5288005" y="439379"/>
                  <a:pt x="5489539" y="438773"/>
                  <a:pt x="5655029" y="554095"/>
                </a:cubicBezTo>
                <a:cubicBezTo>
                  <a:pt x="5826943" y="673947"/>
                  <a:pt x="5971081" y="809244"/>
                  <a:pt x="5872050" y="1070202"/>
                </a:cubicBezTo>
                <a:cubicBezTo>
                  <a:pt x="6026813" y="1019002"/>
                  <a:pt x="6133105" y="1066010"/>
                  <a:pt x="6208910" y="1158380"/>
                </a:cubicBezTo>
                <a:cubicBezTo>
                  <a:pt x="6272071" y="1235054"/>
                  <a:pt x="6354462" y="1347074"/>
                  <a:pt x="6356698" y="1461742"/>
                </a:cubicBezTo>
                <a:cubicBezTo>
                  <a:pt x="6357093" y="1496087"/>
                  <a:pt x="6310733" y="1586586"/>
                  <a:pt x="6319928" y="1612918"/>
                </a:cubicBezTo>
                <a:cubicBezTo>
                  <a:pt x="6331559" y="1645143"/>
                  <a:pt x="6416659" y="1641747"/>
                  <a:pt x="6453077" y="1655390"/>
                </a:cubicBezTo>
                <a:cubicBezTo>
                  <a:pt x="6547410" y="1689850"/>
                  <a:pt x="6603640" y="1761939"/>
                  <a:pt x="6659871" y="1834029"/>
                </a:cubicBezTo>
                <a:cubicBezTo>
                  <a:pt x="6774932" y="1982584"/>
                  <a:pt x="6735303" y="2169803"/>
                  <a:pt x="6593480" y="2376500"/>
                </a:cubicBezTo>
                <a:cubicBezTo>
                  <a:pt x="6369965" y="2703072"/>
                  <a:pt x="6001323" y="2931801"/>
                  <a:pt x="5631035" y="3056550"/>
                </a:cubicBezTo>
                <a:lnTo>
                  <a:pt x="5606738" y="3063615"/>
                </a:lnTo>
                <a:lnTo>
                  <a:pt x="5752187" y="3087973"/>
                </a:lnTo>
                <a:cubicBezTo>
                  <a:pt x="5927807" y="3128389"/>
                  <a:pt x="6065057" y="3210968"/>
                  <a:pt x="6228320" y="3286317"/>
                </a:cubicBezTo>
                <a:cubicBezTo>
                  <a:pt x="6351729" y="3343123"/>
                  <a:pt x="6478171" y="3389343"/>
                  <a:pt x="6596082" y="3460727"/>
                </a:cubicBezTo>
                <a:cubicBezTo>
                  <a:pt x="6834134" y="3605455"/>
                  <a:pt x="6916161" y="3789541"/>
                  <a:pt x="6877584" y="3987526"/>
                </a:cubicBezTo>
                <a:cubicBezTo>
                  <a:pt x="6837461" y="4193217"/>
                  <a:pt x="6771982" y="4379748"/>
                  <a:pt x="6493264" y="4394666"/>
                </a:cubicBezTo>
                <a:cubicBezTo>
                  <a:pt x="6602659" y="4515520"/>
                  <a:pt x="6602633" y="4631743"/>
                  <a:pt x="6548793" y="4738419"/>
                </a:cubicBezTo>
                <a:cubicBezTo>
                  <a:pt x="6504197" y="4827185"/>
                  <a:pt x="6435046" y="4947830"/>
                  <a:pt x="6331070" y="4996230"/>
                </a:cubicBezTo>
                <a:cubicBezTo>
                  <a:pt x="6299816" y="5010476"/>
                  <a:pt x="6198300" y="5004659"/>
                  <a:pt x="6177933" y="5023713"/>
                </a:cubicBezTo>
                <a:cubicBezTo>
                  <a:pt x="6153161" y="5047379"/>
                  <a:pt x="6190669" y="5123843"/>
                  <a:pt x="6192913" y="5162667"/>
                </a:cubicBezTo>
                <a:cubicBezTo>
                  <a:pt x="6199530" y="5262879"/>
                  <a:pt x="6156326" y="5343453"/>
                  <a:pt x="6113122" y="5424027"/>
                </a:cubicBezTo>
                <a:cubicBezTo>
                  <a:pt x="6023762" y="5589323"/>
                  <a:pt x="5836502" y="5628762"/>
                  <a:pt x="5590116" y="5582604"/>
                </a:cubicBezTo>
                <a:cubicBezTo>
                  <a:pt x="5367798" y="5541223"/>
                  <a:pt x="5155545" y="5443584"/>
                  <a:pt x="4965226" y="5313709"/>
                </a:cubicBezTo>
                <a:lnTo>
                  <a:pt x="4813897" y="5197888"/>
                </a:lnTo>
                <a:lnTo>
                  <a:pt x="4818616" y="5365555"/>
                </a:lnTo>
                <a:cubicBezTo>
                  <a:pt x="4824735" y="5501272"/>
                  <a:pt x="4841650" y="5634830"/>
                  <a:pt x="4832293" y="5772348"/>
                </a:cubicBezTo>
                <a:cubicBezTo>
                  <a:pt x="4812858" y="6050264"/>
                  <a:pt x="4686892" y="6207581"/>
                  <a:pt x="4493265" y="6264101"/>
                </a:cubicBezTo>
                <a:cubicBezTo>
                  <a:pt x="4292079" y="6322780"/>
                  <a:pt x="4096292" y="6350139"/>
                  <a:pt x="3955210" y="6109303"/>
                </a:cubicBezTo>
                <a:cubicBezTo>
                  <a:pt x="3897986" y="6261941"/>
                  <a:pt x="3794694" y="6315220"/>
                  <a:pt x="3675206" y="6316300"/>
                </a:cubicBezTo>
                <a:cubicBezTo>
                  <a:pt x="3575873" y="6317380"/>
                  <a:pt x="3436950" y="6311260"/>
                  <a:pt x="3346255" y="6241061"/>
                </a:cubicBezTo>
                <a:cubicBezTo>
                  <a:pt x="3319262" y="6219821"/>
                  <a:pt x="3277874" y="6126943"/>
                  <a:pt x="3251601" y="6117583"/>
                </a:cubicBezTo>
                <a:cubicBezTo>
                  <a:pt x="3219209" y="6106423"/>
                  <a:pt x="3168463" y="6174822"/>
                  <a:pt x="3134992" y="6194622"/>
                </a:cubicBezTo>
                <a:cubicBezTo>
                  <a:pt x="3048975" y="6246461"/>
                  <a:pt x="2957560" y="6245021"/>
                  <a:pt x="2866145" y="6243581"/>
                </a:cubicBezTo>
                <a:cubicBezTo>
                  <a:pt x="2678276" y="6239981"/>
                  <a:pt x="2557348" y="6091663"/>
                  <a:pt x="2485368" y="5851547"/>
                </a:cubicBezTo>
                <a:cubicBezTo>
                  <a:pt x="2436478" y="5689145"/>
                  <a:pt x="2418305" y="5517260"/>
                  <a:pt x="2424141" y="5344990"/>
                </a:cubicBezTo>
                <a:lnTo>
                  <a:pt x="2434921" y="5208505"/>
                </a:lnTo>
                <a:lnTo>
                  <a:pt x="2389829" y="5259024"/>
                </a:lnTo>
                <a:cubicBezTo>
                  <a:pt x="2331439" y="5319871"/>
                  <a:pt x="2269433" y="5377822"/>
                  <a:pt x="2206994" y="5442510"/>
                </a:cubicBezTo>
                <a:cubicBezTo>
                  <a:pt x="2112742" y="5540353"/>
                  <a:pt x="2027487" y="5644542"/>
                  <a:pt x="1921278" y="5732397"/>
                </a:cubicBezTo>
                <a:cubicBezTo>
                  <a:pt x="1706274" y="5909564"/>
                  <a:pt x="1505448" y="5926446"/>
                  <a:pt x="1331185" y="5824866"/>
                </a:cubicBezTo>
                <a:cubicBezTo>
                  <a:pt x="1150153" y="5719291"/>
                  <a:pt x="995558" y="5596077"/>
                  <a:pt x="1073190" y="5327973"/>
                </a:cubicBezTo>
                <a:cubicBezTo>
                  <a:pt x="923068" y="5391505"/>
                  <a:pt x="813326" y="5353235"/>
                  <a:pt x="730308" y="5267290"/>
                </a:cubicBezTo>
                <a:cubicBezTo>
                  <a:pt x="661161" y="5195967"/>
                  <a:pt x="569992" y="5090967"/>
                  <a:pt x="558502" y="4976855"/>
                </a:cubicBezTo>
                <a:cubicBezTo>
                  <a:pt x="555335" y="4942654"/>
                  <a:pt x="594234" y="4848705"/>
                  <a:pt x="582943" y="4823203"/>
                </a:cubicBezTo>
                <a:cubicBezTo>
                  <a:pt x="568747" y="4792022"/>
                  <a:pt x="484198" y="4802280"/>
                  <a:pt x="446798" y="4791623"/>
                </a:cubicBezTo>
                <a:cubicBezTo>
                  <a:pt x="349991" y="4764895"/>
                  <a:pt x="288121" y="4697582"/>
                  <a:pt x="226252" y="4630269"/>
                </a:cubicBezTo>
                <a:cubicBezTo>
                  <a:pt x="99568" y="4491493"/>
                  <a:pt x="123948" y="4301684"/>
                  <a:pt x="248614" y="4084209"/>
                </a:cubicBezTo>
                <a:cubicBezTo>
                  <a:pt x="473081" y="3691572"/>
                  <a:pt x="896805" y="3411003"/>
                  <a:pt x="1307048" y="3268931"/>
                </a:cubicBezTo>
                <a:lnTo>
                  <a:pt x="1338479" y="3259739"/>
                </a:lnTo>
                <a:lnTo>
                  <a:pt x="1336362" y="3259983"/>
                </a:lnTo>
                <a:cubicBezTo>
                  <a:pt x="1156420" y="3269811"/>
                  <a:pt x="1001662" y="3228494"/>
                  <a:pt x="823913" y="3201333"/>
                </a:cubicBezTo>
                <a:cubicBezTo>
                  <a:pt x="689596" y="3180946"/>
                  <a:pt x="555298" y="3171569"/>
                  <a:pt x="422224" y="3135652"/>
                </a:cubicBezTo>
                <a:cubicBezTo>
                  <a:pt x="153392" y="3062551"/>
                  <a:pt x="23569" y="2908400"/>
                  <a:pt x="5777" y="2707479"/>
                </a:cubicBezTo>
                <a:cubicBezTo>
                  <a:pt x="-12664" y="2498723"/>
                  <a:pt x="-1433" y="2301353"/>
                  <a:pt x="262239" y="2209792"/>
                </a:cubicBezTo>
                <a:cubicBezTo>
                  <a:pt x="123641" y="2123981"/>
                  <a:pt x="91463" y="2012300"/>
                  <a:pt x="113637" y="1894883"/>
                </a:cubicBezTo>
                <a:cubicBezTo>
                  <a:pt x="131891" y="1797236"/>
                  <a:pt x="164906" y="1662155"/>
                  <a:pt x="251400" y="1586839"/>
                </a:cubicBezTo>
                <a:cubicBezTo>
                  <a:pt x="277483" y="1564492"/>
                  <a:pt x="376636" y="1541952"/>
                  <a:pt x="390926" y="1518000"/>
                </a:cubicBezTo>
                <a:cubicBezTo>
                  <a:pt x="408171" y="1488398"/>
                  <a:pt x="350944" y="1425321"/>
                  <a:pt x="338031" y="1388639"/>
                </a:cubicBezTo>
                <a:cubicBezTo>
                  <a:pt x="303906" y="1294184"/>
                  <a:pt x="323093" y="1204794"/>
                  <a:pt x="342280" y="1115403"/>
                </a:cubicBezTo>
                <a:cubicBezTo>
                  <a:pt x="382340" y="931819"/>
                  <a:pt x="551340" y="842038"/>
                  <a:pt x="800869" y="818120"/>
                </a:cubicBezTo>
                <a:cubicBezTo>
                  <a:pt x="838382" y="814480"/>
                  <a:pt x="876060" y="812419"/>
                  <a:pt x="913818" y="811845"/>
                </a:cubicBezTo>
                <a:cubicBezTo>
                  <a:pt x="1267802" y="806467"/>
                  <a:pt x="1628885" y="931818"/>
                  <a:pt x="1928166" y="1112386"/>
                </a:cubicBezTo>
                <a:lnTo>
                  <a:pt x="2065100" y="1203646"/>
                </a:lnTo>
                <a:lnTo>
                  <a:pt x="2057984" y="950849"/>
                </a:lnTo>
                <a:cubicBezTo>
                  <a:pt x="2051866" y="815131"/>
                  <a:pt x="2034950" y="681573"/>
                  <a:pt x="2044308" y="544055"/>
                </a:cubicBezTo>
                <a:cubicBezTo>
                  <a:pt x="2063743" y="266140"/>
                  <a:pt x="2189708" y="108822"/>
                  <a:pt x="2383336" y="52303"/>
                </a:cubicBezTo>
                <a:cubicBezTo>
                  <a:pt x="2584521" y="-6376"/>
                  <a:pt x="2780308" y="-33736"/>
                  <a:pt x="2921390" y="207100"/>
                </a:cubicBezTo>
                <a:cubicBezTo>
                  <a:pt x="2978615" y="54463"/>
                  <a:pt x="3081907" y="1184"/>
                  <a:pt x="3201394" y="104"/>
                </a:cubicBezTo>
                <a:close/>
              </a:path>
            </a:pathLst>
          </a:custGeom>
          <a:solidFill>
            <a:schemeClr val="accent1"/>
          </a:solidFill>
          <a:ln w="9525"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marL="0" marR="0" indent="0" algn="l" defTabSz="609585" rtl="0" eaLnBrk="1"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pPr>
            <a:endParaRPr kumimoji="0" lang="es-ES_tradnl" sz="2400" b="0" i="0" u="none" strike="noStrike" cap="none" normalizeH="0" baseline="0">
              <a:ln>
                <a:noFill/>
              </a:ln>
              <a:effectLst/>
              <a:latin typeface="Arial" panose="020B0604020202020204" pitchFamily="34" charset="0"/>
              <a:ea typeface="Arial Unicode MS" panose="020B0604020202020204" pitchFamily="34" charset="-128"/>
              <a:cs typeface="Arial Unicode MS" panose="020B0604020202020204" pitchFamily="34" charset="-128"/>
            </a:endParaRPr>
          </a:p>
        </p:txBody>
      </p:sp>
    </p:spTree>
    <p:extLst>
      <p:ext uri="{BB962C8B-B14F-4D97-AF65-F5344CB8AC3E}">
        <p14:creationId xmlns:p14="http://schemas.microsoft.com/office/powerpoint/2010/main" val="36637860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Char"/>
      </p:transition>
    </mc:Choice>
    <mc:Fallback xmlns="">
      <p:transition spd="slow">
        <p:fade/>
      </p:transition>
    </mc:Fallback>
  </mc:AlternateContent>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Image Layout">
    <p:spTree>
      <p:nvGrpSpPr>
        <p:cNvPr id="1" name=""/>
        <p:cNvGrpSpPr/>
        <p:nvPr/>
      </p:nvGrpSpPr>
      <p:grpSpPr>
        <a:xfrm>
          <a:off x="0" y="0"/>
          <a:ext cx="0" cy="0"/>
          <a:chOff x="0" y="0"/>
          <a:chExt cx="0" cy="0"/>
        </a:xfrm>
      </p:grpSpPr>
      <p:sp>
        <p:nvSpPr>
          <p:cNvPr id="5" name="Picture Placeholder 13">
            <a:extLst>
              <a:ext uri="{FF2B5EF4-FFF2-40B4-BE49-F238E27FC236}">
                <a16:creationId xmlns:a16="http://schemas.microsoft.com/office/drawing/2014/main" id="{1F702F13-E74F-0D45-849D-76B0EE7CC520}"/>
              </a:ext>
            </a:extLst>
          </p:cNvPr>
          <p:cNvSpPr>
            <a:spLocks noGrp="1"/>
          </p:cNvSpPr>
          <p:nvPr>
            <p:ph type="pic" sz="quarter" idx="14"/>
          </p:nvPr>
        </p:nvSpPr>
        <p:spPr>
          <a:xfrm>
            <a:off x="1306957" y="1307867"/>
            <a:ext cx="3625263" cy="4666212"/>
          </a:xfrm>
          <a:prstGeom prst="rect">
            <a:avLst/>
          </a:prstGeom>
          <a:solidFill>
            <a:schemeClr val="bg1">
              <a:lumMod val="95000"/>
            </a:schemeClr>
          </a:solidFill>
          <a:effectLst/>
        </p:spPr>
        <p:txBody>
          <a:bodyPr>
            <a:normAutofit/>
          </a:bodyPr>
          <a:lstStyle>
            <a:lvl1pPr marL="0" indent="0">
              <a:buNone/>
              <a:defRPr sz="1200" b="0" i="0">
                <a:ln>
                  <a:noFill/>
                </a:ln>
                <a:solidFill>
                  <a:schemeClr val="tx2"/>
                </a:solidFill>
                <a:latin typeface="Roboto Regular" charset="0"/>
                <a:ea typeface="Roboto Regular" charset="0"/>
                <a:cs typeface="Roboto Regular" charset="0"/>
              </a:defRPr>
            </a:lvl1pPr>
          </a:lstStyle>
          <a:p>
            <a:r>
              <a:rPr lang="en-US"/>
              <a:t>Click icon to add picture</a:t>
            </a:r>
            <a:endParaRPr lang="en-US" dirty="0"/>
          </a:p>
        </p:txBody>
      </p:sp>
    </p:spTree>
    <p:extLst>
      <p:ext uri="{BB962C8B-B14F-4D97-AF65-F5344CB8AC3E}">
        <p14:creationId xmlns:p14="http://schemas.microsoft.com/office/powerpoint/2010/main" val="40111662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Char"/>
      </p:transition>
    </mc:Choice>
    <mc:Fallback xmlns="">
      <p:transition spd="slow">
        <p:fade/>
      </p:transition>
    </mc:Fallback>
  </mc:AlternateContent>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Welcome Message">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04BB0230-4DB1-EA4F-B06C-4CF13F8A1248}"/>
              </a:ext>
            </a:extLst>
          </p:cNvPr>
          <p:cNvSpPr>
            <a:spLocks noGrp="1"/>
          </p:cNvSpPr>
          <p:nvPr>
            <p:ph type="pic" sz="quarter" idx="14"/>
          </p:nvPr>
        </p:nvSpPr>
        <p:spPr>
          <a:xfrm>
            <a:off x="1309992" y="666103"/>
            <a:ext cx="4786008" cy="5525795"/>
          </a:xfrm>
          <a:custGeom>
            <a:avLst/>
            <a:gdLst>
              <a:gd name="connsiteX0" fmla="*/ 1794753 w 3589506"/>
              <a:gd name="connsiteY0" fmla="*/ 0 h 4144346"/>
              <a:gd name="connsiteX1" fmla="*/ 3589506 w 3589506"/>
              <a:gd name="connsiteY1" fmla="*/ 2072173 h 4144346"/>
              <a:gd name="connsiteX2" fmla="*/ 1794753 w 3589506"/>
              <a:gd name="connsiteY2" fmla="*/ 4144346 h 4144346"/>
              <a:gd name="connsiteX3" fmla="*/ 0 w 3589506"/>
              <a:gd name="connsiteY3" fmla="*/ 2072173 h 4144346"/>
            </a:gdLst>
            <a:ahLst/>
            <a:cxnLst>
              <a:cxn ang="0">
                <a:pos x="connsiteX0" y="connsiteY0"/>
              </a:cxn>
              <a:cxn ang="0">
                <a:pos x="connsiteX1" y="connsiteY1"/>
              </a:cxn>
              <a:cxn ang="0">
                <a:pos x="connsiteX2" y="connsiteY2"/>
              </a:cxn>
              <a:cxn ang="0">
                <a:pos x="connsiteX3" y="connsiteY3"/>
              </a:cxn>
            </a:cxnLst>
            <a:rect l="l" t="t" r="r" b="b"/>
            <a:pathLst>
              <a:path w="3589506" h="4144346">
                <a:moveTo>
                  <a:pt x="1794753" y="0"/>
                </a:moveTo>
                <a:lnTo>
                  <a:pt x="3589506" y="2072173"/>
                </a:lnTo>
                <a:lnTo>
                  <a:pt x="1794753" y="4144346"/>
                </a:lnTo>
                <a:lnTo>
                  <a:pt x="0" y="2072173"/>
                </a:lnTo>
                <a:close/>
              </a:path>
            </a:pathLst>
          </a:custGeom>
          <a:solidFill>
            <a:schemeClr val="bg1">
              <a:lumMod val="95000"/>
            </a:schemeClr>
          </a:solidFill>
          <a:effectLst/>
        </p:spPr>
        <p:txBody>
          <a:bodyPr wrap="square">
            <a:noAutofit/>
          </a:bodyPr>
          <a:lstStyle>
            <a:lvl1pPr marL="0" indent="0">
              <a:buNone/>
              <a:defRPr sz="1200" b="0" i="0">
                <a:ln>
                  <a:noFill/>
                </a:ln>
                <a:solidFill>
                  <a:schemeClr val="tx2"/>
                </a:solidFill>
                <a:latin typeface="Roboto Regular" charset="0"/>
                <a:ea typeface="Roboto Regular" charset="0"/>
                <a:cs typeface="Roboto Regular" charset="0"/>
              </a:defRPr>
            </a:lvl1pPr>
          </a:lstStyle>
          <a:p>
            <a:endParaRPr lang="en-US" dirty="0"/>
          </a:p>
        </p:txBody>
      </p:sp>
    </p:spTree>
    <p:extLst>
      <p:ext uri="{BB962C8B-B14F-4D97-AF65-F5344CB8AC3E}">
        <p14:creationId xmlns:p14="http://schemas.microsoft.com/office/powerpoint/2010/main" val="41227408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Char"/>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6FA2B21-3FCD-4721-B95C-427943F61125}" type="datetime1">
              <a:rPr lang="en-US" smtClean="0"/>
              <a:t>13-01-2020</a:t>
            </a:fld>
            <a:endParaRPr lang="en-US"/>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B7E4EF-A1BD-40F4-AB7B-04F084DD991D}" type="slidenum">
              <a:rPr lang="en-US" smtClean="0"/>
              <a:t>‹#›</a:t>
            </a:fld>
            <a:endParaRPr lang="en-US"/>
          </a:p>
        </p:txBody>
      </p:sp>
    </p:spTree>
    <p:extLst>
      <p:ext uri="{BB962C8B-B14F-4D97-AF65-F5344CB8AC3E}">
        <p14:creationId xmlns:p14="http://schemas.microsoft.com/office/powerpoint/2010/main" val="338452153"/>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700" r:id="rId12"/>
    <p:sldLayoutId id="2147483701" r:id="rId13"/>
    <p:sldLayoutId id="2147483702" r:id="rId14"/>
    <p:sldLayoutId id="2147483703" r:id="rId15"/>
    <p:sldLayoutId id="2147483704" r:id="rId16"/>
    <p:sldLayoutId id="2147483705" r:id="rId17"/>
    <p:sldLayoutId id="2147483706" r:id="rId18"/>
    <p:sldLayoutId id="2147483707" r:id="rId19"/>
    <p:sldLayoutId id="2147483708" r:id="rId20"/>
    <p:sldLayoutId id="2147483709" r:id="rId21"/>
  </p:sldLayoutIdLst>
  <mc:AlternateContent xmlns:mc="http://schemas.openxmlformats.org/markup-compatibility/2006" xmlns:p159="http://schemas.microsoft.com/office/powerpoint/2015/09/main">
    <mc:Choice Requires="p159">
      <p:transition xmlns:p14="http://schemas.microsoft.com/office/powerpoint/2010/main" spd="slow" p14:dur="1500">
        <p159:morph option="byChar"/>
      </p:transition>
    </mc:Choice>
    <mc:Fallback xmlns="">
      <p:transition spd="slow">
        <p:fade/>
      </p:transition>
    </mc:Fallback>
  </mc:AlternateContent>
  <p:hf sldNum="0" hdr="0" ftr="0" dt="0"/>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4.xml"/><Relationship Id="rId6" Type="http://schemas.openxmlformats.org/officeDocument/2006/relationships/image" Target="../media/image4.jpeg"/><Relationship Id="rId5" Type="http://schemas.openxmlformats.org/officeDocument/2006/relationships/hyperlink" Target="https://en.wikipedia.org/wiki/Node.js" TargetMode="Externa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hyperlink" Target="https://dev.to/saeeddev/4-free-tutorials-you-need-to-become-javascript-frameworks-champ-12j0" TargetMode="External"/><Relationship Id="rId2" Type="http://schemas.openxmlformats.org/officeDocument/2006/relationships/image" Target="../media/image5.pn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 name="TextBox 334">
            <a:extLst>
              <a:ext uri="{FF2B5EF4-FFF2-40B4-BE49-F238E27FC236}">
                <a16:creationId xmlns:a16="http://schemas.microsoft.com/office/drawing/2014/main" id="{E699A195-D8B1-E24F-A2D1-316738186D2F}"/>
              </a:ext>
            </a:extLst>
          </p:cNvPr>
          <p:cNvSpPr txBox="1"/>
          <p:nvPr/>
        </p:nvSpPr>
        <p:spPr>
          <a:xfrm>
            <a:off x="1217833" y="2477521"/>
            <a:ext cx="9756331" cy="1902957"/>
          </a:xfrm>
          <a:prstGeom prst="rect">
            <a:avLst/>
          </a:prstGeom>
          <a:noFill/>
        </p:spPr>
        <p:txBody>
          <a:bodyPr wrap="square" rtlCol="0">
            <a:spAutoFit/>
          </a:bodyPr>
          <a:lstStyle/>
          <a:p>
            <a:pPr algn="ctr">
              <a:lnSpc>
                <a:spcPts val="7466"/>
              </a:lnSpc>
            </a:pPr>
            <a:r>
              <a:rPr lang="vi-VN" sz="4400" b="1" i="1" dirty="0">
                <a:solidFill>
                  <a:schemeClr val="tx2"/>
                </a:solidFill>
                <a:latin typeface="Playfair Display" panose="00000500000000000000" pitchFamily="2" charset="0"/>
                <a:ea typeface="Source Sans Pro" panose="020B0503030403020204" pitchFamily="34" charset="0"/>
                <a:cs typeface="Arial" panose="020B0604020202020204" pitchFamily="34" charset="0"/>
              </a:rPr>
              <a:t>Xây dựng ứng dụng bán trà sữa trên mobile dùng React Native</a:t>
            </a:r>
            <a:endParaRPr lang="en-US" sz="4400" b="1" i="1" dirty="0">
              <a:solidFill>
                <a:schemeClr val="tx2"/>
              </a:solidFill>
              <a:latin typeface="Playfair Display" panose="00000500000000000000" pitchFamily="2" charset="0"/>
              <a:ea typeface="Source Sans Pro" panose="020B0503030403020204" pitchFamily="34" charset="0"/>
              <a:cs typeface="Arial" panose="020B0604020202020204" pitchFamily="34" charset="0"/>
            </a:endParaRPr>
          </a:p>
        </p:txBody>
      </p:sp>
      <p:sp>
        <p:nvSpPr>
          <p:cNvPr id="4" name="Freeform 5">
            <a:extLst>
              <a:ext uri="{FF2B5EF4-FFF2-40B4-BE49-F238E27FC236}">
                <a16:creationId xmlns:a16="http://schemas.microsoft.com/office/drawing/2014/main" id="{C4E7DC40-C664-1540-9A9D-CEFBA2AC40E1}"/>
              </a:ext>
            </a:extLst>
          </p:cNvPr>
          <p:cNvSpPr>
            <a:spLocks noChangeAspect="1" noChangeArrowheads="1"/>
          </p:cNvSpPr>
          <p:nvPr/>
        </p:nvSpPr>
        <p:spPr bwMode="auto">
          <a:xfrm>
            <a:off x="2906933" y="4405853"/>
            <a:ext cx="6378132" cy="1612305"/>
          </a:xfrm>
          <a:custGeom>
            <a:avLst/>
            <a:gdLst>
              <a:gd name="T0" fmla="*/ 3683810 w 6056"/>
              <a:gd name="T1" fmla="*/ 1472891 h 1529"/>
              <a:gd name="T2" fmla="*/ 3561487 w 6056"/>
              <a:gd name="T3" fmla="*/ 1636545 h 1529"/>
              <a:gd name="T4" fmla="*/ 3423873 w 6056"/>
              <a:gd name="T5" fmla="*/ 1366928 h 1529"/>
              <a:gd name="T6" fmla="*/ 3561487 w 6056"/>
              <a:gd name="T7" fmla="*/ 1049037 h 1529"/>
              <a:gd name="T8" fmla="*/ 3149822 w 6056"/>
              <a:gd name="T9" fmla="*/ 190734 h 1529"/>
              <a:gd name="T10" fmla="*/ 3612062 w 6056"/>
              <a:gd name="T11" fmla="*/ 516866 h 1529"/>
              <a:gd name="T12" fmla="*/ 3973151 w 6056"/>
              <a:gd name="T13" fmla="*/ 190734 h 1529"/>
              <a:gd name="T14" fmla="*/ 3637938 w 6056"/>
              <a:gd name="T15" fmla="*/ 731147 h 1529"/>
              <a:gd name="T16" fmla="*/ 3561487 w 6056"/>
              <a:gd name="T17" fmla="*/ 993701 h 1529"/>
              <a:gd name="T18" fmla="*/ 3360359 w 6056"/>
              <a:gd name="T19" fmla="*/ 520398 h 1529"/>
              <a:gd name="T20" fmla="*/ 2880476 w 6056"/>
              <a:gd name="T21" fmla="*/ 115382 h 1529"/>
              <a:gd name="T22" fmla="*/ 3781433 w 6056"/>
              <a:gd name="T23" fmla="*/ 201330 h 1529"/>
              <a:gd name="T24" fmla="*/ 3517968 w 6056"/>
              <a:gd name="T25" fmla="*/ 363808 h 1529"/>
              <a:gd name="T26" fmla="*/ 3155703 w 6056"/>
              <a:gd name="T27" fmla="*/ 97722 h 1529"/>
              <a:gd name="T28" fmla="*/ 14114 w 6056"/>
              <a:gd name="T29" fmla="*/ 11774 h 1529"/>
              <a:gd name="T30" fmla="*/ 225827 w 6056"/>
              <a:gd name="T31" fmla="*/ 115382 h 1529"/>
              <a:gd name="T32" fmla="*/ 122323 w 6056"/>
              <a:gd name="T33" fmla="*/ 268441 h 1529"/>
              <a:gd name="T34" fmla="*/ 1205589 w 6056"/>
              <a:gd name="T35" fmla="*/ 94190 h 1529"/>
              <a:gd name="T36" fmla="*/ 1140899 w 6056"/>
              <a:gd name="T37" fmla="*/ 320245 h 1529"/>
              <a:gd name="T38" fmla="*/ 1205589 w 6056"/>
              <a:gd name="T39" fmla="*/ 349679 h 1529"/>
              <a:gd name="T40" fmla="*/ 2126541 w 6056"/>
              <a:gd name="T41" fmla="*/ 155413 h 1529"/>
              <a:gd name="T42" fmla="*/ 2161827 w 6056"/>
              <a:gd name="T43" fmla="*/ 826514 h 1529"/>
              <a:gd name="T44" fmla="*/ 2382950 w 6056"/>
              <a:gd name="T45" fmla="*/ 835933 h 1529"/>
              <a:gd name="T46" fmla="*/ 2428821 w 6056"/>
              <a:gd name="T47" fmla="*/ 440337 h 1529"/>
              <a:gd name="T48" fmla="*/ 2175941 w 6056"/>
              <a:gd name="T49" fmla="*/ 518043 h 1529"/>
              <a:gd name="T50" fmla="*/ 2350017 w 6056"/>
              <a:gd name="T51" fmla="*/ 512156 h 1529"/>
              <a:gd name="T52" fmla="*/ 2274741 w 6056"/>
              <a:gd name="T53" fmla="*/ 792371 h 1529"/>
              <a:gd name="T54" fmla="*/ 2412354 w 6056"/>
              <a:gd name="T55" fmla="*/ 138930 h 1529"/>
              <a:gd name="T56" fmla="*/ 3033380 w 6056"/>
              <a:gd name="T57" fmla="*/ 341438 h 1529"/>
              <a:gd name="T58" fmla="*/ 3188636 w 6056"/>
              <a:gd name="T59" fmla="*/ 1071407 h 1529"/>
              <a:gd name="T60" fmla="*/ 2958104 w 6056"/>
              <a:gd name="T61" fmla="*/ 1026667 h 1529"/>
              <a:gd name="T62" fmla="*/ 3081603 w 6056"/>
              <a:gd name="T63" fmla="*/ 840643 h 1529"/>
              <a:gd name="T64" fmla="*/ 3155703 w 6056"/>
              <a:gd name="T65" fmla="*/ 707600 h 1529"/>
              <a:gd name="T66" fmla="*/ 2825195 w 6056"/>
              <a:gd name="T67" fmla="*/ 913640 h 1529"/>
              <a:gd name="T68" fmla="*/ 3303902 w 6056"/>
              <a:gd name="T69" fmla="*/ 1066698 h 1529"/>
              <a:gd name="T70" fmla="*/ 3429754 w 6056"/>
              <a:gd name="T71" fmla="*/ 1165597 h 1529"/>
              <a:gd name="T72" fmla="*/ 3279202 w 6056"/>
              <a:gd name="T73" fmla="*/ 1437570 h 1529"/>
              <a:gd name="T74" fmla="*/ 3561487 w 6056"/>
              <a:gd name="T75" fmla="*/ 1799023 h 1529"/>
              <a:gd name="T76" fmla="*/ 3664991 w 6056"/>
              <a:gd name="T77" fmla="*/ 1636545 h 1529"/>
              <a:gd name="T78" fmla="*/ 3693219 w 6056"/>
              <a:gd name="T79" fmla="*/ 1165597 h 1529"/>
              <a:gd name="T80" fmla="*/ 3717919 w 6056"/>
              <a:gd name="T81" fmla="*/ 892447 h 1529"/>
              <a:gd name="T82" fmla="*/ 4297778 w 6056"/>
              <a:gd name="T83" fmla="*/ 913640 h 1529"/>
              <a:gd name="T84" fmla="*/ 4129584 w 6056"/>
              <a:gd name="T85" fmla="*/ 665215 h 1529"/>
              <a:gd name="T86" fmla="*/ 4023727 w 6056"/>
              <a:gd name="T87" fmla="*/ 887738 h 1529"/>
              <a:gd name="T88" fmla="*/ 4114293 w 6056"/>
              <a:gd name="T89" fmla="*/ 788838 h 1529"/>
              <a:gd name="T90" fmla="*/ 4020198 w 6056"/>
              <a:gd name="T91" fmla="*/ 1089068 h 1529"/>
              <a:gd name="T92" fmla="*/ 3774376 w 6056"/>
              <a:gd name="T93" fmla="*/ 757049 h 1529"/>
              <a:gd name="T94" fmla="*/ 4541248 w 6056"/>
              <a:gd name="T95" fmla="*/ 155413 h 1529"/>
              <a:gd name="T96" fmla="*/ 4945856 w 6056"/>
              <a:gd name="T97" fmla="*/ 204863 h 1529"/>
              <a:gd name="T98" fmla="*/ 4709443 w 6056"/>
              <a:gd name="T99" fmla="*/ 744098 h 1529"/>
              <a:gd name="T100" fmla="*/ 4772956 w 6056"/>
              <a:gd name="T101" fmla="*/ 512156 h 1529"/>
              <a:gd name="T102" fmla="*/ 4947032 w 6056"/>
              <a:gd name="T103" fmla="*/ 518043 h 1529"/>
              <a:gd name="T104" fmla="*/ 4694152 w 6056"/>
              <a:gd name="T105" fmla="*/ 440337 h 1529"/>
              <a:gd name="T106" fmla="*/ 4740023 w 6056"/>
              <a:gd name="T107" fmla="*/ 835933 h 1529"/>
              <a:gd name="T108" fmla="*/ 4961146 w 6056"/>
              <a:gd name="T109" fmla="*/ 826514 h 1529"/>
              <a:gd name="T110" fmla="*/ 5039950 w 6056"/>
              <a:gd name="T111" fmla="*/ 130688 h 1529"/>
              <a:gd name="T112" fmla="*/ 6018536 w 6056"/>
              <a:gd name="T113" fmla="*/ 392064 h 1529"/>
              <a:gd name="T114" fmla="*/ 5565705 w 6056"/>
              <a:gd name="T115" fmla="*/ 109495 h 1529"/>
              <a:gd name="T116" fmla="*/ 6564285 w 6056"/>
              <a:gd name="T117" fmla="*/ 124801 h 1529"/>
              <a:gd name="T118" fmla="*/ 7021821 w 6056"/>
              <a:gd name="T119" fmla="*/ 235474 h 1529"/>
              <a:gd name="T120" fmla="*/ 6964188 w 6056"/>
              <a:gd name="T121" fmla="*/ 88303 h 1529"/>
              <a:gd name="T122" fmla="*/ 14114 w 6056"/>
              <a:gd name="T123" fmla="*/ 11774 h 1529"/>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6056" h="1529">
                <a:moveTo>
                  <a:pt x="3036" y="920"/>
                </a:moveTo>
                <a:lnTo>
                  <a:pt x="3036" y="920"/>
                </a:lnTo>
                <a:cubicBezTo>
                  <a:pt x="3043" y="990"/>
                  <a:pt x="3082" y="1075"/>
                  <a:pt x="3145" y="1161"/>
                </a:cubicBezTo>
                <a:lnTo>
                  <a:pt x="3172" y="1198"/>
                </a:lnTo>
                <a:lnTo>
                  <a:pt x="3132" y="1251"/>
                </a:lnTo>
                <a:cubicBezTo>
                  <a:pt x="3111" y="1279"/>
                  <a:pt x="3080" y="1322"/>
                  <a:pt x="3062" y="1346"/>
                </a:cubicBezTo>
                <a:cubicBezTo>
                  <a:pt x="3045" y="1370"/>
                  <a:pt x="3030" y="1390"/>
                  <a:pt x="3028" y="1390"/>
                </a:cubicBezTo>
                <a:cubicBezTo>
                  <a:pt x="3026" y="1390"/>
                  <a:pt x="3011" y="1370"/>
                  <a:pt x="2994" y="1346"/>
                </a:cubicBezTo>
                <a:cubicBezTo>
                  <a:pt x="2977" y="1322"/>
                  <a:pt x="2945" y="1279"/>
                  <a:pt x="2923" y="1251"/>
                </a:cubicBezTo>
                <a:lnTo>
                  <a:pt x="2884" y="1198"/>
                </a:lnTo>
                <a:lnTo>
                  <a:pt x="2911" y="1161"/>
                </a:lnTo>
                <a:cubicBezTo>
                  <a:pt x="2974" y="1075"/>
                  <a:pt x="3012" y="990"/>
                  <a:pt x="3021" y="920"/>
                </a:cubicBezTo>
                <a:cubicBezTo>
                  <a:pt x="3022" y="904"/>
                  <a:pt x="3026" y="891"/>
                  <a:pt x="3028" y="891"/>
                </a:cubicBezTo>
                <a:cubicBezTo>
                  <a:pt x="3030" y="891"/>
                  <a:pt x="3034" y="904"/>
                  <a:pt x="3036" y="920"/>
                </a:cubicBezTo>
                <a:close/>
                <a:moveTo>
                  <a:pt x="2513" y="109"/>
                </a:moveTo>
                <a:lnTo>
                  <a:pt x="2513" y="109"/>
                </a:lnTo>
                <a:cubicBezTo>
                  <a:pt x="2565" y="120"/>
                  <a:pt x="2647" y="146"/>
                  <a:pt x="2678" y="162"/>
                </a:cubicBezTo>
                <a:cubicBezTo>
                  <a:pt x="2715" y="180"/>
                  <a:pt x="2802" y="236"/>
                  <a:pt x="2846" y="269"/>
                </a:cubicBezTo>
                <a:cubicBezTo>
                  <a:pt x="2908" y="315"/>
                  <a:pt x="2963" y="382"/>
                  <a:pt x="2986" y="439"/>
                </a:cubicBezTo>
                <a:cubicBezTo>
                  <a:pt x="3021" y="532"/>
                  <a:pt x="3034" y="532"/>
                  <a:pt x="3071" y="439"/>
                </a:cubicBezTo>
                <a:cubicBezTo>
                  <a:pt x="3093" y="382"/>
                  <a:pt x="3148" y="315"/>
                  <a:pt x="3210" y="269"/>
                </a:cubicBezTo>
                <a:cubicBezTo>
                  <a:pt x="3253" y="236"/>
                  <a:pt x="3341" y="180"/>
                  <a:pt x="3378" y="162"/>
                </a:cubicBezTo>
                <a:cubicBezTo>
                  <a:pt x="3424" y="138"/>
                  <a:pt x="3537" y="106"/>
                  <a:pt x="3607" y="98"/>
                </a:cubicBezTo>
                <a:cubicBezTo>
                  <a:pt x="3629" y="95"/>
                  <a:pt x="3627" y="96"/>
                  <a:pt x="3571" y="126"/>
                </a:cubicBezTo>
                <a:cubicBezTo>
                  <a:pt x="3357" y="239"/>
                  <a:pt x="3179" y="424"/>
                  <a:pt x="3093" y="621"/>
                </a:cubicBezTo>
                <a:cubicBezTo>
                  <a:pt x="3071" y="672"/>
                  <a:pt x="3046" y="757"/>
                  <a:pt x="3037" y="808"/>
                </a:cubicBezTo>
                <a:cubicBezTo>
                  <a:pt x="3034" y="827"/>
                  <a:pt x="3030" y="844"/>
                  <a:pt x="3028" y="844"/>
                </a:cubicBezTo>
                <a:cubicBezTo>
                  <a:pt x="3026" y="844"/>
                  <a:pt x="3021" y="827"/>
                  <a:pt x="3019" y="808"/>
                </a:cubicBezTo>
                <a:cubicBezTo>
                  <a:pt x="3010" y="757"/>
                  <a:pt x="2984" y="672"/>
                  <a:pt x="2963" y="621"/>
                </a:cubicBezTo>
                <a:cubicBezTo>
                  <a:pt x="2936" y="559"/>
                  <a:pt x="2905" y="507"/>
                  <a:pt x="2857" y="442"/>
                </a:cubicBezTo>
                <a:cubicBezTo>
                  <a:pt x="2755" y="308"/>
                  <a:pt x="2634" y="205"/>
                  <a:pt x="2485" y="126"/>
                </a:cubicBezTo>
                <a:cubicBezTo>
                  <a:pt x="2429" y="96"/>
                  <a:pt x="2427" y="95"/>
                  <a:pt x="2449" y="98"/>
                </a:cubicBezTo>
                <a:cubicBezTo>
                  <a:pt x="2462" y="99"/>
                  <a:pt x="2492" y="105"/>
                  <a:pt x="2513" y="109"/>
                </a:cubicBezTo>
                <a:close/>
                <a:moveTo>
                  <a:pt x="3373" y="83"/>
                </a:moveTo>
                <a:lnTo>
                  <a:pt x="3373" y="83"/>
                </a:lnTo>
                <a:cubicBezTo>
                  <a:pt x="3342" y="95"/>
                  <a:pt x="3262" y="139"/>
                  <a:pt x="3215" y="171"/>
                </a:cubicBezTo>
                <a:cubicBezTo>
                  <a:pt x="3145" y="218"/>
                  <a:pt x="3109" y="251"/>
                  <a:pt x="3065" y="309"/>
                </a:cubicBezTo>
                <a:cubicBezTo>
                  <a:pt x="3046" y="334"/>
                  <a:pt x="3030" y="355"/>
                  <a:pt x="3028" y="355"/>
                </a:cubicBezTo>
                <a:cubicBezTo>
                  <a:pt x="3027" y="355"/>
                  <a:pt x="3010" y="334"/>
                  <a:pt x="2991" y="309"/>
                </a:cubicBezTo>
                <a:cubicBezTo>
                  <a:pt x="2947" y="251"/>
                  <a:pt x="2911" y="218"/>
                  <a:pt x="2842" y="171"/>
                </a:cubicBezTo>
                <a:cubicBezTo>
                  <a:pt x="2795" y="139"/>
                  <a:pt x="2714" y="95"/>
                  <a:pt x="2683" y="83"/>
                </a:cubicBezTo>
                <a:cubicBezTo>
                  <a:pt x="2679" y="82"/>
                  <a:pt x="2834" y="80"/>
                  <a:pt x="3028" y="80"/>
                </a:cubicBezTo>
                <a:cubicBezTo>
                  <a:pt x="3222" y="80"/>
                  <a:pt x="3377" y="82"/>
                  <a:pt x="3373" y="83"/>
                </a:cubicBezTo>
                <a:close/>
                <a:moveTo>
                  <a:pt x="12" y="10"/>
                </a:moveTo>
                <a:lnTo>
                  <a:pt x="12" y="10"/>
                </a:lnTo>
                <a:cubicBezTo>
                  <a:pt x="1" y="17"/>
                  <a:pt x="0" y="40"/>
                  <a:pt x="9" y="53"/>
                </a:cubicBezTo>
                <a:cubicBezTo>
                  <a:pt x="25" y="74"/>
                  <a:pt x="39" y="76"/>
                  <a:pt x="135" y="75"/>
                </a:cubicBezTo>
                <a:lnTo>
                  <a:pt x="228" y="74"/>
                </a:lnTo>
                <a:lnTo>
                  <a:pt x="192" y="98"/>
                </a:lnTo>
                <a:cubicBezTo>
                  <a:pt x="149" y="127"/>
                  <a:pt x="91" y="184"/>
                  <a:pt x="86" y="200"/>
                </a:cubicBezTo>
                <a:cubicBezTo>
                  <a:pt x="83" y="212"/>
                  <a:pt x="94" y="228"/>
                  <a:pt x="104" y="228"/>
                </a:cubicBezTo>
                <a:cubicBezTo>
                  <a:pt x="107" y="228"/>
                  <a:pt x="131" y="216"/>
                  <a:pt x="158" y="202"/>
                </a:cubicBezTo>
                <a:cubicBezTo>
                  <a:pt x="229" y="164"/>
                  <a:pt x="299" y="142"/>
                  <a:pt x="475" y="106"/>
                </a:cubicBezTo>
                <a:cubicBezTo>
                  <a:pt x="595" y="82"/>
                  <a:pt x="650" y="79"/>
                  <a:pt x="1025" y="80"/>
                </a:cubicBezTo>
                <a:lnTo>
                  <a:pt x="1369" y="80"/>
                </a:lnTo>
                <a:lnTo>
                  <a:pt x="1325" y="93"/>
                </a:lnTo>
                <a:cubicBezTo>
                  <a:pt x="1198" y="127"/>
                  <a:pt x="1093" y="180"/>
                  <a:pt x="970" y="272"/>
                </a:cubicBezTo>
                <a:cubicBezTo>
                  <a:pt x="933" y="300"/>
                  <a:pt x="926" y="307"/>
                  <a:pt x="927" y="318"/>
                </a:cubicBezTo>
                <a:cubicBezTo>
                  <a:pt x="928" y="326"/>
                  <a:pt x="933" y="332"/>
                  <a:pt x="938" y="333"/>
                </a:cubicBezTo>
                <a:cubicBezTo>
                  <a:pt x="944" y="334"/>
                  <a:pt x="982" y="318"/>
                  <a:pt x="1025" y="297"/>
                </a:cubicBezTo>
                <a:cubicBezTo>
                  <a:pt x="1262" y="180"/>
                  <a:pt x="1540" y="111"/>
                  <a:pt x="1771" y="111"/>
                </a:cubicBezTo>
                <a:lnTo>
                  <a:pt x="1834" y="111"/>
                </a:lnTo>
                <a:lnTo>
                  <a:pt x="1808" y="132"/>
                </a:lnTo>
                <a:cubicBezTo>
                  <a:pt x="1723" y="199"/>
                  <a:pt x="1669" y="312"/>
                  <a:pt x="1669" y="424"/>
                </a:cubicBezTo>
                <a:cubicBezTo>
                  <a:pt x="1669" y="508"/>
                  <a:pt x="1697" y="579"/>
                  <a:pt x="1757" y="642"/>
                </a:cubicBezTo>
                <a:cubicBezTo>
                  <a:pt x="1785" y="671"/>
                  <a:pt x="1803" y="684"/>
                  <a:pt x="1838" y="702"/>
                </a:cubicBezTo>
                <a:cubicBezTo>
                  <a:pt x="1883" y="724"/>
                  <a:pt x="1884" y="724"/>
                  <a:pt x="1939" y="724"/>
                </a:cubicBezTo>
                <a:cubicBezTo>
                  <a:pt x="1989" y="724"/>
                  <a:pt x="1999" y="723"/>
                  <a:pt x="2026" y="710"/>
                </a:cubicBezTo>
                <a:cubicBezTo>
                  <a:pt x="2062" y="693"/>
                  <a:pt x="2099" y="658"/>
                  <a:pt x="2116" y="625"/>
                </a:cubicBezTo>
                <a:cubicBezTo>
                  <a:pt x="2143" y="571"/>
                  <a:pt x="2153" y="504"/>
                  <a:pt x="2141" y="459"/>
                </a:cubicBezTo>
                <a:cubicBezTo>
                  <a:pt x="2135" y="435"/>
                  <a:pt x="2097" y="393"/>
                  <a:pt x="2065" y="374"/>
                </a:cubicBezTo>
                <a:cubicBezTo>
                  <a:pt x="2003" y="338"/>
                  <a:pt x="1918" y="336"/>
                  <a:pt x="1880" y="369"/>
                </a:cubicBezTo>
                <a:cubicBezTo>
                  <a:pt x="1865" y="383"/>
                  <a:pt x="1850" y="418"/>
                  <a:pt x="1850" y="440"/>
                </a:cubicBezTo>
                <a:cubicBezTo>
                  <a:pt x="1850" y="463"/>
                  <a:pt x="1859" y="475"/>
                  <a:pt x="1880" y="483"/>
                </a:cubicBezTo>
                <a:cubicBezTo>
                  <a:pt x="1901" y="490"/>
                  <a:pt x="1921" y="482"/>
                  <a:pt x="1932" y="461"/>
                </a:cubicBezTo>
                <a:cubicBezTo>
                  <a:pt x="1943" y="441"/>
                  <a:pt x="1958" y="435"/>
                  <a:pt x="1998" y="435"/>
                </a:cubicBezTo>
                <a:cubicBezTo>
                  <a:pt x="2095" y="435"/>
                  <a:pt x="2128" y="556"/>
                  <a:pt x="2051" y="632"/>
                </a:cubicBezTo>
                <a:cubicBezTo>
                  <a:pt x="2019" y="664"/>
                  <a:pt x="1984" y="676"/>
                  <a:pt x="1934" y="673"/>
                </a:cubicBezTo>
                <a:cubicBezTo>
                  <a:pt x="1820" y="664"/>
                  <a:pt x="1728" y="555"/>
                  <a:pt x="1728" y="429"/>
                </a:cubicBezTo>
                <a:cubicBezTo>
                  <a:pt x="1728" y="326"/>
                  <a:pt x="1772" y="233"/>
                  <a:pt x="1850" y="174"/>
                </a:cubicBezTo>
                <a:cubicBezTo>
                  <a:pt x="1904" y="133"/>
                  <a:pt x="1944" y="122"/>
                  <a:pt x="2051" y="118"/>
                </a:cubicBezTo>
                <a:cubicBezTo>
                  <a:pt x="2131" y="115"/>
                  <a:pt x="2136" y="116"/>
                  <a:pt x="2195" y="132"/>
                </a:cubicBezTo>
                <a:cubicBezTo>
                  <a:pt x="2328" y="167"/>
                  <a:pt x="2464" y="224"/>
                  <a:pt x="2579" y="290"/>
                </a:cubicBezTo>
                <a:cubicBezTo>
                  <a:pt x="2631" y="320"/>
                  <a:pt x="2730" y="417"/>
                  <a:pt x="2785" y="491"/>
                </a:cubicBezTo>
                <a:cubicBezTo>
                  <a:pt x="2824" y="542"/>
                  <a:pt x="2836" y="573"/>
                  <a:pt x="2847" y="643"/>
                </a:cubicBezTo>
                <a:cubicBezTo>
                  <a:pt x="2863" y="751"/>
                  <a:pt x="2807" y="862"/>
                  <a:pt x="2711" y="910"/>
                </a:cubicBezTo>
                <a:cubicBezTo>
                  <a:pt x="2685" y="924"/>
                  <a:pt x="2674" y="925"/>
                  <a:pt x="2638" y="925"/>
                </a:cubicBezTo>
                <a:cubicBezTo>
                  <a:pt x="2585" y="925"/>
                  <a:pt x="2554" y="912"/>
                  <a:pt x="2515" y="872"/>
                </a:cubicBezTo>
                <a:cubicBezTo>
                  <a:pt x="2462" y="818"/>
                  <a:pt x="2441" y="745"/>
                  <a:pt x="2468" y="707"/>
                </a:cubicBezTo>
                <a:cubicBezTo>
                  <a:pt x="2487" y="682"/>
                  <a:pt x="2522" y="667"/>
                  <a:pt x="2559" y="670"/>
                </a:cubicBezTo>
                <a:cubicBezTo>
                  <a:pt x="2605" y="672"/>
                  <a:pt x="2620" y="683"/>
                  <a:pt x="2620" y="714"/>
                </a:cubicBezTo>
                <a:cubicBezTo>
                  <a:pt x="2620" y="775"/>
                  <a:pt x="2695" y="791"/>
                  <a:pt x="2718" y="734"/>
                </a:cubicBezTo>
                <a:cubicBezTo>
                  <a:pt x="2736" y="692"/>
                  <a:pt x="2723" y="642"/>
                  <a:pt x="2683" y="601"/>
                </a:cubicBezTo>
                <a:cubicBezTo>
                  <a:pt x="2643" y="561"/>
                  <a:pt x="2607" y="552"/>
                  <a:pt x="2545" y="565"/>
                </a:cubicBezTo>
                <a:cubicBezTo>
                  <a:pt x="2470" y="580"/>
                  <a:pt x="2420" y="630"/>
                  <a:pt x="2404" y="705"/>
                </a:cubicBezTo>
                <a:cubicBezTo>
                  <a:pt x="2398" y="736"/>
                  <a:pt x="2397" y="750"/>
                  <a:pt x="2402" y="776"/>
                </a:cubicBezTo>
                <a:cubicBezTo>
                  <a:pt x="2415" y="846"/>
                  <a:pt x="2475" y="925"/>
                  <a:pt x="2541" y="955"/>
                </a:cubicBezTo>
                <a:cubicBezTo>
                  <a:pt x="2638" y="1000"/>
                  <a:pt x="2725" y="985"/>
                  <a:pt x="2809" y="906"/>
                </a:cubicBezTo>
                <a:cubicBezTo>
                  <a:pt x="2851" y="865"/>
                  <a:pt x="2884" y="810"/>
                  <a:pt x="2895" y="758"/>
                </a:cubicBezTo>
                <a:cubicBezTo>
                  <a:pt x="2908" y="704"/>
                  <a:pt x="2909" y="704"/>
                  <a:pt x="2921" y="757"/>
                </a:cubicBezTo>
                <a:cubicBezTo>
                  <a:pt x="2943" y="850"/>
                  <a:pt x="2941" y="939"/>
                  <a:pt x="2916" y="990"/>
                </a:cubicBezTo>
                <a:cubicBezTo>
                  <a:pt x="2901" y="1020"/>
                  <a:pt x="2794" y="1184"/>
                  <a:pt x="2782" y="1193"/>
                </a:cubicBezTo>
                <a:cubicBezTo>
                  <a:pt x="2769" y="1204"/>
                  <a:pt x="2771" y="1211"/>
                  <a:pt x="2788" y="1221"/>
                </a:cubicBezTo>
                <a:cubicBezTo>
                  <a:pt x="2805" y="1230"/>
                  <a:pt x="2903" y="1340"/>
                  <a:pt x="2940" y="1390"/>
                </a:cubicBezTo>
                <a:cubicBezTo>
                  <a:pt x="2953" y="1408"/>
                  <a:pt x="2977" y="1446"/>
                  <a:pt x="2994" y="1475"/>
                </a:cubicBezTo>
                <a:cubicBezTo>
                  <a:pt x="3011" y="1504"/>
                  <a:pt x="3026" y="1528"/>
                  <a:pt x="3028" y="1528"/>
                </a:cubicBezTo>
                <a:cubicBezTo>
                  <a:pt x="3030" y="1528"/>
                  <a:pt x="3045" y="1504"/>
                  <a:pt x="3062" y="1475"/>
                </a:cubicBezTo>
                <a:cubicBezTo>
                  <a:pt x="3078" y="1446"/>
                  <a:pt x="3103" y="1408"/>
                  <a:pt x="3116" y="1390"/>
                </a:cubicBezTo>
                <a:cubicBezTo>
                  <a:pt x="3153" y="1340"/>
                  <a:pt x="3251" y="1230"/>
                  <a:pt x="3267" y="1221"/>
                </a:cubicBezTo>
                <a:cubicBezTo>
                  <a:pt x="3284" y="1211"/>
                  <a:pt x="3286" y="1204"/>
                  <a:pt x="3273" y="1193"/>
                </a:cubicBezTo>
                <a:cubicBezTo>
                  <a:pt x="3262" y="1184"/>
                  <a:pt x="3154" y="1020"/>
                  <a:pt x="3140" y="990"/>
                </a:cubicBezTo>
                <a:cubicBezTo>
                  <a:pt x="3115" y="939"/>
                  <a:pt x="3113" y="850"/>
                  <a:pt x="3135" y="757"/>
                </a:cubicBezTo>
                <a:cubicBezTo>
                  <a:pt x="3147" y="704"/>
                  <a:pt x="3148" y="704"/>
                  <a:pt x="3161" y="758"/>
                </a:cubicBezTo>
                <a:cubicBezTo>
                  <a:pt x="3172" y="810"/>
                  <a:pt x="3205" y="865"/>
                  <a:pt x="3247" y="906"/>
                </a:cubicBezTo>
                <a:cubicBezTo>
                  <a:pt x="3330" y="985"/>
                  <a:pt x="3418" y="1000"/>
                  <a:pt x="3515" y="955"/>
                </a:cubicBezTo>
                <a:cubicBezTo>
                  <a:pt x="3580" y="925"/>
                  <a:pt x="3641" y="846"/>
                  <a:pt x="3654" y="776"/>
                </a:cubicBezTo>
                <a:cubicBezTo>
                  <a:pt x="3659" y="750"/>
                  <a:pt x="3658" y="736"/>
                  <a:pt x="3652" y="705"/>
                </a:cubicBezTo>
                <a:cubicBezTo>
                  <a:pt x="3636" y="630"/>
                  <a:pt x="3586" y="580"/>
                  <a:pt x="3511" y="565"/>
                </a:cubicBezTo>
                <a:cubicBezTo>
                  <a:pt x="3449" y="552"/>
                  <a:pt x="3413" y="561"/>
                  <a:pt x="3373" y="601"/>
                </a:cubicBezTo>
                <a:cubicBezTo>
                  <a:pt x="3333" y="642"/>
                  <a:pt x="3320" y="692"/>
                  <a:pt x="3338" y="734"/>
                </a:cubicBezTo>
                <a:cubicBezTo>
                  <a:pt x="3353" y="772"/>
                  <a:pt x="3394" y="781"/>
                  <a:pt x="3421" y="754"/>
                </a:cubicBezTo>
                <a:cubicBezTo>
                  <a:pt x="3434" y="741"/>
                  <a:pt x="3437" y="734"/>
                  <a:pt x="3437" y="714"/>
                </a:cubicBezTo>
                <a:cubicBezTo>
                  <a:pt x="3437" y="683"/>
                  <a:pt x="3451" y="672"/>
                  <a:pt x="3498" y="670"/>
                </a:cubicBezTo>
                <a:cubicBezTo>
                  <a:pt x="3535" y="667"/>
                  <a:pt x="3569" y="682"/>
                  <a:pt x="3588" y="707"/>
                </a:cubicBezTo>
                <a:cubicBezTo>
                  <a:pt x="3615" y="745"/>
                  <a:pt x="3594" y="818"/>
                  <a:pt x="3541" y="872"/>
                </a:cubicBezTo>
                <a:cubicBezTo>
                  <a:pt x="3502" y="912"/>
                  <a:pt x="3471" y="925"/>
                  <a:pt x="3418" y="925"/>
                </a:cubicBezTo>
                <a:cubicBezTo>
                  <a:pt x="3382" y="925"/>
                  <a:pt x="3372" y="924"/>
                  <a:pt x="3344" y="910"/>
                </a:cubicBezTo>
                <a:cubicBezTo>
                  <a:pt x="3249" y="862"/>
                  <a:pt x="3192" y="751"/>
                  <a:pt x="3209" y="643"/>
                </a:cubicBezTo>
                <a:cubicBezTo>
                  <a:pt x="3219" y="573"/>
                  <a:pt x="3232" y="542"/>
                  <a:pt x="3271" y="491"/>
                </a:cubicBezTo>
                <a:cubicBezTo>
                  <a:pt x="3326" y="417"/>
                  <a:pt x="3425" y="320"/>
                  <a:pt x="3477" y="290"/>
                </a:cubicBezTo>
                <a:cubicBezTo>
                  <a:pt x="3592" y="224"/>
                  <a:pt x="3728" y="167"/>
                  <a:pt x="3861" y="132"/>
                </a:cubicBezTo>
                <a:cubicBezTo>
                  <a:pt x="3920" y="116"/>
                  <a:pt x="3925" y="115"/>
                  <a:pt x="4004" y="118"/>
                </a:cubicBezTo>
                <a:cubicBezTo>
                  <a:pt x="4112" y="122"/>
                  <a:pt x="4152" y="133"/>
                  <a:pt x="4205" y="174"/>
                </a:cubicBezTo>
                <a:cubicBezTo>
                  <a:pt x="4284" y="233"/>
                  <a:pt x="4328" y="326"/>
                  <a:pt x="4328" y="429"/>
                </a:cubicBezTo>
                <a:cubicBezTo>
                  <a:pt x="4328" y="555"/>
                  <a:pt x="4235" y="664"/>
                  <a:pt x="4122" y="673"/>
                </a:cubicBezTo>
                <a:cubicBezTo>
                  <a:pt x="4072" y="676"/>
                  <a:pt x="4037" y="664"/>
                  <a:pt x="4004" y="632"/>
                </a:cubicBezTo>
                <a:cubicBezTo>
                  <a:pt x="3948" y="575"/>
                  <a:pt x="3948" y="492"/>
                  <a:pt x="4005" y="451"/>
                </a:cubicBezTo>
                <a:cubicBezTo>
                  <a:pt x="4023" y="437"/>
                  <a:pt x="4032" y="435"/>
                  <a:pt x="4058" y="435"/>
                </a:cubicBezTo>
                <a:cubicBezTo>
                  <a:pt x="4097" y="435"/>
                  <a:pt x="4114" y="441"/>
                  <a:pt x="4124" y="461"/>
                </a:cubicBezTo>
                <a:cubicBezTo>
                  <a:pt x="4135" y="482"/>
                  <a:pt x="4155" y="490"/>
                  <a:pt x="4176" y="483"/>
                </a:cubicBezTo>
                <a:cubicBezTo>
                  <a:pt x="4196" y="475"/>
                  <a:pt x="4206" y="463"/>
                  <a:pt x="4206" y="440"/>
                </a:cubicBezTo>
                <a:cubicBezTo>
                  <a:pt x="4206" y="418"/>
                  <a:pt x="4191" y="383"/>
                  <a:pt x="4175" y="369"/>
                </a:cubicBezTo>
                <a:cubicBezTo>
                  <a:pt x="4137" y="336"/>
                  <a:pt x="4053" y="338"/>
                  <a:pt x="3991" y="374"/>
                </a:cubicBezTo>
                <a:cubicBezTo>
                  <a:pt x="3959" y="393"/>
                  <a:pt x="3922" y="435"/>
                  <a:pt x="3915" y="459"/>
                </a:cubicBezTo>
                <a:cubicBezTo>
                  <a:pt x="3902" y="504"/>
                  <a:pt x="3913" y="571"/>
                  <a:pt x="3941" y="625"/>
                </a:cubicBezTo>
                <a:cubicBezTo>
                  <a:pt x="3957" y="658"/>
                  <a:pt x="3994" y="693"/>
                  <a:pt x="4030" y="710"/>
                </a:cubicBezTo>
                <a:cubicBezTo>
                  <a:pt x="4057" y="723"/>
                  <a:pt x="4067" y="724"/>
                  <a:pt x="4116" y="724"/>
                </a:cubicBezTo>
                <a:cubicBezTo>
                  <a:pt x="4171" y="724"/>
                  <a:pt x="4173" y="724"/>
                  <a:pt x="4218" y="702"/>
                </a:cubicBezTo>
                <a:cubicBezTo>
                  <a:pt x="4294" y="664"/>
                  <a:pt x="4356" y="586"/>
                  <a:pt x="4379" y="500"/>
                </a:cubicBezTo>
                <a:cubicBezTo>
                  <a:pt x="4411" y="377"/>
                  <a:pt x="4354" y="216"/>
                  <a:pt x="4247" y="132"/>
                </a:cubicBezTo>
                <a:lnTo>
                  <a:pt x="4221" y="111"/>
                </a:lnTo>
                <a:lnTo>
                  <a:pt x="4285" y="111"/>
                </a:lnTo>
                <a:cubicBezTo>
                  <a:pt x="4516" y="111"/>
                  <a:pt x="4793" y="180"/>
                  <a:pt x="5032" y="297"/>
                </a:cubicBezTo>
                <a:cubicBezTo>
                  <a:pt x="5074" y="318"/>
                  <a:pt x="5113" y="334"/>
                  <a:pt x="5117" y="333"/>
                </a:cubicBezTo>
                <a:cubicBezTo>
                  <a:pt x="5123" y="332"/>
                  <a:pt x="5128" y="326"/>
                  <a:pt x="5129" y="318"/>
                </a:cubicBezTo>
                <a:cubicBezTo>
                  <a:pt x="5130" y="307"/>
                  <a:pt x="5124" y="300"/>
                  <a:pt x="5086" y="272"/>
                </a:cubicBezTo>
                <a:cubicBezTo>
                  <a:pt x="4963" y="180"/>
                  <a:pt x="4857" y="127"/>
                  <a:pt x="4732" y="93"/>
                </a:cubicBezTo>
                <a:lnTo>
                  <a:pt x="4686" y="80"/>
                </a:lnTo>
                <a:lnTo>
                  <a:pt x="5031" y="80"/>
                </a:lnTo>
                <a:cubicBezTo>
                  <a:pt x="5406" y="79"/>
                  <a:pt x="5460" y="82"/>
                  <a:pt x="5581" y="106"/>
                </a:cubicBezTo>
                <a:cubicBezTo>
                  <a:pt x="5756" y="142"/>
                  <a:pt x="5827" y="164"/>
                  <a:pt x="5898" y="202"/>
                </a:cubicBezTo>
                <a:cubicBezTo>
                  <a:pt x="5925" y="216"/>
                  <a:pt x="5948" y="228"/>
                  <a:pt x="5952" y="228"/>
                </a:cubicBezTo>
                <a:cubicBezTo>
                  <a:pt x="5962" y="228"/>
                  <a:pt x="5973" y="212"/>
                  <a:pt x="5970" y="200"/>
                </a:cubicBezTo>
                <a:cubicBezTo>
                  <a:pt x="5965" y="184"/>
                  <a:pt x="5907" y="127"/>
                  <a:pt x="5864" y="98"/>
                </a:cubicBezTo>
                <a:lnTo>
                  <a:pt x="5827" y="74"/>
                </a:lnTo>
                <a:lnTo>
                  <a:pt x="5921" y="75"/>
                </a:lnTo>
                <a:cubicBezTo>
                  <a:pt x="6017" y="76"/>
                  <a:pt x="6030" y="74"/>
                  <a:pt x="6047" y="53"/>
                </a:cubicBezTo>
                <a:cubicBezTo>
                  <a:pt x="6055" y="42"/>
                  <a:pt x="6054" y="18"/>
                  <a:pt x="6046" y="11"/>
                </a:cubicBezTo>
                <a:cubicBezTo>
                  <a:pt x="6034" y="1"/>
                  <a:pt x="26" y="0"/>
                  <a:pt x="12" y="10"/>
                </a:cubicBezTo>
                <a:close/>
              </a:path>
            </a:pathLst>
          </a:custGeom>
          <a:solidFill>
            <a:schemeClr val="accent1"/>
          </a:solidFill>
          <a:ln>
            <a:noFill/>
          </a:ln>
          <a:effectLst/>
        </p:spPr>
        <p:txBody>
          <a:bodyPr wrap="none" anchor="ctr"/>
          <a:lstStyle/>
          <a:p>
            <a:endParaRPr lang="es-ES_tradnl" sz="2400"/>
          </a:p>
        </p:txBody>
      </p:sp>
      <p:sp>
        <p:nvSpPr>
          <p:cNvPr id="5" name="Freeform 10">
            <a:extLst>
              <a:ext uri="{FF2B5EF4-FFF2-40B4-BE49-F238E27FC236}">
                <a16:creationId xmlns:a16="http://schemas.microsoft.com/office/drawing/2014/main" id="{38DC16A3-EB1B-1B4E-9B31-BC1D3B1C0EED}"/>
              </a:ext>
            </a:extLst>
          </p:cNvPr>
          <p:cNvSpPr>
            <a:spLocks noChangeAspect="1" noChangeArrowheads="1"/>
          </p:cNvSpPr>
          <p:nvPr/>
        </p:nvSpPr>
        <p:spPr bwMode="auto">
          <a:xfrm>
            <a:off x="2906934" y="839020"/>
            <a:ext cx="6378132" cy="1612305"/>
          </a:xfrm>
          <a:custGeom>
            <a:avLst/>
            <a:gdLst>
              <a:gd name="T0" fmla="*/ 3553254 w 6056"/>
              <a:gd name="T1" fmla="*/ 716549 h 1530"/>
              <a:gd name="T2" fmla="*/ 3437988 w 6056"/>
              <a:gd name="T3" fmla="*/ 327095 h 1530"/>
              <a:gd name="T4" fmla="*/ 3601478 w 6056"/>
              <a:gd name="T5" fmla="*/ 215318 h 1530"/>
              <a:gd name="T6" fmla="*/ 3699101 w 6056"/>
              <a:gd name="T7" fmla="*/ 431812 h 1530"/>
              <a:gd name="T8" fmla="*/ 2880477 w 6056"/>
              <a:gd name="T9" fmla="*/ 1682537 h 1530"/>
              <a:gd name="T10" fmla="*/ 3485035 w 6056"/>
              <a:gd name="T11" fmla="*/ 1067176 h 1530"/>
              <a:gd name="T12" fmla="*/ 3561488 w 6056"/>
              <a:gd name="T13" fmla="*/ 805971 h 1530"/>
              <a:gd name="T14" fmla="*/ 4200156 w 6056"/>
              <a:gd name="T15" fmla="*/ 1649592 h 1530"/>
              <a:gd name="T16" fmla="*/ 3973152 w 6056"/>
              <a:gd name="T17" fmla="*/ 1608411 h 1530"/>
              <a:gd name="T18" fmla="*/ 3512088 w 6056"/>
              <a:gd name="T19" fmla="*/ 1281317 h 1530"/>
              <a:gd name="T20" fmla="*/ 3149823 w 6056"/>
              <a:gd name="T21" fmla="*/ 1608411 h 1530"/>
              <a:gd name="T22" fmla="*/ 3561488 w 6056"/>
              <a:gd name="T23" fmla="*/ 1703716 h 1530"/>
              <a:gd name="T24" fmla="*/ 3517969 w 6056"/>
              <a:gd name="T25" fmla="*/ 1434275 h 1530"/>
              <a:gd name="T26" fmla="*/ 3605006 w 6056"/>
              <a:gd name="T27" fmla="*/ 1434275 h 1530"/>
              <a:gd name="T28" fmla="*/ 14114 w 6056"/>
              <a:gd name="T29" fmla="*/ 1787254 h 1530"/>
              <a:gd name="T30" fmla="*/ 7112389 w 6056"/>
              <a:gd name="T31" fmla="*/ 1736661 h 1530"/>
              <a:gd name="T32" fmla="*/ 7021823 w 6056"/>
              <a:gd name="T33" fmla="*/ 1562524 h 1530"/>
              <a:gd name="T34" fmla="*/ 6937138 w 6056"/>
              <a:gd name="T35" fmla="*/ 1561347 h 1530"/>
              <a:gd name="T36" fmla="*/ 5565706 w 6056"/>
              <a:gd name="T37" fmla="*/ 1689597 h 1530"/>
              <a:gd name="T38" fmla="*/ 6032652 w 6056"/>
              <a:gd name="T39" fmla="*/ 1423685 h 1530"/>
              <a:gd name="T40" fmla="*/ 5039952 w 6056"/>
              <a:gd name="T41" fmla="*/ 1668418 h 1530"/>
              <a:gd name="T42" fmla="*/ 5150513 w 6056"/>
              <a:gd name="T43" fmla="*/ 1210721 h 1530"/>
              <a:gd name="T44" fmla="*/ 4740025 w 6056"/>
              <a:gd name="T45" fmla="*/ 963635 h 1530"/>
              <a:gd name="T46" fmla="*/ 4604763 w 6056"/>
              <a:gd name="T47" fmla="*/ 1257785 h 1530"/>
              <a:gd name="T48" fmla="*/ 4947033 w 6056"/>
              <a:gd name="T49" fmla="*/ 1280140 h 1530"/>
              <a:gd name="T50" fmla="*/ 4850586 w 6056"/>
              <a:gd name="T51" fmla="*/ 1255432 h 1530"/>
              <a:gd name="T52" fmla="*/ 4709444 w 6056"/>
              <a:gd name="T53" fmla="*/ 1054233 h 1530"/>
              <a:gd name="T54" fmla="*/ 5090528 w 6056"/>
              <a:gd name="T55" fmla="*/ 1293083 h 1530"/>
              <a:gd name="T56" fmla="*/ 4541249 w 6056"/>
              <a:gd name="T57" fmla="*/ 1643709 h 1530"/>
              <a:gd name="T58" fmla="*/ 3847300 w 6056"/>
              <a:gd name="T59" fmla="*/ 1220134 h 1530"/>
              <a:gd name="T60" fmla="*/ 4020200 w 6056"/>
              <a:gd name="T61" fmla="*/ 709489 h 1530"/>
              <a:gd name="T62" fmla="*/ 4220151 w 6056"/>
              <a:gd name="T63" fmla="*/ 965988 h 1530"/>
              <a:gd name="T64" fmla="*/ 4023728 w 6056"/>
              <a:gd name="T65" fmla="*/ 910688 h 1530"/>
              <a:gd name="T66" fmla="*/ 3967271 w 6056"/>
              <a:gd name="T67" fmla="*/ 1091884 h 1530"/>
              <a:gd name="T68" fmla="*/ 4297779 w 6056"/>
              <a:gd name="T69" fmla="*/ 884803 h 1530"/>
              <a:gd name="T70" fmla="*/ 3819072 w 6056"/>
              <a:gd name="T71" fmla="*/ 733021 h 1530"/>
              <a:gd name="T72" fmla="*/ 3693220 w 6056"/>
              <a:gd name="T73" fmla="*/ 633010 h 1530"/>
              <a:gd name="T74" fmla="*/ 3842596 w 6056"/>
              <a:gd name="T75" fmla="*/ 361216 h 1530"/>
              <a:gd name="T76" fmla="*/ 3561488 w 6056"/>
              <a:gd name="T77" fmla="*/ 0 h 1530"/>
              <a:gd name="T78" fmla="*/ 3457983 w 6056"/>
              <a:gd name="T79" fmla="*/ 162371 h 1530"/>
              <a:gd name="T80" fmla="*/ 3429755 w 6056"/>
              <a:gd name="T81" fmla="*/ 633010 h 1530"/>
              <a:gd name="T82" fmla="*/ 3405055 w 6056"/>
              <a:gd name="T83" fmla="*/ 905981 h 1530"/>
              <a:gd name="T84" fmla="*/ 2825196 w 6056"/>
              <a:gd name="T85" fmla="*/ 884803 h 1530"/>
              <a:gd name="T86" fmla="*/ 2993390 w 6056"/>
              <a:gd name="T87" fmla="*/ 1134242 h 1530"/>
              <a:gd name="T88" fmla="*/ 3081604 w 6056"/>
              <a:gd name="T89" fmla="*/ 957752 h 1530"/>
              <a:gd name="T90" fmla="*/ 2902824 w 6056"/>
              <a:gd name="T91" fmla="*/ 965988 h 1530"/>
              <a:gd name="T92" fmla="*/ 3188637 w 6056"/>
              <a:gd name="T93" fmla="*/ 728315 h 1530"/>
              <a:gd name="T94" fmla="*/ 3275675 w 6056"/>
              <a:gd name="T95" fmla="*/ 1220134 h 1530"/>
              <a:gd name="T96" fmla="*/ 2412355 w 6056"/>
              <a:gd name="T97" fmla="*/ 1659005 h 1530"/>
              <a:gd name="T98" fmla="*/ 2032447 w 6056"/>
              <a:gd name="T99" fmla="*/ 1293083 h 1530"/>
              <a:gd name="T100" fmla="*/ 2350017 w 6056"/>
              <a:gd name="T101" fmla="*/ 1287200 h 1530"/>
              <a:gd name="T102" fmla="*/ 2211227 w 6056"/>
              <a:gd name="T103" fmla="*/ 1230723 h 1530"/>
              <a:gd name="T104" fmla="*/ 2428822 w 6056"/>
              <a:gd name="T105" fmla="*/ 1357796 h 1530"/>
              <a:gd name="T106" fmla="*/ 2488807 w 6056"/>
              <a:gd name="T107" fmla="*/ 1062469 h 1530"/>
              <a:gd name="T108" fmla="*/ 2161828 w 6056"/>
              <a:gd name="T109" fmla="*/ 973048 h 1530"/>
              <a:gd name="T110" fmla="*/ 1963052 w 6056"/>
              <a:gd name="T111" fmla="*/ 1300142 h 1530"/>
              <a:gd name="T112" fmla="*/ 1205589 w 6056"/>
              <a:gd name="T113" fmla="*/ 1448394 h 1530"/>
              <a:gd name="T114" fmla="*/ 1090323 w 6056"/>
              <a:gd name="T115" fmla="*/ 1423685 h 1530"/>
              <a:gd name="T116" fmla="*/ 1205589 w 6056"/>
              <a:gd name="T117" fmla="*/ 1704892 h 1530"/>
              <a:gd name="T118" fmla="*/ 185837 w 6056"/>
              <a:gd name="T119" fmla="*/ 1561347 h 1530"/>
              <a:gd name="T120" fmla="*/ 225827 w 6056"/>
              <a:gd name="T121" fmla="*/ 1682537 h 1530"/>
              <a:gd name="T122" fmla="*/ 10586 w 6056"/>
              <a:gd name="T123" fmla="*/ 1736661 h 1530"/>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6056" h="1530">
                <a:moveTo>
                  <a:pt x="3036" y="609"/>
                </a:moveTo>
                <a:lnTo>
                  <a:pt x="3036" y="609"/>
                </a:lnTo>
                <a:cubicBezTo>
                  <a:pt x="3034" y="624"/>
                  <a:pt x="3030" y="638"/>
                  <a:pt x="3028" y="638"/>
                </a:cubicBezTo>
                <a:cubicBezTo>
                  <a:pt x="3026" y="638"/>
                  <a:pt x="3022" y="624"/>
                  <a:pt x="3021" y="609"/>
                </a:cubicBezTo>
                <a:cubicBezTo>
                  <a:pt x="3012" y="539"/>
                  <a:pt x="2974" y="454"/>
                  <a:pt x="2911" y="367"/>
                </a:cubicBezTo>
                <a:lnTo>
                  <a:pt x="2884" y="330"/>
                </a:lnTo>
                <a:lnTo>
                  <a:pt x="2923" y="278"/>
                </a:lnTo>
                <a:cubicBezTo>
                  <a:pt x="2945" y="249"/>
                  <a:pt x="2977" y="206"/>
                  <a:pt x="2994" y="183"/>
                </a:cubicBezTo>
                <a:cubicBezTo>
                  <a:pt x="3011" y="158"/>
                  <a:pt x="3026" y="138"/>
                  <a:pt x="3028" y="138"/>
                </a:cubicBezTo>
                <a:cubicBezTo>
                  <a:pt x="3030" y="138"/>
                  <a:pt x="3045" y="158"/>
                  <a:pt x="3062" y="183"/>
                </a:cubicBezTo>
                <a:cubicBezTo>
                  <a:pt x="3080" y="206"/>
                  <a:pt x="3111" y="249"/>
                  <a:pt x="3132" y="278"/>
                </a:cubicBezTo>
                <a:lnTo>
                  <a:pt x="3172" y="330"/>
                </a:lnTo>
                <a:lnTo>
                  <a:pt x="3145" y="367"/>
                </a:lnTo>
                <a:cubicBezTo>
                  <a:pt x="3082" y="454"/>
                  <a:pt x="3043" y="539"/>
                  <a:pt x="3036" y="609"/>
                </a:cubicBezTo>
                <a:close/>
                <a:moveTo>
                  <a:pt x="2513" y="1419"/>
                </a:moveTo>
                <a:lnTo>
                  <a:pt x="2513" y="1419"/>
                </a:lnTo>
                <a:cubicBezTo>
                  <a:pt x="2492" y="1424"/>
                  <a:pt x="2462" y="1429"/>
                  <a:pt x="2449" y="1430"/>
                </a:cubicBezTo>
                <a:cubicBezTo>
                  <a:pt x="2427" y="1433"/>
                  <a:pt x="2429" y="1432"/>
                  <a:pt x="2485" y="1402"/>
                </a:cubicBezTo>
                <a:cubicBezTo>
                  <a:pt x="2634" y="1324"/>
                  <a:pt x="2755" y="1220"/>
                  <a:pt x="2857" y="1086"/>
                </a:cubicBezTo>
                <a:cubicBezTo>
                  <a:pt x="2905" y="1022"/>
                  <a:pt x="2936" y="969"/>
                  <a:pt x="2963" y="907"/>
                </a:cubicBezTo>
                <a:cubicBezTo>
                  <a:pt x="2984" y="857"/>
                  <a:pt x="3010" y="772"/>
                  <a:pt x="3019" y="721"/>
                </a:cubicBezTo>
                <a:cubicBezTo>
                  <a:pt x="3021" y="701"/>
                  <a:pt x="3026" y="685"/>
                  <a:pt x="3028" y="685"/>
                </a:cubicBezTo>
                <a:cubicBezTo>
                  <a:pt x="3030" y="685"/>
                  <a:pt x="3034" y="701"/>
                  <a:pt x="3037" y="721"/>
                </a:cubicBezTo>
                <a:cubicBezTo>
                  <a:pt x="3046" y="772"/>
                  <a:pt x="3071" y="857"/>
                  <a:pt x="3093" y="907"/>
                </a:cubicBezTo>
                <a:cubicBezTo>
                  <a:pt x="3179" y="1105"/>
                  <a:pt x="3357" y="1290"/>
                  <a:pt x="3571" y="1402"/>
                </a:cubicBezTo>
                <a:cubicBezTo>
                  <a:pt x="3627" y="1432"/>
                  <a:pt x="3629" y="1433"/>
                  <a:pt x="3607" y="1430"/>
                </a:cubicBezTo>
                <a:cubicBezTo>
                  <a:pt x="3537" y="1422"/>
                  <a:pt x="3424" y="1391"/>
                  <a:pt x="3378" y="1367"/>
                </a:cubicBezTo>
                <a:cubicBezTo>
                  <a:pt x="3341" y="1348"/>
                  <a:pt x="3253" y="1292"/>
                  <a:pt x="3210" y="1260"/>
                </a:cubicBezTo>
                <a:cubicBezTo>
                  <a:pt x="3148" y="1213"/>
                  <a:pt x="3093" y="1146"/>
                  <a:pt x="3071" y="1089"/>
                </a:cubicBezTo>
                <a:cubicBezTo>
                  <a:pt x="3034" y="997"/>
                  <a:pt x="3021" y="997"/>
                  <a:pt x="2986" y="1089"/>
                </a:cubicBezTo>
                <a:cubicBezTo>
                  <a:pt x="2963" y="1146"/>
                  <a:pt x="2908" y="1213"/>
                  <a:pt x="2846" y="1260"/>
                </a:cubicBezTo>
                <a:cubicBezTo>
                  <a:pt x="2802" y="1292"/>
                  <a:pt x="2715" y="1348"/>
                  <a:pt x="2678" y="1367"/>
                </a:cubicBezTo>
                <a:cubicBezTo>
                  <a:pt x="2647" y="1382"/>
                  <a:pt x="2565" y="1409"/>
                  <a:pt x="2513" y="1419"/>
                </a:cubicBezTo>
                <a:lnTo>
                  <a:pt x="3373" y="1445"/>
                </a:lnTo>
                <a:cubicBezTo>
                  <a:pt x="3377" y="1447"/>
                  <a:pt x="3222" y="1448"/>
                  <a:pt x="3028" y="1448"/>
                </a:cubicBezTo>
                <a:cubicBezTo>
                  <a:pt x="2834" y="1448"/>
                  <a:pt x="2679" y="1447"/>
                  <a:pt x="2683" y="1445"/>
                </a:cubicBezTo>
                <a:cubicBezTo>
                  <a:pt x="2714" y="1434"/>
                  <a:pt x="2795" y="1389"/>
                  <a:pt x="2842" y="1358"/>
                </a:cubicBezTo>
                <a:cubicBezTo>
                  <a:pt x="2911" y="1310"/>
                  <a:pt x="2947" y="1277"/>
                  <a:pt x="2991" y="1219"/>
                </a:cubicBezTo>
                <a:cubicBezTo>
                  <a:pt x="3010" y="1194"/>
                  <a:pt x="3027" y="1174"/>
                  <a:pt x="3028" y="1174"/>
                </a:cubicBezTo>
                <a:cubicBezTo>
                  <a:pt x="3030" y="1174"/>
                  <a:pt x="3046" y="1194"/>
                  <a:pt x="3065" y="1219"/>
                </a:cubicBezTo>
                <a:cubicBezTo>
                  <a:pt x="3109" y="1277"/>
                  <a:pt x="3145" y="1310"/>
                  <a:pt x="3215" y="1358"/>
                </a:cubicBezTo>
                <a:cubicBezTo>
                  <a:pt x="3262" y="1389"/>
                  <a:pt x="3342" y="1434"/>
                  <a:pt x="3373" y="1445"/>
                </a:cubicBezTo>
                <a:lnTo>
                  <a:pt x="2513" y="1419"/>
                </a:lnTo>
                <a:close/>
                <a:moveTo>
                  <a:pt x="12" y="1519"/>
                </a:moveTo>
                <a:lnTo>
                  <a:pt x="12" y="1519"/>
                </a:lnTo>
                <a:cubicBezTo>
                  <a:pt x="26" y="1529"/>
                  <a:pt x="6034" y="1527"/>
                  <a:pt x="6046" y="1517"/>
                </a:cubicBezTo>
                <a:cubicBezTo>
                  <a:pt x="6054" y="1510"/>
                  <a:pt x="6055" y="1487"/>
                  <a:pt x="6047" y="1476"/>
                </a:cubicBezTo>
                <a:cubicBezTo>
                  <a:pt x="6030" y="1454"/>
                  <a:pt x="6017" y="1452"/>
                  <a:pt x="5921" y="1453"/>
                </a:cubicBezTo>
                <a:lnTo>
                  <a:pt x="5827" y="1454"/>
                </a:lnTo>
                <a:lnTo>
                  <a:pt x="5864" y="1430"/>
                </a:lnTo>
                <a:cubicBezTo>
                  <a:pt x="5907" y="1402"/>
                  <a:pt x="5965" y="1345"/>
                  <a:pt x="5970" y="1328"/>
                </a:cubicBezTo>
                <a:cubicBezTo>
                  <a:pt x="5973" y="1317"/>
                  <a:pt x="5962" y="1301"/>
                  <a:pt x="5952" y="1301"/>
                </a:cubicBezTo>
                <a:cubicBezTo>
                  <a:pt x="5948" y="1301"/>
                  <a:pt x="5925" y="1312"/>
                  <a:pt x="5898" y="1327"/>
                </a:cubicBezTo>
                <a:cubicBezTo>
                  <a:pt x="5827" y="1365"/>
                  <a:pt x="5756" y="1387"/>
                  <a:pt x="5581" y="1422"/>
                </a:cubicBezTo>
                <a:cubicBezTo>
                  <a:pt x="5460" y="1446"/>
                  <a:pt x="5406" y="1449"/>
                  <a:pt x="5031" y="1449"/>
                </a:cubicBezTo>
                <a:lnTo>
                  <a:pt x="4686" y="1448"/>
                </a:lnTo>
                <a:lnTo>
                  <a:pt x="4732" y="1436"/>
                </a:lnTo>
                <a:cubicBezTo>
                  <a:pt x="4857" y="1401"/>
                  <a:pt x="4963" y="1348"/>
                  <a:pt x="5086" y="1257"/>
                </a:cubicBezTo>
                <a:cubicBezTo>
                  <a:pt x="5124" y="1229"/>
                  <a:pt x="5130" y="1222"/>
                  <a:pt x="5129" y="1210"/>
                </a:cubicBezTo>
                <a:cubicBezTo>
                  <a:pt x="5128" y="1203"/>
                  <a:pt x="5123" y="1196"/>
                  <a:pt x="5117" y="1196"/>
                </a:cubicBezTo>
                <a:cubicBezTo>
                  <a:pt x="5113" y="1194"/>
                  <a:pt x="5074" y="1210"/>
                  <a:pt x="5032" y="1231"/>
                </a:cubicBezTo>
                <a:cubicBezTo>
                  <a:pt x="4793" y="1348"/>
                  <a:pt x="4516" y="1418"/>
                  <a:pt x="4285" y="1418"/>
                </a:cubicBezTo>
                <a:lnTo>
                  <a:pt x="4221" y="1418"/>
                </a:lnTo>
                <a:lnTo>
                  <a:pt x="4247" y="1397"/>
                </a:lnTo>
                <a:cubicBezTo>
                  <a:pt x="4354" y="1313"/>
                  <a:pt x="4411" y="1152"/>
                  <a:pt x="4379" y="1029"/>
                </a:cubicBezTo>
                <a:cubicBezTo>
                  <a:pt x="4356" y="943"/>
                  <a:pt x="4294" y="865"/>
                  <a:pt x="4218" y="827"/>
                </a:cubicBezTo>
                <a:cubicBezTo>
                  <a:pt x="4173" y="805"/>
                  <a:pt x="4171" y="804"/>
                  <a:pt x="4116" y="804"/>
                </a:cubicBezTo>
                <a:cubicBezTo>
                  <a:pt x="4067" y="804"/>
                  <a:pt x="4057" y="806"/>
                  <a:pt x="4030" y="819"/>
                </a:cubicBezTo>
                <a:cubicBezTo>
                  <a:pt x="3994" y="835"/>
                  <a:pt x="3957" y="871"/>
                  <a:pt x="3941" y="903"/>
                </a:cubicBezTo>
                <a:cubicBezTo>
                  <a:pt x="3913" y="958"/>
                  <a:pt x="3902" y="1025"/>
                  <a:pt x="3915" y="1069"/>
                </a:cubicBezTo>
                <a:cubicBezTo>
                  <a:pt x="3922" y="1093"/>
                  <a:pt x="3959" y="1136"/>
                  <a:pt x="3991" y="1154"/>
                </a:cubicBezTo>
                <a:cubicBezTo>
                  <a:pt x="4053" y="1191"/>
                  <a:pt x="4137" y="1193"/>
                  <a:pt x="4175" y="1159"/>
                </a:cubicBezTo>
                <a:cubicBezTo>
                  <a:pt x="4191" y="1146"/>
                  <a:pt x="4206" y="1110"/>
                  <a:pt x="4206" y="1088"/>
                </a:cubicBezTo>
                <a:cubicBezTo>
                  <a:pt x="4206" y="1066"/>
                  <a:pt x="4196" y="1053"/>
                  <a:pt x="4176" y="1046"/>
                </a:cubicBezTo>
                <a:cubicBezTo>
                  <a:pt x="4155" y="1038"/>
                  <a:pt x="4135" y="1046"/>
                  <a:pt x="4124" y="1067"/>
                </a:cubicBezTo>
                <a:cubicBezTo>
                  <a:pt x="4114" y="1087"/>
                  <a:pt x="4097" y="1094"/>
                  <a:pt x="4058" y="1094"/>
                </a:cubicBezTo>
                <a:cubicBezTo>
                  <a:pt x="4032" y="1094"/>
                  <a:pt x="4023" y="1091"/>
                  <a:pt x="4005" y="1077"/>
                </a:cubicBezTo>
                <a:cubicBezTo>
                  <a:pt x="3948" y="1036"/>
                  <a:pt x="3948" y="953"/>
                  <a:pt x="4004" y="896"/>
                </a:cubicBezTo>
                <a:cubicBezTo>
                  <a:pt x="4037" y="864"/>
                  <a:pt x="4072" y="853"/>
                  <a:pt x="4122" y="856"/>
                </a:cubicBezTo>
                <a:cubicBezTo>
                  <a:pt x="4235" y="864"/>
                  <a:pt x="4328" y="974"/>
                  <a:pt x="4328" y="1099"/>
                </a:cubicBezTo>
                <a:cubicBezTo>
                  <a:pt x="4328" y="1203"/>
                  <a:pt x="4284" y="1296"/>
                  <a:pt x="4205" y="1355"/>
                </a:cubicBezTo>
                <a:cubicBezTo>
                  <a:pt x="4152" y="1396"/>
                  <a:pt x="4112" y="1407"/>
                  <a:pt x="4004" y="1410"/>
                </a:cubicBezTo>
                <a:cubicBezTo>
                  <a:pt x="3925" y="1413"/>
                  <a:pt x="3920" y="1413"/>
                  <a:pt x="3861" y="1397"/>
                </a:cubicBezTo>
                <a:cubicBezTo>
                  <a:pt x="3728" y="1362"/>
                  <a:pt x="3592" y="1305"/>
                  <a:pt x="3477" y="1238"/>
                </a:cubicBezTo>
                <a:cubicBezTo>
                  <a:pt x="3425" y="1208"/>
                  <a:pt x="3326" y="1112"/>
                  <a:pt x="3271" y="1037"/>
                </a:cubicBezTo>
                <a:cubicBezTo>
                  <a:pt x="3232" y="986"/>
                  <a:pt x="3219" y="955"/>
                  <a:pt x="3209" y="885"/>
                </a:cubicBezTo>
                <a:cubicBezTo>
                  <a:pt x="3192" y="778"/>
                  <a:pt x="3249" y="667"/>
                  <a:pt x="3344" y="619"/>
                </a:cubicBezTo>
                <a:cubicBezTo>
                  <a:pt x="3372" y="605"/>
                  <a:pt x="3382" y="603"/>
                  <a:pt x="3418" y="603"/>
                </a:cubicBezTo>
                <a:cubicBezTo>
                  <a:pt x="3471" y="603"/>
                  <a:pt x="3502" y="617"/>
                  <a:pt x="3541" y="657"/>
                </a:cubicBezTo>
                <a:cubicBezTo>
                  <a:pt x="3594" y="710"/>
                  <a:pt x="3615" y="784"/>
                  <a:pt x="3588" y="821"/>
                </a:cubicBezTo>
                <a:cubicBezTo>
                  <a:pt x="3569" y="847"/>
                  <a:pt x="3535" y="861"/>
                  <a:pt x="3498" y="859"/>
                </a:cubicBezTo>
                <a:cubicBezTo>
                  <a:pt x="3451" y="856"/>
                  <a:pt x="3437" y="845"/>
                  <a:pt x="3437" y="814"/>
                </a:cubicBezTo>
                <a:cubicBezTo>
                  <a:pt x="3437" y="794"/>
                  <a:pt x="3434" y="787"/>
                  <a:pt x="3421" y="774"/>
                </a:cubicBezTo>
                <a:cubicBezTo>
                  <a:pt x="3394" y="747"/>
                  <a:pt x="3353" y="757"/>
                  <a:pt x="3338" y="794"/>
                </a:cubicBezTo>
                <a:cubicBezTo>
                  <a:pt x="3320" y="837"/>
                  <a:pt x="3333" y="887"/>
                  <a:pt x="3373" y="928"/>
                </a:cubicBezTo>
                <a:cubicBezTo>
                  <a:pt x="3413" y="967"/>
                  <a:pt x="3449" y="977"/>
                  <a:pt x="3511" y="964"/>
                </a:cubicBezTo>
                <a:cubicBezTo>
                  <a:pt x="3586" y="948"/>
                  <a:pt x="3636" y="898"/>
                  <a:pt x="3652" y="824"/>
                </a:cubicBezTo>
                <a:cubicBezTo>
                  <a:pt x="3658" y="793"/>
                  <a:pt x="3659" y="779"/>
                  <a:pt x="3654" y="752"/>
                </a:cubicBezTo>
                <a:cubicBezTo>
                  <a:pt x="3641" y="682"/>
                  <a:pt x="3580" y="604"/>
                  <a:pt x="3515" y="573"/>
                </a:cubicBezTo>
                <a:cubicBezTo>
                  <a:pt x="3418" y="528"/>
                  <a:pt x="3330" y="544"/>
                  <a:pt x="3247" y="623"/>
                </a:cubicBezTo>
                <a:cubicBezTo>
                  <a:pt x="3205" y="663"/>
                  <a:pt x="3172" y="719"/>
                  <a:pt x="3161" y="770"/>
                </a:cubicBezTo>
                <a:cubicBezTo>
                  <a:pt x="3148" y="824"/>
                  <a:pt x="3147" y="824"/>
                  <a:pt x="3135" y="772"/>
                </a:cubicBezTo>
                <a:cubicBezTo>
                  <a:pt x="3113" y="679"/>
                  <a:pt x="3115" y="590"/>
                  <a:pt x="3140" y="538"/>
                </a:cubicBezTo>
                <a:cubicBezTo>
                  <a:pt x="3154" y="508"/>
                  <a:pt x="3262" y="345"/>
                  <a:pt x="3273" y="336"/>
                </a:cubicBezTo>
                <a:cubicBezTo>
                  <a:pt x="3286" y="325"/>
                  <a:pt x="3284" y="317"/>
                  <a:pt x="3267" y="307"/>
                </a:cubicBezTo>
                <a:cubicBezTo>
                  <a:pt x="3251" y="298"/>
                  <a:pt x="3153" y="189"/>
                  <a:pt x="3116" y="138"/>
                </a:cubicBezTo>
                <a:cubicBezTo>
                  <a:pt x="3103" y="121"/>
                  <a:pt x="3078" y="82"/>
                  <a:pt x="3062" y="53"/>
                </a:cubicBezTo>
                <a:cubicBezTo>
                  <a:pt x="3045" y="24"/>
                  <a:pt x="3030" y="0"/>
                  <a:pt x="3028" y="0"/>
                </a:cubicBezTo>
                <a:cubicBezTo>
                  <a:pt x="3026" y="0"/>
                  <a:pt x="3011" y="24"/>
                  <a:pt x="2994" y="53"/>
                </a:cubicBezTo>
                <a:cubicBezTo>
                  <a:pt x="2977" y="82"/>
                  <a:pt x="2953" y="121"/>
                  <a:pt x="2940" y="138"/>
                </a:cubicBezTo>
                <a:cubicBezTo>
                  <a:pt x="2903" y="189"/>
                  <a:pt x="2805" y="298"/>
                  <a:pt x="2788" y="307"/>
                </a:cubicBezTo>
                <a:cubicBezTo>
                  <a:pt x="2771" y="317"/>
                  <a:pt x="2769" y="325"/>
                  <a:pt x="2782" y="336"/>
                </a:cubicBezTo>
                <a:cubicBezTo>
                  <a:pt x="2794" y="345"/>
                  <a:pt x="2901" y="508"/>
                  <a:pt x="2916" y="538"/>
                </a:cubicBezTo>
                <a:cubicBezTo>
                  <a:pt x="2941" y="590"/>
                  <a:pt x="2943" y="679"/>
                  <a:pt x="2921" y="772"/>
                </a:cubicBezTo>
                <a:cubicBezTo>
                  <a:pt x="2909" y="824"/>
                  <a:pt x="2908" y="824"/>
                  <a:pt x="2895" y="770"/>
                </a:cubicBezTo>
                <a:cubicBezTo>
                  <a:pt x="2884" y="719"/>
                  <a:pt x="2851" y="663"/>
                  <a:pt x="2809" y="623"/>
                </a:cubicBezTo>
                <a:cubicBezTo>
                  <a:pt x="2725" y="544"/>
                  <a:pt x="2638" y="528"/>
                  <a:pt x="2541" y="573"/>
                </a:cubicBezTo>
                <a:cubicBezTo>
                  <a:pt x="2475" y="604"/>
                  <a:pt x="2415" y="682"/>
                  <a:pt x="2402" y="752"/>
                </a:cubicBezTo>
                <a:cubicBezTo>
                  <a:pt x="2397" y="779"/>
                  <a:pt x="2398" y="793"/>
                  <a:pt x="2404" y="824"/>
                </a:cubicBezTo>
                <a:cubicBezTo>
                  <a:pt x="2420" y="898"/>
                  <a:pt x="2470" y="948"/>
                  <a:pt x="2545" y="964"/>
                </a:cubicBezTo>
                <a:cubicBezTo>
                  <a:pt x="2607" y="977"/>
                  <a:pt x="2643" y="967"/>
                  <a:pt x="2683" y="928"/>
                </a:cubicBezTo>
                <a:cubicBezTo>
                  <a:pt x="2723" y="887"/>
                  <a:pt x="2736" y="837"/>
                  <a:pt x="2718" y="794"/>
                </a:cubicBezTo>
                <a:cubicBezTo>
                  <a:pt x="2695" y="738"/>
                  <a:pt x="2620" y="753"/>
                  <a:pt x="2620" y="814"/>
                </a:cubicBezTo>
                <a:cubicBezTo>
                  <a:pt x="2620" y="845"/>
                  <a:pt x="2605" y="856"/>
                  <a:pt x="2559" y="859"/>
                </a:cubicBezTo>
                <a:cubicBezTo>
                  <a:pt x="2522" y="861"/>
                  <a:pt x="2487" y="847"/>
                  <a:pt x="2468" y="821"/>
                </a:cubicBezTo>
                <a:cubicBezTo>
                  <a:pt x="2441" y="784"/>
                  <a:pt x="2462" y="710"/>
                  <a:pt x="2515" y="657"/>
                </a:cubicBezTo>
                <a:cubicBezTo>
                  <a:pt x="2554" y="617"/>
                  <a:pt x="2585" y="603"/>
                  <a:pt x="2638" y="603"/>
                </a:cubicBezTo>
                <a:cubicBezTo>
                  <a:pt x="2674" y="603"/>
                  <a:pt x="2685" y="605"/>
                  <a:pt x="2711" y="619"/>
                </a:cubicBezTo>
                <a:cubicBezTo>
                  <a:pt x="2807" y="667"/>
                  <a:pt x="2863" y="778"/>
                  <a:pt x="2847" y="885"/>
                </a:cubicBezTo>
                <a:cubicBezTo>
                  <a:pt x="2836" y="955"/>
                  <a:pt x="2824" y="986"/>
                  <a:pt x="2785" y="1037"/>
                </a:cubicBezTo>
                <a:cubicBezTo>
                  <a:pt x="2730" y="1112"/>
                  <a:pt x="2631" y="1208"/>
                  <a:pt x="2579" y="1238"/>
                </a:cubicBezTo>
                <a:cubicBezTo>
                  <a:pt x="2464" y="1305"/>
                  <a:pt x="2328" y="1362"/>
                  <a:pt x="2195" y="1397"/>
                </a:cubicBezTo>
                <a:cubicBezTo>
                  <a:pt x="2136" y="1413"/>
                  <a:pt x="2131" y="1413"/>
                  <a:pt x="2051" y="1410"/>
                </a:cubicBezTo>
                <a:cubicBezTo>
                  <a:pt x="1944" y="1407"/>
                  <a:pt x="1904" y="1396"/>
                  <a:pt x="1850" y="1355"/>
                </a:cubicBezTo>
                <a:cubicBezTo>
                  <a:pt x="1772" y="1296"/>
                  <a:pt x="1728" y="1203"/>
                  <a:pt x="1728" y="1099"/>
                </a:cubicBezTo>
                <a:cubicBezTo>
                  <a:pt x="1728" y="974"/>
                  <a:pt x="1820" y="864"/>
                  <a:pt x="1934" y="856"/>
                </a:cubicBezTo>
                <a:cubicBezTo>
                  <a:pt x="1984" y="853"/>
                  <a:pt x="2019" y="864"/>
                  <a:pt x="2051" y="896"/>
                </a:cubicBezTo>
                <a:cubicBezTo>
                  <a:pt x="2128" y="973"/>
                  <a:pt x="2095" y="1094"/>
                  <a:pt x="1998" y="1094"/>
                </a:cubicBezTo>
                <a:cubicBezTo>
                  <a:pt x="1958" y="1094"/>
                  <a:pt x="1943" y="1087"/>
                  <a:pt x="1932" y="1067"/>
                </a:cubicBezTo>
                <a:cubicBezTo>
                  <a:pt x="1921" y="1046"/>
                  <a:pt x="1901" y="1038"/>
                  <a:pt x="1880" y="1046"/>
                </a:cubicBezTo>
                <a:cubicBezTo>
                  <a:pt x="1859" y="1053"/>
                  <a:pt x="1850" y="1066"/>
                  <a:pt x="1850" y="1088"/>
                </a:cubicBezTo>
                <a:cubicBezTo>
                  <a:pt x="1850" y="1110"/>
                  <a:pt x="1865" y="1146"/>
                  <a:pt x="1880" y="1159"/>
                </a:cubicBezTo>
                <a:cubicBezTo>
                  <a:pt x="1918" y="1193"/>
                  <a:pt x="2003" y="1191"/>
                  <a:pt x="2065" y="1154"/>
                </a:cubicBezTo>
                <a:cubicBezTo>
                  <a:pt x="2097" y="1136"/>
                  <a:pt x="2135" y="1093"/>
                  <a:pt x="2141" y="1069"/>
                </a:cubicBezTo>
                <a:cubicBezTo>
                  <a:pt x="2153" y="1025"/>
                  <a:pt x="2143" y="958"/>
                  <a:pt x="2116" y="903"/>
                </a:cubicBezTo>
                <a:cubicBezTo>
                  <a:pt x="2099" y="871"/>
                  <a:pt x="2062" y="835"/>
                  <a:pt x="2026" y="819"/>
                </a:cubicBezTo>
                <a:cubicBezTo>
                  <a:pt x="1999" y="806"/>
                  <a:pt x="1989" y="804"/>
                  <a:pt x="1939" y="804"/>
                </a:cubicBezTo>
                <a:cubicBezTo>
                  <a:pt x="1884" y="804"/>
                  <a:pt x="1883" y="805"/>
                  <a:pt x="1838" y="827"/>
                </a:cubicBezTo>
                <a:cubicBezTo>
                  <a:pt x="1803" y="844"/>
                  <a:pt x="1785" y="858"/>
                  <a:pt x="1757" y="886"/>
                </a:cubicBezTo>
                <a:cubicBezTo>
                  <a:pt x="1697" y="950"/>
                  <a:pt x="1669" y="1021"/>
                  <a:pt x="1669" y="1105"/>
                </a:cubicBezTo>
                <a:cubicBezTo>
                  <a:pt x="1669" y="1216"/>
                  <a:pt x="1723" y="1329"/>
                  <a:pt x="1808" y="1397"/>
                </a:cubicBezTo>
                <a:lnTo>
                  <a:pt x="1834" y="1418"/>
                </a:lnTo>
                <a:lnTo>
                  <a:pt x="1771" y="1418"/>
                </a:lnTo>
                <a:cubicBezTo>
                  <a:pt x="1540" y="1418"/>
                  <a:pt x="1262" y="1348"/>
                  <a:pt x="1025" y="1231"/>
                </a:cubicBezTo>
                <a:cubicBezTo>
                  <a:pt x="982" y="1210"/>
                  <a:pt x="944" y="1194"/>
                  <a:pt x="938" y="1196"/>
                </a:cubicBezTo>
                <a:cubicBezTo>
                  <a:pt x="933" y="1196"/>
                  <a:pt x="928" y="1203"/>
                  <a:pt x="927" y="1210"/>
                </a:cubicBezTo>
                <a:cubicBezTo>
                  <a:pt x="926" y="1222"/>
                  <a:pt x="933" y="1229"/>
                  <a:pt x="970" y="1257"/>
                </a:cubicBezTo>
                <a:cubicBezTo>
                  <a:pt x="1093" y="1348"/>
                  <a:pt x="1198" y="1401"/>
                  <a:pt x="1325" y="1436"/>
                </a:cubicBezTo>
                <a:lnTo>
                  <a:pt x="1369" y="1448"/>
                </a:lnTo>
                <a:lnTo>
                  <a:pt x="1025" y="1449"/>
                </a:lnTo>
                <a:cubicBezTo>
                  <a:pt x="650" y="1449"/>
                  <a:pt x="595" y="1446"/>
                  <a:pt x="475" y="1422"/>
                </a:cubicBezTo>
                <a:cubicBezTo>
                  <a:pt x="299" y="1387"/>
                  <a:pt x="229" y="1365"/>
                  <a:pt x="158" y="1327"/>
                </a:cubicBezTo>
                <a:cubicBezTo>
                  <a:pt x="131" y="1312"/>
                  <a:pt x="107" y="1301"/>
                  <a:pt x="104" y="1301"/>
                </a:cubicBezTo>
                <a:cubicBezTo>
                  <a:pt x="94" y="1301"/>
                  <a:pt x="83" y="1317"/>
                  <a:pt x="86" y="1328"/>
                </a:cubicBezTo>
                <a:cubicBezTo>
                  <a:pt x="91" y="1345"/>
                  <a:pt x="149" y="1402"/>
                  <a:pt x="192" y="1430"/>
                </a:cubicBezTo>
                <a:lnTo>
                  <a:pt x="228" y="1454"/>
                </a:lnTo>
                <a:lnTo>
                  <a:pt x="135" y="1453"/>
                </a:lnTo>
                <a:cubicBezTo>
                  <a:pt x="39" y="1452"/>
                  <a:pt x="25" y="1454"/>
                  <a:pt x="9" y="1476"/>
                </a:cubicBezTo>
                <a:cubicBezTo>
                  <a:pt x="0" y="1488"/>
                  <a:pt x="1" y="1511"/>
                  <a:pt x="12" y="1519"/>
                </a:cubicBezTo>
                <a:close/>
              </a:path>
            </a:pathLst>
          </a:custGeom>
          <a:solidFill>
            <a:schemeClr val="accent1"/>
          </a:solidFill>
          <a:ln>
            <a:noFill/>
          </a:ln>
          <a:effectLst/>
        </p:spPr>
        <p:txBody>
          <a:bodyPr wrap="none" anchor="ctr"/>
          <a:lstStyle/>
          <a:p>
            <a:endParaRPr lang="es-ES_tradnl" sz="2400"/>
          </a:p>
        </p:txBody>
      </p:sp>
    </p:spTree>
    <p:extLst>
      <p:ext uri="{BB962C8B-B14F-4D97-AF65-F5344CB8AC3E}">
        <p14:creationId xmlns:p14="http://schemas.microsoft.com/office/powerpoint/2010/main" val="7773880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6916610" y="3904720"/>
            <a:ext cx="4600940" cy="1384995"/>
          </a:xfrm>
          <a:prstGeom prst="rect">
            <a:avLst/>
          </a:prstGeom>
          <a:noFill/>
        </p:spPr>
        <p:txBody>
          <a:bodyPr wrap="none" rtlCol="0">
            <a:spAutoFit/>
          </a:bodyPr>
          <a:lstStyle/>
          <a:p>
            <a:pPr algn="r"/>
            <a:r>
              <a:rPr lang="vi-VN" sz="2800" b="1" i="1" dirty="0">
                <a:solidFill>
                  <a:schemeClr val="tx2"/>
                </a:solidFill>
                <a:latin typeface="Gentium Basic" panose="02000503060000020004" pitchFamily="2" charset="77"/>
                <a:ea typeface="Lato Light" panose="020F0502020204030203" pitchFamily="34" charset="0"/>
                <a:cs typeface="Lato Light" panose="020F0502020204030203" pitchFamily="34" charset="0"/>
              </a:rPr>
              <a:t>Người thực hiện:</a:t>
            </a:r>
          </a:p>
          <a:p>
            <a:pPr algn="r"/>
            <a:r>
              <a:rPr lang="vi-VN" sz="2800" i="1" dirty="0">
                <a:solidFill>
                  <a:schemeClr val="tx2"/>
                </a:solidFill>
                <a:latin typeface="Gentium Basic" panose="02000503060000020004" pitchFamily="2" charset="77"/>
                <a:ea typeface="Lato Light" panose="020F0502020204030203" pitchFamily="34" charset="0"/>
                <a:cs typeface="Lato Light" panose="020F0502020204030203" pitchFamily="34" charset="0"/>
              </a:rPr>
              <a:t>Đào Việt Duy – 51603070</a:t>
            </a:r>
          </a:p>
          <a:p>
            <a:pPr algn="r"/>
            <a:r>
              <a:rPr lang="vi-VN" sz="2800" i="1" dirty="0">
                <a:solidFill>
                  <a:schemeClr val="tx2"/>
                </a:solidFill>
                <a:latin typeface="Gentium Basic" panose="02000503060000020004" pitchFamily="2" charset="77"/>
                <a:ea typeface="Lato Light" panose="020F0502020204030203" pitchFamily="34" charset="0"/>
                <a:cs typeface="Lato Light" panose="020F0502020204030203" pitchFamily="34" charset="0"/>
              </a:rPr>
              <a:t>Nguyễn Trường Giang – 51603088</a:t>
            </a:r>
          </a:p>
        </p:txBody>
      </p:sp>
      <p:sp>
        <p:nvSpPr>
          <p:cNvPr id="11" name="TextBox 10"/>
          <p:cNvSpPr txBox="1"/>
          <p:nvPr/>
        </p:nvSpPr>
        <p:spPr>
          <a:xfrm>
            <a:off x="7583460" y="1752952"/>
            <a:ext cx="3934090" cy="1200329"/>
          </a:xfrm>
          <a:prstGeom prst="rect">
            <a:avLst/>
          </a:prstGeom>
          <a:noFill/>
        </p:spPr>
        <p:txBody>
          <a:bodyPr wrap="none" rtlCol="0">
            <a:spAutoFit/>
          </a:bodyPr>
          <a:lstStyle/>
          <a:p>
            <a:pPr algn="r"/>
            <a:r>
              <a:rPr lang="vi-VN" sz="3600" i="1" dirty="0">
                <a:solidFill>
                  <a:schemeClr val="accent1"/>
                </a:solidFill>
                <a:latin typeface="Playfair Display" panose="00000500000000000000" pitchFamily="2" charset="0"/>
                <a:ea typeface="Nunito Bold" charset="0"/>
                <a:cs typeface="Nunito Bold" charset="0"/>
              </a:rPr>
              <a:t>Người hướng dẫn:</a:t>
            </a:r>
          </a:p>
          <a:p>
            <a:pPr algn="r"/>
            <a:r>
              <a:rPr lang="vi-VN" sz="3600" i="1" dirty="0">
                <a:solidFill>
                  <a:schemeClr val="accent1"/>
                </a:solidFill>
                <a:latin typeface="Playfair Display" panose="00000500000000000000" pitchFamily="2" charset="0"/>
                <a:ea typeface="Nunito Bold" charset="0"/>
                <a:cs typeface="Nunito Bold" charset="0"/>
              </a:rPr>
              <a:t>ThS Vũ Đình Hồng</a:t>
            </a:r>
            <a:endParaRPr lang="en-US" sz="3600" i="1" dirty="0">
              <a:solidFill>
                <a:schemeClr val="accent1"/>
              </a:solidFill>
              <a:latin typeface="Playfair Display" panose="00000500000000000000" pitchFamily="2" charset="0"/>
              <a:ea typeface="Nunito Bold" charset="0"/>
              <a:cs typeface="Nunito Bold" charset="0"/>
            </a:endParaRPr>
          </a:p>
        </p:txBody>
      </p:sp>
      <p:pic>
        <p:nvPicPr>
          <p:cNvPr id="13" name="Picture Placeholder 12">
            <a:extLst>
              <a:ext uri="{FF2B5EF4-FFF2-40B4-BE49-F238E27FC236}">
                <a16:creationId xmlns:a16="http://schemas.microsoft.com/office/drawing/2014/main" id="{063B52B7-2B93-BC4C-8D7F-276033CD9E7C}"/>
              </a:ext>
            </a:extLst>
          </p:cNvPr>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l="3126" r="3126"/>
          <a:stretch>
            <a:fillRect/>
          </a:stretch>
        </p:blipFill>
        <p:spPr/>
      </p:pic>
      <p:grpSp>
        <p:nvGrpSpPr>
          <p:cNvPr id="18" name="Group 17">
            <a:extLst>
              <a:ext uri="{FF2B5EF4-FFF2-40B4-BE49-F238E27FC236}">
                <a16:creationId xmlns:a16="http://schemas.microsoft.com/office/drawing/2014/main" id="{A6EC4F08-C7B2-FE44-A2E2-27BC7AEA4AF7}"/>
              </a:ext>
            </a:extLst>
          </p:cNvPr>
          <p:cNvGrpSpPr/>
          <p:nvPr/>
        </p:nvGrpSpPr>
        <p:grpSpPr>
          <a:xfrm>
            <a:off x="1694316" y="-83776"/>
            <a:ext cx="4024003" cy="7025552"/>
            <a:chOff x="1270737" y="-62832"/>
            <a:chExt cx="3018002" cy="5269164"/>
          </a:xfrm>
          <a:solidFill>
            <a:schemeClr val="accent2"/>
          </a:solidFill>
        </p:grpSpPr>
        <p:sp>
          <p:nvSpPr>
            <p:cNvPr id="14" name="Freeform 10">
              <a:extLst>
                <a:ext uri="{FF2B5EF4-FFF2-40B4-BE49-F238E27FC236}">
                  <a16:creationId xmlns:a16="http://schemas.microsoft.com/office/drawing/2014/main" id="{0B296431-34EC-D348-B029-A5178DEA096A}"/>
                </a:ext>
              </a:extLst>
            </p:cNvPr>
            <p:cNvSpPr>
              <a:spLocks noChangeAspect="1" noChangeArrowheads="1"/>
            </p:cNvSpPr>
            <p:nvPr/>
          </p:nvSpPr>
          <p:spPr bwMode="auto">
            <a:xfrm rot="18666607">
              <a:off x="241416" y="966489"/>
              <a:ext cx="2755091" cy="696450"/>
            </a:xfrm>
            <a:custGeom>
              <a:avLst/>
              <a:gdLst>
                <a:gd name="T0" fmla="*/ 3553254 w 6056"/>
                <a:gd name="T1" fmla="*/ 716549 h 1530"/>
                <a:gd name="T2" fmla="*/ 3437988 w 6056"/>
                <a:gd name="T3" fmla="*/ 327095 h 1530"/>
                <a:gd name="T4" fmla="*/ 3601478 w 6056"/>
                <a:gd name="T5" fmla="*/ 215318 h 1530"/>
                <a:gd name="T6" fmla="*/ 3699101 w 6056"/>
                <a:gd name="T7" fmla="*/ 431812 h 1530"/>
                <a:gd name="T8" fmla="*/ 2880477 w 6056"/>
                <a:gd name="T9" fmla="*/ 1682537 h 1530"/>
                <a:gd name="T10" fmla="*/ 3485035 w 6056"/>
                <a:gd name="T11" fmla="*/ 1067176 h 1530"/>
                <a:gd name="T12" fmla="*/ 3561488 w 6056"/>
                <a:gd name="T13" fmla="*/ 805971 h 1530"/>
                <a:gd name="T14" fmla="*/ 4200156 w 6056"/>
                <a:gd name="T15" fmla="*/ 1649592 h 1530"/>
                <a:gd name="T16" fmla="*/ 3973152 w 6056"/>
                <a:gd name="T17" fmla="*/ 1608411 h 1530"/>
                <a:gd name="T18" fmla="*/ 3512088 w 6056"/>
                <a:gd name="T19" fmla="*/ 1281317 h 1530"/>
                <a:gd name="T20" fmla="*/ 3149823 w 6056"/>
                <a:gd name="T21" fmla="*/ 1608411 h 1530"/>
                <a:gd name="T22" fmla="*/ 3561488 w 6056"/>
                <a:gd name="T23" fmla="*/ 1703716 h 1530"/>
                <a:gd name="T24" fmla="*/ 3517969 w 6056"/>
                <a:gd name="T25" fmla="*/ 1434275 h 1530"/>
                <a:gd name="T26" fmla="*/ 3605006 w 6056"/>
                <a:gd name="T27" fmla="*/ 1434275 h 1530"/>
                <a:gd name="T28" fmla="*/ 14114 w 6056"/>
                <a:gd name="T29" fmla="*/ 1787254 h 1530"/>
                <a:gd name="T30" fmla="*/ 7112389 w 6056"/>
                <a:gd name="T31" fmla="*/ 1736661 h 1530"/>
                <a:gd name="T32" fmla="*/ 7021823 w 6056"/>
                <a:gd name="T33" fmla="*/ 1562524 h 1530"/>
                <a:gd name="T34" fmla="*/ 6937138 w 6056"/>
                <a:gd name="T35" fmla="*/ 1561347 h 1530"/>
                <a:gd name="T36" fmla="*/ 5565706 w 6056"/>
                <a:gd name="T37" fmla="*/ 1689597 h 1530"/>
                <a:gd name="T38" fmla="*/ 6032652 w 6056"/>
                <a:gd name="T39" fmla="*/ 1423685 h 1530"/>
                <a:gd name="T40" fmla="*/ 5039952 w 6056"/>
                <a:gd name="T41" fmla="*/ 1668418 h 1530"/>
                <a:gd name="T42" fmla="*/ 5150513 w 6056"/>
                <a:gd name="T43" fmla="*/ 1210721 h 1530"/>
                <a:gd name="T44" fmla="*/ 4740025 w 6056"/>
                <a:gd name="T45" fmla="*/ 963635 h 1530"/>
                <a:gd name="T46" fmla="*/ 4604763 w 6056"/>
                <a:gd name="T47" fmla="*/ 1257785 h 1530"/>
                <a:gd name="T48" fmla="*/ 4947033 w 6056"/>
                <a:gd name="T49" fmla="*/ 1280140 h 1530"/>
                <a:gd name="T50" fmla="*/ 4850586 w 6056"/>
                <a:gd name="T51" fmla="*/ 1255432 h 1530"/>
                <a:gd name="T52" fmla="*/ 4709444 w 6056"/>
                <a:gd name="T53" fmla="*/ 1054233 h 1530"/>
                <a:gd name="T54" fmla="*/ 5090528 w 6056"/>
                <a:gd name="T55" fmla="*/ 1293083 h 1530"/>
                <a:gd name="T56" fmla="*/ 4541249 w 6056"/>
                <a:gd name="T57" fmla="*/ 1643709 h 1530"/>
                <a:gd name="T58" fmla="*/ 3847300 w 6056"/>
                <a:gd name="T59" fmla="*/ 1220134 h 1530"/>
                <a:gd name="T60" fmla="*/ 4020200 w 6056"/>
                <a:gd name="T61" fmla="*/ 709489 h 1530"/>
                <a:gd name="T62" fmla="*/ 4220151 w 6056"/>
                <a:gd name="T63" fmla="*/ 965988 h 1530"/>
                <a:gd name="T64" fmla="*/ 4023728 w 6056"/>
                <a:gd name="T65" fmla="*/ 910688 h 1530"/>
                <a:gd name="T66" fmla="*/ 3967271 w 6056"/>
                <a:gd name="T67" fmla="*/ 1091884 h 1530"/>
                <a:gd name="T68" fmla="*/ 4297779 w 6056"/>
                <a:gd name="T69" fmla="*/ 884803 h 1530"/>
                <a:gd name="T70" fmla="*/ 3819072 w 6056"/>
                <a:gd name="T71" fmla="*/ 733021 h 1530"/>
                <a:gd name="T72" fmla="*/ 3693220 w 6056"/>
                <a:gd name="T73" fmla="*/ 633010 h 1530"/>
                <a:gd name="T74" fmla="*/ 3842596 w 6056"/>
                <a:gd name="T75" fmla="*/ 361216 h 1530"/>
                <a:gd name="T76" fmla="*/ 3561488 w 6056"/>
                <a:gd name="T77" fmla="*/ 0 h 1530"/>
                <a:gd name="T78" fmla="*/ 3457983 w 6056"/>
                <a:gd name="T79" fmla="*/ 162371 h 1530"/>
                <a:gd name="T80" fmla="*/ 3429755 w 6056"/>
                <a:gd name="T81" fmla="*/ 633010 h 1530"/>
                <a:gd name="T82" fmla="*/ 3405055 w 6056"/>
                <a:gd name="T83" fmla="*/ 905981 h 1530"/>
                <a:gd name="T84" fmla="*/ 2825196 w 6056"/>
                <a:gd name="T85" fmla="*/ 884803 h 1530"/>
                <a:gd name="T86" fmla="*/ 2993390 w 6056"/>
                <a:gd name="T87" fmla="*/ 1134242 h 1530"/>
                <a:gd name="T88" fmla="*/ 3081604 w 6056"/>
                <a:gd name="T89" fmla="*/ 957752 h 1530"/>
                <a:gd name="T90" fmla="*/ 2902824 w 6056"/>
                <a:gd name="T91" fmla="*/ 965988 h 1530"/>
                <a:gd name="T92" fmla="*/ 3188637 w 6056"/>
                <a:gd name="T93" fmla="*/ 728315 h 1530"/>
                <a:gd name="T94" fmla="*/ 3275675 w 6056"/>
                <a:gd name="T95" fmla="*/ 1220134 h 1530"/>
                <a:gd name="T96" fmla="*/ 2412355 w 6056"/>
                <a:gd name="T97" fmla="*/ 1659005 h 1530"/>
                <a:gd name="T98" fmla="*/ 2032447 w 6056"/>
                <a:gd name="T99" fmla="*/ 1293083 h 1530"/>
                <a:gd name="T100" fmla="*/ 2350017 w 6056"/>
                <a:gd name="T101" fmla="*/ 1287200 h 1530"/>
                <a:gd name="T102" fmla="*/ 2211227 w 6056"/>
                <a:gd name="T103" fmla="*/ 1230723 h 1530"/>
                <a:gd name="T104" fmla="*/ 2428822 w 6056"/>
                <a:gd name="T105" fmla="*/ 1357796 h 1530"/>
                <a:gd name="T106" fmla="*/ 2488807 w 6056"/>
                <a:gd name="T107" fmla="*/ 1062469 h 1530"/>
                <a:gd name="T108" fmla="*/ 2161828 w 6056"/>
                <a:gd name="T109" fmla="*/ 973048 h 1530"/>
                <a:gd name="T110" fmla="*/ 1963052 w 6056"/>
                <a:gd name="T111" fmla="*/ 1300142 h 1530"/>
                <a:gd name="T112" fmla="*/ 1205589 w 6056"/>
                <a:gd name="T113" fmla="*/ 1448394 h 1530"/>
                <a:gd name="T114" fmla="*/ 1090323 w 6056"/>
                <a:gd name="T115" fmla="*/ 1423685 h 1530"/>
                <a:gd name="T116" fmla="*/ 1205589 w 6056"/>
                <a:gd name="T117" fmla="*/ 1704892 h 1530"/>
                <a:gd name="T118" fmla="*/ 185837 w 6056"/>
                <a:gd name="T119" fmla="*/ 1561347 h 1530"/>
                <a:gd name="T120" fmla="*/ 225827 w 6056"/>
                <a:gd name="T121" fmla="*/ 1682537 h 1530"/>
                <a:gd name="T122" fmla="*/ 10586 w 6056"/>
                <a:gd name="T123" fmla="*/ 1736661 h 1530"/>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6056" h="1530">
                  <a:moveTo>
                    <a:pt x="3036" y="609"/>
                  </a:moveTo>
                  <a:lnTo>
                    <a:pt x="3036" y="609"/>
                  </a:lnTo>
                  <a:cubicBezTo>
                    <a:pt x="3034" y="624"/>
                    <a:pt x="3030" y="638"/>
                    <a:pt x="3028" y="638"/>
                  </a:cubicBezTo>
                  <a:cubicBezTo>
                    <a:pt x="3026" y="638"/>
                    <a:pt x="3022" y="624"/>
                    <a:pt x="3021" y="609"/>
                  </a:cubicBezTo>
                  <a:cubicBezTo>
                    <a:pt x="3012" y="539"/>
                    <a:pt x="2974" y="454"/>
                    <a:pt x="2911" y="367"/>
                  </a:cubicBezTo>
                  <a:lnTo>
                    <a:pt x="2884" y="330"/>
                  </a:lnTo>
                  <a:lnTo>
                    <a:pt x="2923" y="278"/>
                  </a:lnTo>
                  <a:cubicBezTo>
                    <a:pt x="2945" y="249"/>
                    <a:pt x="2977" y="206"/>
                    <a:pt x="2994" y="183"/>
                  </a:cubicBezTo>
                  <a:cubicBezTo>
                    <a:pt x="3011" y="158"/>
                    <a:pt x="3026" y="138"/>
                    <a:pt x="3028" y="138"/>
                  </a:cubicBezTo>
                  <a:cubicBezTo>
                    <a:pt x="3030" y="138"/>
                    <a:pt x="3045" y="158"/>
                    <a:pt x="3062" y="183"/>
                  </a:cubicBezTo>
                  <a:cubicBezTo>
                    <a:pt x="3080" y="206"/>
                    <a:pt x="3111" y="249"/>
                    <a:pt x="3132" y="278"/>
                  </a:cubicBezTo>
                  <a:lnTo>
                    <a:pt x="3172" y="330"/>
                  </a:lnTo>
                  <a:lnTo>
                    <a:pt x="3145" y="367"/>
                  </a:lnTo>
                  <a:cubicBezTo>
                    <a:pt x="3082" y="454"/>
                    <a:pt x="3043" y="539"/>
                    <a:pt x="3036" y="609"/>
                  </a:cubicBezTo>
                  <a:close/>
                  <a:moveTo>
                    <a:pt x="2513" y="1419"/>
                  </a:moveTo>
                  <a:lnTo>
                    <a:pt x="2513" y="1419"/>
                  </a:lnTo>
                  <a:cubicBezTo>
                    <a:pt x="2492" y="1424"/>
                    <a:pt x="2462" y="1429"/>
                    <a:pt x="2449" y="1430"/>
                  </a:cubicBezTo>
                  <a:cubicBezTo>
                    <a:pt x="2427" y="1433"/>
                    <a:pt x="2429" y="1432"/>
                    <a:pt x="2485" y="1402"/>
                  </a:cubicBezTo>
                  <a:cubicBezTo>
                    <a:pt x="2634" y="1324"/>
                    <a:pt x="2755" y="1220"/>
                    <a:pt x="2857" y="1086"/>
                  </a:cubicBezTo>
                  <a:cubicBezTo>
                    <a:pt x="2905" y="1022"/>
                    <a:pt x="2936" y="969"/>
                    <a:pt x="2963" y="907"/>
                  </a:cubicBezTo>
                  <a:cubicBezTo>
                    <a:pt x="2984" y="857"/>
                    <a:pt x="3010" y="772"/>
                    <a:pt x="3019" y="721"/>
                  </a:cubicBezTo>
                  <a:cubicBezTo>
                    <a:pt x="3021" y="701"/>
                    <a:pt x="3026" y="685"/>
                    <a:pt x="3028" y="685"/>
                  </a:cubicBezTo>
                  <a:cubicBezTo>
                    <a:pt x="3030" y="685"/>
                    <a:pt x="3034" y="701"/>
                    <a:pt x="3037" y="721"/>
                  </a:cubicBezTo>
                  <a:cubicBezTo>
                    <a:pt x="3046" y="772"/>
                    <a:pt x="3071" y="857"/>
                    <a:pt x="3093" y="907"/>
                  </a:cubicBezTo>
                  <a:cubicBezTo>
                    <a:pt x="3179" y="1105"/>
                    <a:pt x="3357" y="1290"/>
                    <a:pt x="3571" y="1402"/>
                  </a:cubicBezTo>
                  <a:cubicBezTo>
                    <a:pt x="3627" y="1432"/>
                    <a:pt x="3629" y="1433"/>
                    <a:pt x="3607" y="1430"/>
                  </a:cubicBezTo>
                  <a:cubicBezTo>
                    <a:pt x="3537" y="1422"/>
                    <a:pt x="3424" y="1391"/>
                    <a:pt x="3378" y="1367"/>
                  </a:cubicBezTo>
                  <a:cubicBezTo>
                    <a:pt x="3341" y="1348"/>
                    <a:pt x="3253" y="1292"/>
                    <a:pt x="3210" y="1260"/>
                  </a:cubicBezTo>
                  <a:cubicBezTo>
                    <a:pt x="3148" y="1213"/>
                    <a:pt x="3093" y="1146"/>
                    <a:pt x="3071" y="1089"/>
                  </a:cubicBezTo>
                  <a:cubicBezTo>
                    <a:pt x="3034" y="997"/>
                    <a:pt x="3021" y="997"/>
                    <a:pt x="2986" y="1089"/>
                  </a:cubicBezTo>
                  <a:cubicBezTo>
                    <a:pt x="2963" y="1146"/>
                    <a:pt x="2908" y="1213"/>
                    <a:pt x="2846" y="1260"/>
                  </a:cubicBezTo>
                  <a:cubicBezTo>
                    <a:pt x="2802" y="1292"/>
                    <a:pt x="2715" y="1348"/>
                    <a:pt x="2678" y="1367"/>
                  </a:cubicBezTo>
                  <a:cubicBezTo>
                    <a:pt x="2647" y="1382"/>
                    <a:pt x="2565" y="1409"/>
                    <a:pt x="2513" y="1419"/>
                  </a:cubicBezTo>
                  <a:lnTo>
                    <a:pt x="3373" y="1445"/>
                  </a:lnTo>
                  <a:cubicBezTo>
                    <a:pt x="3377" y="1447"/>
                    <a:pt x="3222" y="1448"/>
                    <a:pt x="3028" y="1448"/>
                  </a:cubicBezTo>
                  <a:cubicBezTo>
                    <a:pt x="2834" y="1448"/>
                    <a:pt x="2679" y="1447"/>
                    <a:pt x="2683" y="1445"/>
                  </a:cubicBezTo>
                  <a:cubicBezTo>
                    <a:pt x="2714" y="1434"/>
                    <a:pt x="2795" y="1389"/>
                    <a:pt x="2842" y="1358"/>
                  </a:cubicBezTo>
                  <a:cubicBezTo>
                    <a:pt x="2911" y="1310"/>
                    <a:pt x="2947" y="1277"/>
                    <a:pt x="2991" y="1219"/>
                  </a:cubicBezTo>
                  <a:cubicBezTo>
                    <a:pt x="3010" y="1194"/>
                    <a:pt x="3027" y="1174"/>
                    <a:pt x="3028" y="1174"/>
                  </a:cubicBezTo>
                  <a:cubicBezTo>
                    <a:pt x="3030" y="1174"/>
                    <a:pt x="3046" y="1194"/>
                    <a:pt x="3065" y="1219"/>
                  </a:cubicBezTo>
                  <a:cubicBezTo>
                    <a:pt x="3109" y="1277"/>
                    <a:pt x="3145" y="1310"/>
                    <a:pt x="3215" y="1358"/>
                  </a:cubicBezTo>
                  <a:cubicBezTo>
                    <a:pt x="3262" y="1389"/>
                    <a:pt x="3342" y="1434"/>
                    <a:pt x="3373" y="1445"/>
                  </a:cubicBezTo>
                  <a:lnTo>
                    <a:pt x="2513" y="1419"/>
                  </a:lnTo>
                  <a:close/>
                  <a:moveTo>
                    <a:pt x="12" y="1519"/>
                  </a:moveTo>
                  <a:lnTo>
                    <a:pt x="12" y="1519"/>
                  </a:lnTo>
                  <a:cubicBezTo>
                    <a:pt x="26" y="1529"/>
                    <a:pt x="6034" y="1527"/>
                    <a:pt x="6046" y="1517"/>
                  </a:cubicBezTo>
                  <a:cubicBezTo>
                    <a:pt x="6054" y="1510"/>
                    <a:pt x="6055" y="1487"/>
                    <a:pt x="6047" y="1476"/>
                  </a:cubicBezTo>
                  <a:cubicBezTo>
                    <a:pt x="6030" y="1454"/>
                    <a:pt x="6017" y="1452"/>
                    <a:pt x="5921" y="1453"/>
                  </a:cubicBezTo>
                  <a:lnTo>
                    <a:pt x="5827" y="1454"/>
                  </a:lnTo>
                  <a:lnTo>
                    <a:pt x="5864" y="1430"/>
                  </a:lnTo>
                  <a:cubicBezTo>
                    <a:pt x="5907" y="1402"/>
                    <a:pt x="5965" y="1345"/>
                    <a:pt x="5970" y="1328"/>
                  </a:cubicBezTo>
                  <a:cubicBezTo>
                    <a:pt x="5973" y="1317"/>
                    <a:pt x="5962" y="1301"/>
                    <a:pt x="5952" y="1301"/>
                  </a:cubicBezTo>
                  <a:cubicBezTo>
                    <a:pt x="5948" y="1301"/>
                    <a:pt x="5925" y="1312"/>
                    <a:pt x="5898" y="1327"/>
                  </a:cubicBezTo>
                  <a:cubicBezTo>
                    <a:pt x="5827" y="1365"/>
                    <a:pt x="5756" y="1387"/>
                    <a:pt x="5581" y="1422"/>
                  </a:cubicBezTo>
                  <a:cubicBezTo>
                    <a:pt x="5460" y="1446"/>
                    <a:pt x="5406" y="1449"/>
                    <a:pt x="5031" y="1449"/>
                  </a:cubicBezTo>
                  <a:lnTo>
                    <a:pt x="4686" y="1448"/>
                  </a:lnTo>
                  <a:lnTo>
                    <a:pt x="4732" y="1436"/>
                  </a:lnTo>
                  <a:cubicBezTo>
                    <a:pt x="4857" y="1401"/>
                    <a:pt x="4963" y="1348"/>
                    <a:pt x="5086" y="1257"/>
                  </a:cubicBezTo>
                  <a:cubicBezTo>
                    <a:pt x="5124" y="1229"/>
                    <a:pt x="5130" y="1222"/>
                    <a:pt x="5129" y="1210"/>
                  </a:cubicBezTo>
                  <a:cubicBezTo>
                    <a:pt x="5128" y="1203"/>
                    <a:pt x="5123" y="1196"/>
                    <a:pt x="5117" y="1196"/>
                  </a:cubicBezTo>
                  <a:cubicBezTo>
                    <a:pt x="5113" y="1194"/>
                    <a:pt x="5074" y="1210"/>
                    <a:pt x="5032" y="1231"/>
                  </a:cubicBezTo>
                  <a:cubicBezTo>
                    <a:pt x="4793" y="1348"/>
                    <a:pt x="4516" y="1418"/>
                    <a:pt x="4285" y="1418"/>
                  </a:cubicBezTo>
                  <a:lnTo>
                    <a:pt x="4221" y="1418"/>
                  </a:lnTo>
                  <a:lnTo>
                    <a:pt x="4247" y="1397"/>
                  </a:lnTo>
                  <a:cubicBezTo>
                    <a:pt x="4354" y="1313"/>
                    <a:pt x="4411" y="1152"/>
                    <a:pt x="4379" y="1029"/>
                  </a:cubicBezTo>
                  <a:cubicBezTo>
                    <a:pt x="4356" y="943"/>
                    <a:pt x="4294" y="865"/>
                    <a:pt x="4218" y="827"/>
                  </a:cubicBezTo>
                  <a:cubicBezTo>
                    <a:pt x="4173" y="805"/>
                    <a:pt x="4171" y="804"/>
                    <a:pt x="4116" y="804"/>
                  </a:cubicBezTo>
                  <a:cubicBezTo>
                    <a:pt x="4067" y="804"/>
                    <a:pt x="4057" y="806"/>
                    <a:pt x="4030" y="819"/>
                  </a:cubicBezTo>
                  <a:cubicBezTo>
                    <a:pt x="3994" y="835"/>
                    <a:pt x="3957" y="871"/>
                    <a:pt x="3941" y="903"/>
                  </a:cubicBezTo>
                  <a:cubicBezTo>
                    <a:pt x="3913" y="958"/>
                    <a:pt x="3902" y="1025"/>
                    <a:pt x="3915" y="1069"/>
                  </a:cubicBezTo>
                  <a:cubicBezTo>
                    <a:pt x="3922" y="1093"/>
                    <a:pt x="3959" y="1136"/>
                    <a:pt x="3991" y="1154"/>
                  </a:cubicBezTo>
                  <a:cubicBezTo>
                    <a:pt x="4053" y="1191"/>
                    <a:pt x="4137" y="1193"/>
                    <a:pt x="4175" y="1159"/>
                  </a:cubicBezTo>
                  <a:cubicBezTo>
                    <a:pt x="4191" y="1146"/>
                    <a:pt x="4206" y="1110"/>
                    <a:pt x="4206" y="1088"/>
                  </a:cubicBezTo>
                  <a:cubicBezTo>
                    <a:pt x="4206" y="1066"/>
                    <a:pt x="4196" y="1053"/>
                    <a:pt x="4176" y="1046"/>
                  </a:cubicBezTo>
                  <a:cubicBezTo>
                    <a:pt x="4155" y="1038"/>
                    <a:pt x="4135" y="1046"/>
                    <a:pt x="4124" y="1067"/>
                  </a:cubicBezTo>
                  <a:cubicBezTo>
                    <a:pt x="4114" y="1087"/>
                    <a:pt x="4097" y="1094"/>
                    <a:pt x="4058" y="1094"/>
                  </a:cubicBezTo>
                  <a:cubicBezTo>
                    <a:pt x="4032" y="1094"/>
                    <a:pt x="4023" y="1091"/>
                    <a:pt x="4005" y="1077"/>
                  </a:cubicBezTo>
                  <a:cubicBezTo>
                    <a:pt x="3948" y="1036"/>
                    <a:pt x="3948" y="953"/>
                    <a:pt x="4004" y="896"/>
                  </a:cubicBezTo>
                  <a:cubicBezTo>
                    <a:pt x="4037" y="864"/>
                    <a:pt x="4072" y="853"/>
                    <a:pt x="4122" y="856"/>
                  </a:cubicBezTo>
                  <a:cubicBezTo>
                    <a:pt x="4235" y="864"/>
                    <a:pt x="4328" y="974"/>
                    <a:pt x="4328" y="1099"/>
                  </a:cubicBezTo>
                  <a:cubicBezTo>
                    <a:pt x="4328" y="1203"/>
                    <a:pt x="4284" y="1296"/>
                    <a:pt x="4205" y="1355"/>
                  </a:cubicBezTo>
                  <a:cubicBezTo>
                    <a:pt x="4152" y="1396"/>
                    <a:pt x="4112" y="1407"/>
                    <a:pt x="4004" y="1410"/>
                  </a:cubicBezTo>
                  <a:cubicBezTo>
                    <a:pt x="3925" y="1413"/>
                    <a:pt x="3920" y="1413"/>
                    <a:pt x="3861" y="1397"/>
                  </a:cubicBezTo>
                  <a:cubicBezTo>
                    <a:pt x="3728" y="1362"/>
                    <a:pt x="3592" y="1305"/>
                    <a:pt x="3477" y="1238"/>
                  </a:cubicBezTo>
                  <a:cubicBezTo>
                    <a:pt x="3425" y="1208"/>
                    <a:pt x="3326" y="1112"/>
                    <a:pt x="3271" y="1037"/>
                  </a:cubicBezTo>
                  <a:cubicBezTo>
                    <a:pt x="3232" y="986"/>
                    <a:pt x="3219" y="955"/>
                    <a:pt x="3209" y="885"/>
                  </a:cubicBezTo>
                  <a:cubicBezTo>
                    <a:pt x="3192" y="778"/>
                    <a:pt x="3249" y="667"/>
                    <a:pt x="3344" y="619"/>
                  </a:cubicBezTo>
                  <a:cubicBezTo>
                    <a:pt x="3372" y="605"/>
                    <a:pt x="3382" y="603"/>
                    <a:pt x="3418" y="603"/>
                  </a:cubicBezTo>
                  <a:cubicBezTo>
                    <a:pt x="3471" y="603"/>
                    <a:pt x="3502" y="617"/>
                    <a:pt x="3541" y="657"/>
                  </a:cubicBezTo>
                  <a:cubicBezTo>
                    <a:pt x="3594" y="710"/>
                    <a:pt x="3615" y="784"/>
                    <a:pt x="3588" y="821"/>
                  </a:cubicBezTo>
                  <a:cubicBezTo>
                    <a:pt x="3569" y="847"/>
                    <a:pt x="3535" y="861"/>
                    <a:pt x="3498" y="859"/>
                  </a:cubicBezTo>
                  <a:cubicBezTo>
                    <a:pt x="3451" y="856"/>
                    <a:pt x="3437" y="845"/>
                    <a:pt x="3437" y="814"/>
                  </a:cubicBezTo>
                  <a:cubicBezTo>
                    <a:pt x="3437" y="794"/>
                    <a:pt x="3434" y="787"/>
                    <a:pt x="3421" y="774"/>
                  </a:cubicBezTo>
                  <a:cubicBezTo>
                    <a:pt x="3394" y="747"/>
                    <a:pt x="3353" y="757"/>
                    <a:pt x="3338" y="794"/>
                  </a:cubicBezTo>
                  <a:cubicBezTo>
                    <a:pt x="3320" y="837"/>
                    <a:pt x="3333" y="887"/>
                    <a:pt x="3373" y="928"/>
                  </a:cubicBezTo>
                  <a:cubicBezTo>
                    <a:pt x="3413" y="967"/>
                    <a:pt x="3449" y="977"/>
                    <a:pt x="3511" y="964"/>
                  </a:cubicBezTo>
                  <a:cubicBezTo>
                    <a:pt x="3586" y="948"/>
                    <a:pt x="3636" y="898"/>
                    <a:pt x="3652" y="824"/>
                  </a:cubicBezTo>
                  <a:cubicBezTo>
                    <a:pt x="3658" y="793"/>
                    <a:pt x="3659" y="779"/>
                    <a:pt x="3654" y="752"/>
                  </a:cubicBezTo>
                  <a:cubicBezTo>
                    <a:pt x="3641" y="682"/>
                    <a:pt x="3580" y="604"/>
                    <a:pt x="3515" y="573"/>
                  </a:cubicBezTo>
                  <a:cubicBezTo>
                    <a:pt x="3418" y="528"/>
                    <a:pt x="3330" y="544"/>
                    <a:pt x="3247" y="623"/>
                  </a:cubicBezTo>
                  <a:cubicBezTo>
                    <a:pt x="3205" y="663"/>
                    <a:pt x="3172" y="719"/>
                    <a:pt x="3161" y="770"/>
                  </a:cubicBezTo>
                  <a:cubicBezTo>
                    <a:pt x="3148" y="824"/>
                    <a:pt x="3147" y="824"/>
                    <a:pt x="3135" y="772"/>
                  </a:cubicBezTo>
                  <a:cubicBezTo>
                    <a:pt x="3113" y="679"/>
                    <a:pt x="3115" y="590"/>
                    <a:pt x="3140" y="538"/>
                  </a:cubicBezTo>
                  <a:cubicBezTo>
                    <a:pt x="3154" y="508"/>
                    <a:pt x="3262" y="345"/>
                    <a:pt x="3273" y="336"/>
                  </a:cubicBezTo>
                  <a:cubicBezTo>
                    <a:pt x="3286" y="325"/>
                    <a:pt x="3284" y="317"/>
                    <a:pt x="3267" y="307"/>
                  </a:cubicBezTo>
                  <a:cubicBezTo>
                    <a:pt x="3251" y="298"/>
                    <a:pt x="3153" y="189"/>
                    <a:pt x="3116" y="138"/>
                  </a:cubicBezTo>
                  <a:cubicBezTo>
                    <a:pt x="3103" y="121"/>
                    <a:pt x="3078" y="82"/>
                    <a:pt x="3062" y="53"/>
                  </a:cubicBezTo>
                  <a:cubicBezTo>
                    <a:pt x="3045" y="24"/>
                    <a:pt x="3030" y="0"/>
                    <a:pt x="3028" y="0"/>
                  </a:cubicBezTo>
                  <a:cubicBezTo>
                    <a:pt x="3026" y="0"/>
                    <a:pt x="3011" y="24"/>
                    <a:pt x="2994" y="53"/>
                  </a:cubicBezTo>
                  <a:cubicBezTo>
                    <a:pt x="2977" y="82"/>
                    <a:pt x="2953" y="121"/>
                    <a:pt x="2940" y="138"/>
                  </a:cubicBezTo>
                  <a:cubicBezTo>
                    <a:pt x="2903" y="189"/>
                    <a:pt x="2805" y="298"/>
                    <a:pt x="2788" y="307"/>
                  </a:cubicBezTo>
                  <a:cubicBezTo>
                    <a:pt x="2771" y="317"/>
                    <a:pt x="2769" y="325"/>
                    <a:pt x="2782" y="336"/>
                  </a:cubicBezTo>
                  <a:cubicBezTo>
                    <a:pt x="2794" y="345"/>
                    <a:pt x="2901" y="508"/>
                    <a:pt x="2916" y="538"/>
                  </a:cubicBezTo>
                  <a:cubicBezTo>
                    <a:pt x="2941" y="590"/>
                    <a:pt x="2943" y="679"/>
                    <a:pt x="2921" y="772"/>
                  </a:cubicBezTo>
                  <a:cubicBezTo>
                    <a:pt x="2909" y="824"/>
                    <a:pt x="2908" y="824"/>
                    <a:pt x="2895" y="770"/>
                  </a:cubicBezTo>
                  <a:cubicBezTo>
                    <a:pt x="2884" y="719"/>
                    <a:pt x="2851" y="663"/>
                    <a:pt x="2809" y="623"/>
                  </a:cubicBezTo>
                  <a:cubicBezTo>
                    <a:pt x="2725" y="544"/>
                    <a:pt x="2638" y="528"/>
                    <a:pt x="2541" y="573"/>
                  </a:cubicBezTo>
                  <a:cubicBezTo>
                    <a:pt x="2475" y="604"/>
                    <a:pt x="2415" y="682"/>
                    <a:pt x="2402" y="752"/>
                  </a:cubicBezTo>
                  <a:cubicBezTo>
                    <a:pt x="2397" y="779"/>
                    <a:pt x="2398" y="793"/>
                    <a:pt x="2404" y="824"/>
                  </a:cubicBezTo>
                  <a:cubicBezTo>
                    <a:pt x="2420" y="898"/>
                    <a:pt x="2470" y="948"/>
                    <a:pt x="2545" y="964"/>
                  </a:cubicBezTo>
                  <a:cubicBezTo>
                    <a:pt x="2607" y="977"/>
                    <a:pt x="2643" y="967"/>
                    <a:pt x="2683" y="928"/>
                  </a:cubicBezTo>
                  <a:cubicBezTo>
                    <a:pt x="2723" y="887"/>
                    <a:pt x="2736" y="837"/>
                    <a:pt x="2718" y="794"/>
                  </a:cubicBezTo>
                  <a:cubicBezTo>
                    <a:pt x="2695" y="738"/>
                    <a:pt x="2620" y="753"/>
                    <a:pt x="2620" y="814"/>
                  </a:cubicBezTo>
                  <a:cubicBezTo>
                    <a:pt x="2620" y="845"/>
                    <a:pt x="2605" y="856"/>
                    <a:pt x="2559" y="859"/>
                  </a:cubicBezTo>
                  <a:cubicBezTo>
                    <a:pt x="2522" y="861"/>
                    <a:pt x="2487" y="847"/>
                    <a:pt x="2468" y="821"/>
                  </a:cubicBezTo>
                  <a:cubicBezTo>
                    <a:pt x="2441" y="784"/>
                    <a:pt x="2462" y="710"/>
                    <a:pt x="2515" y="657"/>
                  </a:cubicBezTo>
                  <a:cubicBezTo>
                    <a:pt x="2554" y="617"/>
                    <a:pt x="2585" y="603"/>
                    <a:pt x="2638" y="603"/>
                  </a:cubicBezTo>
                  <a:cubicBezTo>
                    <a:pt x="2674" y="603"/>
                    <a:pt x="2685" y="605"/>
                    <a:pt x="2711" y="619"/>
                  </a:cubicBezTo>
                  <a:cubicBezTo>
                    <a:pt x="2807" y="667"/>
                    <a:pt x="2863" y="778"/>
                    <a:pt x="2847" y="885"/>
                  </a:cubicBezTo>
                  <a:cubicBezTo>
                    <a:pt x="2836" y="955"/>
                    <a:pt x="2824" y="986"/>
                    <a:pt x="2785" y="1037"/>
                  </a:cubicBezTo>
                  <a:cubicBezTo>
                    <a:pt x="2730" y="1112"/>
                    <a:pt x="2631" y="1208"/>
                    <a:pt x="2579" y="1238"/>
                  </a:cubicBezTo>
                  <a:cubicBezTo>
                    <a:pt x="2464" y="1305"/>
                    <a:pt x="2328" y="1362"/>
                    <a:pt x="2195" y="1397"/>
                  </a:cubicBezTo>
                  <a:cubicBezTo>
                    <a:pt x="2136" y="1413"/>
                    <a:pt x="2131" y="1413"/>
                    <a:pt x="2051" y="1410"/>
                  </a:cubicBezTo>
                  <a:cubicBezTo>
                    <a:pt x="1944" y="1407"/>
                    <a:pt x="1904" y="1396"/>
                    <a:pt x="1850" y="1355"/>
                  </a:cubicBezTo>
                  <a:cubicBezTo>
                    <a:pt x="1772" y="1296"/>
                    <a:pt x="1728" y="1203"/>
                    <a:pt x="1728" y="1099"/>
                  </a:cubicBezTo>
                  <a:cubicBezTo>
                    <a:pt x="1728" y="974"/>
                    <a:pt x="1820" y="864"/>
                    <a:pt x="1934" y="856"/>
                  </a:cubicBezTo>
                  <a:cubicBezTo>
                    <a:pt x="1984" y="853"/>
                    <a:pt x="2019" y="864"/>
                    <a:pt x="2051" y="896"/>
                  </a:cubicBezTo>
                  <a:cubicBezTo>
                    <a:pt x="2128" y="973"/>
                    <a:pt x="2095" y="1094"/>
                    <a:pt x="1998" y="1094"/>
                  </a:cubicBezTo>
                  <a:cubicBezTo>
                    <a:pt x="1958" y="1094"/>
                    <a:pt x="1943" y="1087"/>
                    <a:pt x="1932" y="1067"/>
                  </a:cubicBezTo>
                  <a:cubicBezTo>
                    <a:pt x="1921" y="1046"/>
                    <a:pt x="1901" y="1038"/>
                    <a:pt x="1880" y="1046"/>
                  </a:cubicBezTo>
                  <a:cubicBezTo>
                    <a:pt x="1859" y="1053"/>
                    <a:pt x="1850" y="1066"/>
                    <a:pt x="1850" y="1088"/>
                  </a:cubicBezTo>
                  <a:cubicBezTo>
                    <a:pt x="1850" y="1110"/>
                    <a:pt x="1865" y="1146"/>
                    <a:pt x="1880" y="1159"/>
                  </a:cubicBezTo>
                  <a:cubicBezTo>
                    <a:pt x="1918" y="1193"/>
                    <a:pt x="2003" y="1191"/>
                    <a:pt x="2065" y="1154"/>
                  </a:cubicBezTo>
                  <a:cubicBezTo>
                    <a:pt x="2097" y="1136"/>
                    <a:pt x="2135" y="1093"/>
                    <a:pt x="2141" y="1069"/>
                  </a:cubicBezTo>
                  <a:cubicBezTo>
                    <a:pt x="2153" y="1025"/>
                    <a:pt x="2143" y="958"/>
                    <a:pt x="2116" y="903"/>
                  </a:cubicBezTo>
                  <a:cubicBezTo>
                    <a:pt x="2099" y="871"/>
                    <a:pt x="2062" y="835"/>
                    <a:pt x="2026" y="819"/>
                  </a:cubicBezTo>
                  <a:cubicBezTo>
                    <a:pt x="1999" y="806"/>
                    <a:pt x="1989" y="804"/>
                    <a:pt x="1939" y="804"/>
                  </a:cubicBezTo>
                  <a:cubicBezTo>
                    <a:pt x="1884" y="804"/>
                    <a:pt x="1883" y="805"/>
                    <a:pt x="1838" y="827"/>
                  </a:cubicBezTo>
                  <a:cubicBezTo>
                    <a:pt x="1803" y="844"/>
                    <a:pt x="1785" y="858"/>
                    <a:pt x="1757" y="886"/>
                  </a:cubicBezTo>
                  <a:cubicBezTo>
                    <a:pt x="1697" y="950"/>
                    <a:pt x="1669" y="1021"/>
                    <a:pt x="1669" y="1105"/>
                  </a:cubicBezTo>
                  <a:cubicBezTo>
                    <a:pt x="1669" y="1216"/>
                    <a:pt x="1723" y="1329"/>
                    <a:pt x="1808" y="1397"/>
                  </a:cubicBezTo>
                  <a:lnTo>
                    <a:pt x="1834" y="1418"/>
                  </a:lnTo>
                  <a:lnTo>
                    <a:pt x="1771" y="1418"/>
                  </a:lnTo>
                  <a:cubicBezTo>
                    <a:pt x="1540" y="1418"/>
                    <a:pt x="1262" y="1348"/>
                    <a:pt x="1025" y="1231"/>
                  </a:cubicBezTo>
                  <a:cubicBezTo>
                    <a:pt x="982" y="1210"/>
                    <a:pt x="944" y="1194"/>
                    <a:pt x="938" y="1196"/>
                  </a:cubicBezTo>
                  <a:cubicBezTo>
                    <a:pt x="933" y="1196"/>
                    <a:pt x="928" y="1203"/>
                    <a:pt x="927" y="1210"/>
                  </a:cubicBezTo>
                  <a:cubicBezTo>
                    <a:pt x="926" y="1222"/>
                    <a:pt x="933" y="1229"/>
                    <a:pt x="970" y="1257"/>
                  </a:cubicBezTo>
                  <a:cubicBezTo>
                    <a:pt x="1093" y="1348"/>
                    <a:pt x="1198" y="1401"/>
                    <a:pt x="1325" y="1436"/>
                  </a:cubicBezTo>
                  <a:lnTo>
                    <a:pt x="1369" y="1448"/>
                  </a:lnTo>
                  <a:lnTo>
                    <a:pt x="1025" y="1449"/>
                  </a:lnTo>
                  <a:cubicBezTo>
                    <a:pt x="650" y="1449"/>
                    <a:pt x="595" y="1446"/>
                    <a:pt x="475" y="1422"/>
                  </a:cubicBezTo>
                  <a:cubicBezTo>
                    <a:pt x="299" y="1387"/>
                    <a:pt x="229" y="1365"/>
                    <a:pt x="158" y="1327"/>
                  </a:cubicBezTo>
                  <a:cubicBezTo>
                    <a:pt x="131" y="1312"/>
                    <a:pt x="107" y="1301"/>
                    <a:pt x="104" y="1301"/>
                  </a:cubicBezTo>
                  <a:cubicBezTo>
                    <a:pt x="94" y="1301"/>
                    <a:pt x="83" y="1317"/>
                    <a:pt x="86" y="1328"/>
                  </a:cubicBezTo>
                  <a:cubicBezTo>
                    <a:pt x="91" y="1345"/>
                    <a:pt x="149" y="1402"/>
                    <a:pt x="192" y="1430"/>
                  </a:cubicBezTo>
                  <a:lnTo>
                    <a:pt x="228" y="1454"/>
                  </a:lnTo>
                  <a:lnTo>
                    <a:pt x="135" y="1453"/>
                  </a:lnTo>
                  <a:cubicBezTo>
                    <a:pt x="39" y="1452"/>
                    <a:pt x="25" y="1454"/>
                    <a:pt x="9" y="1476"/>
                  </a:cubicBezTo>
                  <a:cubicBezTo>
                    <a:pt x="0" y="1488"/>
                    <a:pt x="1" y="1511"/>
                    <a:pt x="12" y="1519"/>
                  </a:cubicBezTo>
                  <a:close/>
                </a:path>
              </a:pathLst>
            </a:custGeom>
            <a:grpFill/>
            <a:ln>
              <a:noFill/>
            </a:ln>
            <a:effectLst/>
          </p:spPr>
          <p:txBody>
            <a:bodyPr wrap="none" anchor="ctr"/>
            <a:lstStyle/>
            <a:p>
              <a:endParaRPr lang="es-ES_tradnl" sz="2400"/>
            </a:p>
          </p:txBody>
        </p:sp>
        <p:sp>
          <p:nvSpPr>
            <p:cNvPr id="15" name="Freeform 10">
              <a:extLst>
                <a:ext uri="{FF2B5EF4-FFF2-40B4-BE49-F238E27FC236}">
                  <a16:creationId xmlns:a16="http://schemas.microsoft.com/office/drawing/2014/main" id="{596A7AC3-81A5-AA42-8016-C7425936953C}"/>
                </a:ext>
              </a:extLst>
            </p:cNvPr>
            <p:cNvSpPr>
              <a:spLocks noChangeAspect="1" noChangeArrowheads="1"/>
            </p:cNvSpPr>
            <p:nvPr/>
          </p:nvSpPr>
          <p:spPr bwMode="auto">
            <a:xfrm rot="7856835">
              <a:off x="2557986" y="3480562"/>
              <a:ext cx="2755091" cy="696450"/>
            </a:xfrm>
            <a:custGeom>
              <a:avLst/>
              <a:gdLst>
                <a:gd name="T0" fmla="*/ 3553254 w 6056"/>
                <a:gd name="T1" fmla="*/ 716549 h 1530"/>
                <a:gd name="T2" fmla="*/ 3437988 w 6056"/>
                <a:gd name="T3" fmla="*/ 327095 h 1530"/>
                <a:gd name="T4" fmla="*/ 3601478 w 6056"/>
                <a:gd name="T5" fmla="*/ 215318 h 1530"/>
                <a:gd name="T6" fmla="*/ 3699101 w 6056"/>
                <a:gd name="T7" fmla="*/ 431812 h 1530"/>
                <a:gd name="T8" fmla="*/ 2880477 w 6056"/>
                <a:gd name="T9" fmla="*/ 1682537 h 1530"/>
                <a:gd name="T10" fmla="*/ 3485035 w 6056"/>
                <a:gd name="T11" fmla="*/ 1067176 h 1530"/>
                <a:gd name="T12" fmla="*/ 3561488 w 6056"/>
                <a:gd name="T13" fmla="*/ 805971 h 1530"/>
                <a:gd name="T14" fmla="*/ 4200156 w 6056"/>
                <a:gd name="T15" fmla="*/ 1649592 h 1530"/>
                <a:gd name="T16" fmla="*/ 3973152 w 6056"/>
                <a:gd name="T17" fmla="*/ 1608411 h 1530"/>
                <a:gd name="T18" fmla="*/ 3512088 w 6056"/>
                <a:gd name="T19" fmla="*/ 1281317 h 1530"/>
                <a:gd name="T20" fmla="*/ 3149823 w 6056"/>
                <a:gd name="T21" fmla="*/ 1608411 h 1530"/>
                <a:gd name="T22" fmla="*/ 3561488 w 6056"/>
                <a:gd name="T23" fmla="*/ 1703716 h 1530"/>
                <a:gd name="T24" fmla="*/ 3517969 w 6056"/>
                <a:gd name="T25" fmla="*/ 1434275 h 1530"/>
                <a:gd name="T26" fmla="*/ 3605006 w 6056"/>
                <a:gd name="T27" fmla="*/ 1434275 h 1530"/>
                <a:gd name="T28" fmla="*/ 14114 w 6056"/>
                <a:gd name="T29" fmla="*/ 1787254 h 1530"/>
                <a:gd name="T30" fmla="*/ 7112389 w 6056"/>
                <a:gd name="T31" fmla="*/ 1736661 h 1530"/>
                <a:gd name="T32" fmla="*/ 7021823 w 6056"/>
                <a:gd name="T33" fmla="*/ 1562524 h 1530"/>
                <a:gd name="T34" fmla="*/ 6937138 w 6056"/>
                <a:gd name="T35" fmla="*/ 1561347 h 1530"/>
                <a:gd name="T36" fmla="*/ 5565706 w 6056"/>
                <a:gd name="T37" fmla="*/ 1689597 h 1530"/>
                <a:gd name="T38" fmla="*/ 6032652 w 6056"/>
                <a:gd name="T39" fmla="*/ 1423685 h 1530"/>
                <a:gd name="T40" fmla="*/ 5039952 w 6056"/>
                <a:gd name="T41" fmla="*/ 1668418 h 1530"/>
                <a:gd name="T42" fmla="*/ 5150513 w 6056"/>
                <a:gd name="T43" fmla="*/ 1210721 h 1530"/>
                <a:gd name="T44" fmla="*/ 4740025 w 6056"/>
                <a:gd name="T45" fmla="*/ 963635 h 1530"/>
                <a:gd name="T46" fmla="*/ 4604763 w 6056"/>
                <a:gd name="T47" fmla="*/ 1257785 h 1530"/>
                <a:gd name="T48" fmla="*/ 4947033 w 6056"/>
                <a:gd name="T49" fmla="*/ 1280140 h 1530"/>
                <a:gd name="T50" fmla="*/ 4850586 w 6056"/>
                <a:gd name="T51" fmla="*/ 1255432 h 1530"/>
                <a:gd name="T52" fmla="*/ 4709444 w 6056"/>
                <a:gd name="T53" fmla="*/ 1054233 h 1530"/>
                <a:gd name="T54" fmla="*/ 5090528 w 6056"/>
                <a:gd name="T55" fmla="*/ 1293083 h 1530"/>
                <a:gd name="T56" fmla="*/ 4541249 w 6056"/>
                <a:gd name="T57" fmla="*/ 1643709 h 1530"/>
                <a:gd name="T58" fmla="*/ 3847300 w 6056"/>
                <a:gd name="T59" fmla="*/ 1220134 h 1530"/>
                <a:gd name="T60" fmla="*/ 4020200 w 6056"/>
                <a:gd name="T61" fmla="*/ 709489 h 1530"/>
                <a:gd name="T62" fmla="*/ 4220151 w 6056"/>
                <a:gd name="T63" fmla="*/ 965988 h 1530"/>
                <a:gd name="T64" fmla="*/ 4023728 w 6056"/>
                <a:gd name="T65" fmla="*/ 910688 h 1530"/>
                <a:gd name="T66" fmla="*/ 3967271 w 6056"/>
                <a:gd name="T67" fmla="*/ 1091884 h 1530"/>
                <a:gd name="T68" fmla="*/ 4297779 w 6056"/>
                <a:gd name="T69" fmla="*/ 884803 h 1530"/>
                <a:gd name="T70" fmla="*/ 3819072 w 6056"/>
                <a:gd name="T71" fmla="*/ 733021 h 1530"/>
                <a:gd name="T72" fmla="*/ 3693220 w 6056"/>
                <a:gd name="T73" fmla="*/ 633010 h 1530"/>
                <a:gd name="T74" fmla="*/ 3842596 w 6056"/>
                <a:gd name="T75" fmla="*/ 361216 h 1530"/>
                <a:gd name="T76" fmla="*/ 3561488 w 6056"/>
                <a:gd name="T77" fmla="*/ 0 h 1530"/>
                <a:gd name="T78" fmla="*/ 3457983 w 6056"/>
                <a:gd name="T79" fmla="*/ 162371 h 1530"/>
                <a:gd name="T80" fmla="*/ 3429755 w 6056"/>
                <a:gd name="T81" fmla="*/ 633010 h 1530"/>
                <a:gd name="T82" fmla="*/ 3405055 w 6056"/>
                <a:gd name="T83" fmla="*/ 905981 h 1530"/>
                <a:gd name="T84" fmla="*/ 2825196 w 6056"/>
                <a:gd name="T85" fmla="*/ 884803 h 1530"/>
                <a:gd name="T86" fmla="*/ 2993390 w 6056"/>
                <a:gd name="T87" fmla="*/ 1134242 h 1530"/>
                <a:gd name="T88" fmla="*/ 3081604 w 6056"/>
                <a:gd name="T89" fmla="*/ 957752 h 1530"/>
                <a:gd name="T90" fmla="*/ 2902824 w 6056"/>
                <a:gd name="T91" fmla="*/ 965988 h 1530"/>
                <a:gd name="T92" fmla="*/ 3188637 w 6056"/>
                <a:gd name="T93" fmla="*/ 728315 h 1530"/>
                <a:gd name="T94" fmla="*/ 3275675 w 6056"/>
                <a:gd name="T95" fmla="*/ 1220134 h 1530"/>
                <a:gd name="T96" fmla="*/ 2412355 w 6056"/>
                <a:gd name="T97" fmla="*/ 1659005 h 1530"/>
                <a:gd name="T98" fmla="*/ 2032447 w 6056"/>
                <a:gd name="T99" fmla="*/ 1293083 h 1530"/>
                <a:gd name="T100" fmla="*/ 2350017 w 6056"/>
                <a:gd name="T101" fmla="*/ 1287200 h 1530"/>
                <a:gd name="T102" fmla="*/ 2211227 w 6056"/>
                <a:gd name="T103" fmla="*/ 1230723 h 1530"/>
                <a:gd name="T104" fmla="*/ 2428822 w 6056"/>
                <a:gd name="T105" fmla="*/ 1357796 h 1530"/>
                <a:gd name="T106" fmla="*/ 2488807 w 6056"/>
                <a:gd name="T107" fmla="*/ 1062469 h 1530"/>
                <a:gd name="T108" fmla="*/ 2161828 w 6056"/>
                <a:gd name="T109" fmla="*/ 973048 h 1530"/>
                <a:gd name="T110" fmla="*/ 1963052 w 6056"/>
                <a:gd name="T111" fmla="*/ 1300142 h 1530"/>
                <a:gd name="T112" fmla="*/ 1205589 w 6056"/>
                <a:gd name="T113" fmla="*/ 1448394 h 1530"/>
                <a:gd name="T114" fmla="*/ 1090323 w 6056"/>
                <a:gd name="T115" fmla="*/ 1423685 h 1530"/>
                <a:gd name="T116" fmla="*/ 1205589 w 6056"/>
                <a:gd name="T117" fmla="*/ 1704892 h 1530"/>
                <a:gd name="T118" fmla="*/ 185837 w 6056"/>
                <a:gd name="T119" fmla="*/ 1561347 h 1530"/>
                <a:gd name="T120" fmla="*/ 225827 w 6056"/>
                <a:gd name="T121" fmla="*/ 1682537 h 1530"/>
                <a:gd name="T122" fmla="*/ 10586 w 6056"/>
                <a:gd name="T123" fmla="*/ 1736661 h 1530"/>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6056" h="1530">
                  <a:moveTo>
                    <a:pt x="3036" y="609"/>
                  </a:moveTo>
                  <a:lnTo>
                    <a:pt x="3036" y="609"/>
                  </a:lnTo>
                  <a:cubicBezTo>
                    <a:pt x="3034" y="624"/>
                    <a:pt x="3030" y="638"/>
                    <a:pt x="3028" y="638"/>
                  </a:cubicBezTo>
                  <a:cubicBezTo>
                    <a:pt x="3026" y="638"/>
                    <a:pt x="3022" y="624"/>
                    <a:pt x="3021" y="609"/>
                  </a:cubicBezTo>
                  <a:cubicBezTo>
                    <a:pt x="3012" y="539"/>
                    <a:pt x="2974" y="454"/>
                    <a:pt x="2911" y="367"/>
                  </a:cubicBezTo>
                  <a:lnTo>
                    <a:pt x="2884" y="330"/>
                  </a:lnTo>
                  <a:lnTo>
                    <a:pt x="2923" y="278"/>
                  </a:lnTo>
                  <a:cubicBezTo>
                    <a:pt x="2945" y="249"/>
                    <a:pt x="2977" y="206"/>
                    <a:pt x="2994" y="183"/>
                  </a:cubicBezTo>
                  <a:cubicBezTo>
                    <a:pt x="3011" y="158"/>
                    <a:pt x="3026" y="138"/>
                    <a:pt x="3028" y="138"/>
                  </a:cubicBezTo>
                  <a:cubicBezTo>
                    <a:pt x="3030" y="138"/>
                    <a:pt x="3045" y="158"/>
                    <a:pt x="3062" y="183"/>
                  </a:cubicBezTo>
                  <a:cubicBezTo>
                    <a:pt x="3080" y="206"/>
                    <a:pt x="3111" y="249"/>
                    <a:pt x="3132" y="278"/>
                  </a:cubicBezTo>
                  <a:lnTo>
                    <a:pt x="3172" y="330"/>
                  </a:lnTo>
                  <a:lnTo>
                    <a:pt x="3145" y="367"/>
                  </a:lnTo>
                  <a:cubicBezTo>
                    <a:pt x="3082" y="454"/>
                    <a:pt x="3043" y="539"/>
                    <a:pt x="3036" y="609"/>
                  </a:cubicBezTo>
                  <a:close/>
                  <a:moveTo>
                    <a:pt x="2513" y="1419"/>
                  </a:moveTo>
                  <a:lnTo>
                    <a:pt x="2513" y="1419"/>
                  </a:lnTo>
                  <a:cubicBezTo>
                    <a:pt x="2492" y="1424"/>
                    <a:pt x="2462" y="1429"/>
                    <a:pt x="2449" y="1430"/>
                  </a:cubicBezTo>
                  <a:cubicBezTo>
                    <a:pt x="2427" y="1433"/>
                    <a:pt x="2429" y="1432"/>
                    <a:pt x="2485" y="1402"/>
                  </a:cubicBezTo>
                  <a:cubicBezTo>
                    <a:pt x="2634" y="1324"/>
                    <a:pt x="2755" y="1220"/>
                    <a:pt x="2857" y="1086"/>
                  </a:cubicBezTo>
                  <a:cubicBezTo>
                    <a:pt x="2905" y="1022"/>
                    <a:pt x="2936" y="969"/>
                    <a:pt x="2963" y="907"/>
                  </a:cubicBezTo>
                  <a:cubicBezTo>
                    <a:pt x="2984" y="857"/>
                    <a:pt x="3010" y="772"/>
                    <a:pt x="3019" y="721"/>
                  </a:cubicBezTo>
                  <a:cubicBezTo>
                    <a:pt x="3021" y="701"/>
                    <a:pt x="3026" y="685"/>
                    <a:pt x="3028" y="685"/>
                  </a:cubicBezTo>
                  <a:cubicBezTo>
                    <a:pt x="3030" y="685"/>
                    <a:pt x="3034" y="701"/>
                    <a:pt x="3037" y="721"/>
                  </a:cubicBezTo>
                  <a:cubicBezTo>
                    <a:pt x="3046" y="772"/>
                    <a:pt x="3071" y="857"/>
                    <a:pt x="3093" y="907"/>
                  </a:cubicBezTo>
                  <a:cubicBezTo>
                    <a:pt x="3179" y="1105"/>
                    <a:pt x="3357" y="1290"/>
                    <a:pt x="3571" y="1402"/>
                  </a:cubicBezTo>
                  <a:cubicBezTo>
                    <a:pt x="3627" y="1432"/>
                    <a:pt x="3629" y="1433"/>
                    <a:pt x="3607" y="1430"/>
                  </a:cubicBezTo>
                  <a:cubicBezTo>
                    <a:pt x="3537" y="1422"/>
                    <a:pt x="3424" y="1391"/>
                    <a:pt x="3378" y="1367"/>
                  </a:cubicBezTo>
                  <a:cubicBezTo>
                    <a:pt x="3341" y="1348"/>
                    <a:pt x="3253" y="1292"/>
                    <a:pt x="3210" y="1260"/>
                  </a:cubicBezTo>
                  <a:cubicBezTo>
                    <a:pt x="3148" y="1213"/>
                    <a:pt x="3093" y="1146"/>
                    <a:pt x="3071" y="1089"/>
                  </a:cubicBezTo>
                  <a:cubicBezTo>
                    <a:pt x="3034" y="997"/>
                    <a:pt x="3021" y="997"/>
                    <a:pt x="2986" y="1089"/>
                  </a:cubicBezTo>
                  <a:cubicBezTo>
                    <a:pt x="2963" y="1146"/>
                    <a:pt x="2908" y="1213"/>
                    <a:pt x="2846" y="1260"/>
                  </a:cubicBezTo>
                  <a:cubicBezTo>
                    <a:pt x="2802" y="1292"/>
                    <a:pt x="2715" y="1348"/>
                    <a:pt x="2678" y="1367"/>
                  </a:cubicBezTo>
                  <a:cubicBezTo>
                    <a:pt x="2647" y="1382"/>
                    <a:pt x="2565" y="1409"/>
                    <a:pt x="2513" y="1419"/>
                  </a:cubicBezTo>
                  <a:lnTo>
                    <a:pt x="3373" y="1445"/>
                  </a:lnTo>
                  <a:cubicBezTo>
                    <a:pt x="3377" y="1447"/>
                    <a:pt x="3222" y="1448"/>
                    <a:pt x="3028" y="1448"/>
                  </a:cubicBezTo>
                  <a:cubicBezTo>
                    <a:pt x="2834" y="1448"/>
                    <a:pt x="2679" y="1447"/>
                    <a:pt x="2683" y="1445"/>
                  </a:cubicBezTo>
                  <a:cubicBezTo>
                    <a:pt x="2714" y="1434"/>
                    <a:pt x="2795" y="1389"/>
                    <a:pt x="2842" y="1358"/>
                  </a:cubicBezTo>
                  <a:cubicBezTo>
                    <a:pt x="2911" y="1310"/>
                    <a:pt x="2947" y="1277"/>
                    <a:pt x="2991" y="1219"/>
                  </a:cubicBezTo>
                  <a:cubicBezTo>
                    <a:pt x="3010" y="1194"/>
                    <a:pt x="3027" y="1174"/>
                    <a:pt x="3028" y="1174"/>
                  </a:cubicBezTo>
                  <a:cubicBezTo>
                    <a:pt x="3030" y="1174"/>
                    <a:pt x="3046" y="1194"/>
                    <a:pt x="3065" y="1219"/>
                  </a:cubicBezTo>
                  <a:cubicBezTo>
                    <a:pt x="3109" y="1277"/>
                    <a:pt x="3145" y="1310"/>
                    <a:pt x="3215" y="1358"/>
                  </a:cubicBezTo>
                  <a:cubicBezTo>
                    <a:pt x="3262" y="1389"/>
                    <a:pt x="3342" y="1434"/>
                    <a:pt x="3373" y="1445"/>
                  </a:cubicBezTo>
                  <a:lnTo>
                    <a:pt x="2513" y="1419"/>
                  </a:lnTo>
                  <a:close/>
                  <a:moveTo>
                    <a:pt x="12" y="1519"/>
                  </a:moveTo>
                  <a:lnTo>
                    <a:pt x="12" y="1519"/>
                  </a:lnTo>
                  <a:cubicBezTo>
                    <a:pt x="26" y="1529"/>
                    <a:pt x="6034" y="1527"/>
                    <a:pt x="6046" y="1517"/>
                  </a:cubicBezTo>
                  <a:cubicBezTo>
                    <a:pt x="6054" y="1510"/>
                    <a:pt x="6055" y="1487"/>
                    <a:pt x="6047" y="1476"/>
                  </a:cubicBezTo>
                  <a:cubicBezTo>
                    <a:pt x="6030" y="1454"/>
                    <a:pt x="6017" y="1452"/>
                    <a:pt x="5921" y="1453"/>
                  </a:cubicBezTo>
                  <a:lnTo>
                    <a:pt x="5827" y="1454"/>
                  </a:lnTo>
                  <a:lnTo>
                    <a:pt x="5864" y="1430"/>
                  </a:lnTo>
                  <a:cubicBezTo>
                    <a:pt x="5907" y="1402"/>
                    <a:pt x="5965" y="1345"/>
                    <a:pt x="5970" y="1328"/>
                  </a:cubicBezTo>
                  <a:cubicBezTo>
                    <a:pt x="5973" y="1317"/>
                    <a:pt x="5962" y="1301"/>
                    <a:pt x="5952" y="1301"/>
                  </a:cubicBezTo>
                  <a:cubicBezTo>
                    <a:pt x="5948" y="1301"/>
                    <a:pt x="5925" y="1312"/>
                    <a:pt x="5898" y="1327"/>
                  </a:cubicBezTo>
                  <a:cubicBezTo>
                    <a:pt x="5827" y="1365"/>
                    <a:pt x="5756" y="1387"/>
                    <a:pt x="5581" y="1422"/>
                  </a:cubicBezTo>
                  <a:cubicBezTo>
                    <a:pt x="5460" y="1446"/>
                    <a:pt x="5406" y="1449"/>
                    <a:pt x="5031" y="1449"/>
                  </a:cubicBezTo>
                  <a:lnTo>
                    <a:pt x="4686" y="1448"/>
                  </a:lnTo>
                  <a:lnTo>
                    <a:pt x="4732" y="1436"/>
                  </a:lnTo>
                  <a:cubicBezTo>
                    <a:pt x="4857" y="1401"/>
                    <a:pt x="4963" y="1348"/>
                    <a:pt x="5086" y="1257"/>
                  </a:cubicBezTo>
                  <a:cubicBezTo>
                    <a:pt x="5124" y="1229"/>
                    <a:pt x="5130" y="1222"/>
                    <a:pt x="5129" y="1210"/>
                  </a:cubicBezTo>
                  <a:cubicBezTo>
                    <a:pt x="5128" y="1203"/>
                    <a:pt x="5123" y="1196"/>
                    <a:pt x="5117" y="1196"/>
                  </a:cubicBezTo>
                  <a:cubicBezTo>
                    <a:pt x="5113" y="1194"/>
                    <a:pt x="5074" y="1210"/>
                    <a:pt x="5032" y="1231"/>
                  </a:cubicBezTo>
                  <a:cubicBezTo>
                    <a:pt x="4793" y="1348"/>
                    <a:pt x="4516" y="1418"/>
                    <a:pt x="4285" y="1418"/>
                  </a:cubicBezTo>
                  <a:lnTo>
                    <a:pt x="4221" y="1418"/>
                  </a:lnTo>
                  <a:lnTo>
                    <a:pt x="4247" y="1397"/>
                  </a:lnTo>
                  <a:cubicBezTo>
                    <a:pt x="4354" y="1313"/>
                    <a:pt x="4411" y="1152"/>
                    <a:pt x="4379" y="1029"/>
                  </a:cubicBezTo>
                  <a:cubicBezTo>
                    <a:pt x="4356" y="943"/>
                    <a:pt x="4294" y="865"/>
                    <a:pt x="4218" y="827"/>
                  </a:cubicBezTo>
                  <a:cubicBezTo>
                    <a:pt x="4173" y="805"/>
                    <a:pt x="4171" y="804"/>
                    <a:pt x="4116" y="804"/>
                  </a:cubicBezTo>
                  <a:cubicBezTo>
                    <a:pt x="4067" y="804"/>
                    <a:pt x="4057" y="806"/>
                    <a:pt x="4030" y="819"/>
                  </a:cubicBezTo>
                  <a:cubicBezTo>
                    <a:pt x="3994" y="835"/>
                    <a:pt x="3957" y="871"/>
                    <a:pt x="3941" y="903"/>
                  </a:cubicBezTo>
                  <a:cubicBezTo>
                    <a:pt x="3913" y="958"/>
                    <a:pt x="3902" y="1025"/>
                    <a:pt x="3915" y="1069"/>
                  </a:cubicBezTo>
                  <a:cubicBezTo>
                    <a:pt x="3922" y="1093"/>
                    <a:pt x="3959" y="1136"/>
                    <a:pt x="3991" y="1154"/>
                  </a:cubicBezTo>
                  <a:cubicBezTo>
                    <a:pt x="4053" y="1191"/>
                    <a:pt x="4137" y="1193"/>
                    <a:pt x="4175" y="1159"/>
                  </a:cubicBezTo>
                  <a:cubicBezTo>
                    <a:pt x="4191" y="1146"/>
                    <a:pt x="4206" y="1110"/>
                    <a:pt x="4206" y="1088"/>
                  </a:cubicBezTo>
                  <a:cubicBezTo>
                    <a:pt x="4206" y="1066"/>
                    <a:pt x="4196" y="1053"/>
                    <a:pt x="4176" y="1046"/>
                  </a:cubicBezTo>
                  <a:cubicBezTo>
                    <a:pt x="4155" y="1038"/>
                    <a:pt x="4135" y="1046"/>
                    <a:pt x="4124" y="1067"/>
                  </a:cubicBezTo>
                  <a:cubicBezTo>
                    <a:pt x="4114" y="1087"/>
                    <a:pt x="4097" y="1094"/>
                    <a:pt x="4058" y="1094"/>
                  </a:cubicBezTo>
                  <a:cubicBezTo>
                    <a:pt x="4032" y="1094"/>
                    <a:pt x="4023" y="1091"/>
                    <a:pt x="4005" y="1077"/>
                  </a:cubicBezTo>
                  <a:cubicBezTo>
                    <a:pt x="3948" y="1036"/>
                    <a:pt x="3948" y="953"/>
                    <a:pt x="4004" y="896"/>
                  </a:cubicBezTo>
                  <a:cubicBezTo>
                    <a:pt x="4037" y="864"/>
                    <a:pt x="4072" y="853"/>
                    <a:pt x="4122" y="856"/>
                  </a:cubicBezTo>
                  <a:cubicBezTo>
                    <a:pt x="4235" y="864"/>
                    <a:pt x="4328" y="974"/>
                    <a:pt x="4328" y="1099"/>
                  </a:cubicBezTo>
                  <a:cubicBezTo>
                    <a:pt x="4328" y="1203"/>
                    <a:pt x="4284" y="1296"/>
                    <a:pt x="4205" y="1355"/>
                  </a:cubicBezTo>
                  <a:cubicBezTo>
                    <a:pt x="4152" y="1396"/>
                    <a:pt x="4112" y="1407"/>
                    <a:pt x="4004" y="1410"/>
                  </a:cubicBezTo>
                  <a:cubicBezTo>
                    <a:pt x="3925" y="1413"/>
                    <a:pt x="3920" y="1413"/>
                    <a:pt x="3861" y="1397"/>
                  </a:cubicBezTo>
                  <a:cubicBezTo>
                    <a:pt x="3728" y="1362"/>
                    <a:pt x="3592" y="1305"/>
                    <a:pt x="3477" y="1238"/>
                  </a:cubicBezTo>
                  <a:cubicBezTo>
                    <a:pt x="3425" y="1208"/>
                    <a:pt x="3326" y="1112"/>
                    <a:pt x="3271" y="1037"/>
                  </a:cubicBezTo>
                  <a:cubicBezTo>
                    <a:pt x="3232" y="986"/>
                    <a:pt x="3219" y="955"/>
                    <a:pt x="3209" y="885"/>
                  </a:cubicBezTo>
                  <a:cubicBezTo>
                    <a:pt x="3192" y="778"/>
                    <a:pt x="3249" y="667"/>
                    <a:pt x="3344" y="619"/>
                  </a:cubicBezTo>
                  <a:cubicBezTo>
                    <a:pt x="3372" y="605"/>
                    <a:pt x="3382" y="603"/>
                    <a:pt x="3418" y="603"/>
                  </a:cubicBezTo>
                  <a:cubicBezTo>
                    <a:pt x="3471" y="603"/>
                    <a:pt x="3502" y="617"/>
                    <a:pt x="3541" y="657"/>
                  </a:cubicBezTo>
                  <a:cubicBezTo>
                    <a:pt x="3594" y="710"/>
                    <a:pt x="3615" y="784"/>
                    <a:pt x="3588" y="821"/>
                  </a:cubicBezTo>
                  <a:cubicBezTo>
                    <a:pt x="3569" y="847"/>
                    <a:pt x="3535" y="861"/>
                    <a:pt x="3498" y="859"/>
                  </a:cubicBezTo>
                  <a:cubicBezTo>
                    <a:pt x="3451" y="856"/>
                    <a:pt x="3437" y="845"/>
                    <a:pt x="3437" y="814"/>
                  </a:cubicBezTo>
                  <a:cubicBezTo>
                    <a:pt x="3437" y="794"/>
                    <a:pt x="3434" y="787"/>
                    <a:pt x="3421" y="774"/>
                  </a:cubicBezTo>
                  <a:cubicBezTo>
                    <a:pt x="3394" y="747"/>
                    <a:pt x="3353" y="757"/>
                    <a:pt x="3338" y="794"/>
                  </a:cubicBezTo>
                  <a:cubicBezTo>
                    <a:pt x="3320" y="837"/>
                    <a:pt x="3333" y="887"/>
                    <a:pt x="3373" y="928"/>
                  </a:cubicBezTo>
                  <a:cubicBezTo>
                    <a:pt x="3413" y="967"/>
                    <a:pt x="3449" y="977"/>
                    <a:pt x="3511" y="964"/>
                  </a:cubicBezTo>
                  <a:cubicBezTo>
                    <a:pt x="3586" y="948"/>
                    <a:pt x="3636" y="898"/>
                    <a:pt x="3652" y="824"/>
                  </a:cubicBezTo>
                  <a:cubicBezTo>
                    <a:pt x="3658" y="793"/>
                    <a:pt x="3659" y="779"/>
                    <a:pt x="3654" y="752"/>
                  </a:cubicBezTo>
                  <a:cubicBezTo>
                    <a:pt x="3641" y="682"/>
                    <a:pt x="3580" y="604"/>
                    <a:pt x="3515" y="573"/>
                  </a:cubicBezTo>
                  <a:cubicBezTo>
                    <a:pt x="3418" y="528"/>
                    <a:pt x="3330" y="544"/>
                    <a:pt x="3247" y="623"/>
                  </a:cubicBezTo>
                  <a:cubicBezTo>
                    <a:pt x="3205" y="663"/>
                    <a:pt x="3172" y="719"/>
                    <a:pt x="3161" y="770"/>
                  </a:cubicBezTo>
                  <a:cubicBezTo>
                    <a:pt x="3148" y="824"/>
                    <a:pt x="3147" y="824"/>
                    <a:pt x="3135" y="772"/>
                  </a:cubicBezTo>
                  <a:cubicBezTo>
                    <a:pt x="3113" y="679"/>
                    <a:pt x="3115" y="590"/>
                    <a:pt x="3140" y="538"/>
                  </a:cubicBezTo>
                  <a:cubicBezTo>
                    <a:pt x="3154" y="508"/>
                    <a:pt x="3262" y="345"/>
                    <a:pt x="3273" y="336"/>
                  </a:cubicBezTo>
                  <a:cubicBezTo>
                    <a:pt x="3286" y="325"/>
                    <a:pt x="3284" y="317"/>
                    <a:pt x="3267" y="307"/>
                  </a:cubicBezTo>
                  <a:cubicBezTo>
                    <a:pt x="3251" y="298"/>
                    <a:pt x="3153" y="189"/>
                    <a:pt x="3116" y="138"/>
                  </a:cubicBezTo>
                  <a:cubicBezTo>
                    <a:pt x="3103" y="121"/>
                    <a:pt x="3078" y="82"/>
                    <a:pt x="3062" y="53"/>
                  </a:cubicBezTo>
                  <a:cubicBezTo>
                    <a:pt x="3045" y="24"/>
                    <a:pt x="3030" y="0"/>
                    <a:pt x="3028" y="0"/>
                  </a:cubicBezTo>
                  <a:cubicBezTo>
                    <a:pt x="3026" y="0"/>
                    <a:pt x="3011" y="24"/>
                    <a:pt x="2994" y="53"/>
                  </a:cubicBezTo>
                  <a:cubicBezTo>
                    <a:pt x="2977" y="82"/>
                    <a:pt x="2953" y="121"/>
                    <a:pt x="2940" y="138"/>
                  </a:cubicBezTo>
                  <a:cubicBezTo>
                    <a:pt x="2903" y="189"/>
                    <a:pt x="2805" y="298"/>
                    <a:pt x="2788" y="307"/>
                  </a:cubicBezTo>
                  <a:cubicBezTo>
                    <a:pt x="2771" y="317"/>
                    <a:pt x="2769" y="325"/>
                    <a:pt x="2782" y="336"/>
                  </a:cubicBezTo>
                  <a:cubicBezTo>
                    <a:pt x="2794" y="345"/>
                    <a:pt x="2901" y="508"/>
                    <a:pt x="2916" y="538"/>
                  </a:cubicBezTo>
                  <a:cubicBezTo>
                    <a:pt x="2941" y="590"/>
                    <a:pt x="2943" y="679"/>
                    <a:pt x="2921" y="772"/>
                  </a:cubicBezTo>
                  <a:cubicBezTo>
                    <a:pt x="2909" y="824"/>
                    <a:pt x="2908" y="824"/>
                    <a:pt x="2895" y="770"/>
                  </a:cubicBezTo>
                  <a:cubicBezTo>
                    <a:pt x="2884" y="719"/>
                    <a:pt x="2851" y="663"/>
                    <a:pt x="2809" y="623"/>
                  </a:cubicBezTo>
                  <a:cubicBezTo>
                    <a:pt x="2725" y="544"/>
                    <a:pt x="2638" y="528"/>
                    <a:pt x="2541" y="573"/>
                  </a:cubicBezTo>
                  <a:cubicBezTo>
                    <a:pt x="2475" y="604"/>
                    <a:pt x="2415" y="682"/>
                    <a:pt x="2402" y="752"/>
                  </a:cubicBezTo>
                  <a:cubicBezTo>
                    <a:pt x="2397" y="779"/>
                    <a:pt x="2398" y="793"/>
                    <a:pt x="2404" y="824"/>
                  </a:cubicBezTo>
                  <a:cubicBezTo>
                    <a:pt x="2420" y="898"/>
                    <a:pt x="2470" y="948"/>
                    <a:pt x="2545" y="964"/>
                  </a:cubicBezTo>
                  <a:cubicBezTo>
                    <a:pt x="2607" y="977"/>
                    <a:pt x="2643" y="967"/>
                    <a:pt x="2683" y="928"/>
                  </a:cubicBezTo>
                  <a:cubicBezTo>
                    <a:pt x="2723" y="887"/>
                    <a:pt x="2736" y="837"/>
                    <a:pt x="2718" y="794"/>
                  </a:cubicBezTo>
                  <a:cubicBezTo>
                    <a:pt x="2695" y="738"/>
                    <a:pt x="2620" y="753"/>
                    <a:pt x="2620" y="814"/>
                  </a:cubicBezTo>
                  <a:cubicBezTo>
                    <a:pt x="2620" y="845"/>
                    <a:pt x="2605" y="856"/>
                    <a:pt x="2559" y="859"/>
                  </a:cubicBezTo>
                  <a:cubicBezTo>
                    <a:pt x="2522" y="861"/>
                    <a:pt x="2487" y="847"/>
                    <a:pt x="2468" y="821"/>
                  </a:cubicBezTo>
                  <a:cubicBezTo>
                    <a:pt x="2441" y="784"/>
                    <a:pt x="2462" y="710"/>
                    <a:pt x="2515" y="657"/>
                  </a:cubicBezTo>
                  <a:cubicBezTo>
                    <a:pt x="2554" y="617"/>
                    <a:pt x="2585" y="603"/>
                    <a:pt x="2638" y="603"/>
                  </a:cubicBezTo>
                  <a:cubicBezTo>
                    <a:pt x="2674" y="603"/>
                    <a:pt x="2685" y="605"/>
                    <a:pt x="2711" y="619"/>
                  </a:cubicBezTo>
                  <a:cubicBezTo>
                    <a:pt x="2807" y="667"/>
                    <a:pt x="2863" y="778"/>
                    <a:pt x="2847" y="885"/>
                  </a:cubicBezTo>
                  <a:cubicBezTo>
                    <a:pt x="2836" y="955"/>
                    <a:pt x="2824" y="986"/>
                    <a:pt x="2785" y="1037"/>
                  </a:cubicBezTo>
                  <a:cubicBezTo>
                    <a:pt x="2730" y="1112"/>
                    <a:pt x="2631" y="1208"/>
                    <a:pt x="2579" y="1238"/>
                  </a:cubicBezTo>
                  <a:cubicBezTo>
                    <a:pt x="2464" y="1305"/>
                    <a:pt x="2328" y="1362"/>
                    <a:pt x="2195" y="1397"/>
                  </a:cubicBezTo>
                  <a:cubicBezTo>
                    <a:pt x="2136" y="1413"/>
                    <a:pt x="2131" y="1413"/>
                    <a:pt x="2051" y="1410"/>
                  </a:cubicBezTo>
                  <a:cubicBezTo>
                    <a:pt x="1944" y="1407"/>
                    <a:pt x="1904" y="1396"/>
                    <a:pt x="1850" y="1355"/>
                  </a:cubicBezTo>
                  <a:cubicBezTo>
                    <a:pt x="1772" y="1296"/>
                    <a:pt x="1728" y="1203"/>
                    <a:pt x="1728" y="1099"/>
                  </a:cubicBezTo>
                  <a:cubicBezTo>
                    <a:pt x="1728" y="974"/>
                    <a:pt x="1820" y="864"/>
                    <a:pt x="1934" y="856"/>
                  </a:cubicBezTo>
                  <a:cubicBezTo>
                    <a:pt x="1984" y="853"/>
                    <a:pt x="2019" y="864"/>
                    <a:pt x="2051" y="896"/>
                  </a:cubicBezTo>
                  <a:cubicBezTo>
                    <a:pt x="2128" y="973"/>
                    <a:pt x="2095" y="1094"/>
                    <a:pt x="1998" y="1094"/>
                  </a:cubicBezTo>
                  <a:cubicBezTo>
                    <a:pt x="1958" y="1094"/>
                    <a:pt x="1943" y="1087"/>
                    <a:pt x="1932" y="1067"/>
                  </a:cubicBezTo>
                  <a:cubicBezTo>
                    <a:pt x="1921" y="1046"/>
                    <a:pt x="1901" y="1038"/>
                    <a:pt x="1880" y="1046"/>
                  </a:cubicBezTo>
                  <a:cubicBezTo>
                    <a:pt x="1859" y="1053"/>
                    <a:pt x="1850" y="1066"/>
                    <a:pt x="1850" y="1088"/>
                  </a:cubicBezTo>
                  <a:cubicBezTo>
                    <a:pt x="1850" y="1110"/>
                    <a:pt x="1865" y="1146"/>
                    <a:pt x="1880" y="1159"/>
                  </a:cubicBezTo>
                  <a:cubicBezTo>
                    <a:pt x="1918" y="1193"/>
                    <a:pt x="2003" y="1191"/>
                    <a:pt x="2065" y="1154"/>
                  </a:cubicBezTo>
                  <a:cubicBezTo>
                    <a:pt x="2097" y="1136"/>
                    <a:pt x="2135" y="1093"/>
                    <a:pt x="2141" y="1069"/>
                  </a:cubicBezTo>
                  <a:cubicBezTo>
                    <a:pt x="2153" y="1025"/>
                    <a:pt x="2143" y="958"/>
                    <a:pt x="2116" y="903"/>
                  </a:cubicBezTo>
                  <a:cubicBezTo>
                    <a:pt x="2099" y="871"/>
                    <a:pt x="2062" y="835"/>
                    <a:pt x="2026" y="819"/>
                  </a:cubicBezTo>
                  <a:cubicBezTo>
                    <a:pt x="1999" y="806"/>
                    <a:pt x="1989" y="804"/>
                    <a:pt x="1939" y="804"/>
                  </a:cubicBezTo>
                  <a:cubicBezTo>
                    <a:pt x="1884" y="804"/>
                    <a:pt x="1883" y="805"/>
                    <a:pt x="1838" y="827"/>
                  </a:cubicBezTo>
                  <a:cubicBezTo>
                    <a:pt x="1803" y="844"/>
                    <a:pt x="1785" y="858"/>
                    <a:pt x="1757" y="886"/>
                  </a:cubicBezTo>
                  <a:cubicBezTo>
                    <a:pt x="1697" y="950"/>
                    <a:pt x="1669" y="1021"/>
                    <a:pt x="1669" y="1105"/>
                  </a:cubicBezTo>
                  <a:cubicBezTo>
                    <a:pt x="1669" y="1216"/>
                    <a:pt x="1723" y="1329"/>
                    <a:pt x="1808" y="1397"/>
                  </a:cubicBezTo>
                  <a:lnTo>
                    <a:pt x="1834" y="1418"/>
                  </a:lnTo>
                  <a:lnTo>
                    <a:pt x="1771" y="1418"/>
                  </a:lnTo>
                  <a:cubicBezTo>
                    <a:pt x="1540" y="1418"/>
                    <a:pt x="1262" y="1348"/>
                    <a:pt x="1025" y="1231"/>
                  </a:cubicBezTo>
                  <a:cubicBezTo>
                    <a:pt x="982" y="1210"/>
                    <a:pt x="944" y="1194"/>
                    <a:pt x="938" y="1196"/>
                  </a:cubicBezTo>
                  <a:cubicBezTo>
                    <a:pt x="933" y="1196"/>
                    <a:pt x="928" y="1203"/>
                    <a:pt x="927" y="1210"/>
                  </a:cubicBezTo>
                  <a:cubicBezTo>
                    <a:pt x="926" y="1222"/>
                    <a:pt x="933" y="1229"/>
                    <a:pt x="970" y="1257"/>
                  </a:cubicBezTo>
                  <a:cubicBezTo>
                    <a:pt x="1093" y="1348"/>
                    <a:pt x="1198" y="1401"/>
                    <a:pt x="1325" y="1436"/>
                  </a:cubicBezTo>
                  <a:lnTo>
                    <a:pt x="1369" y="1448"/>
                  </a:lnTo>
                  <a:lnTo>
                    <a:pt x="1025" y="1449"/>
                  </a:lnTo>
                  <a:cubicBezTo>
                    <a:pt x="650" y="1449"/>
                    <a:pt x="595" y="1446"/>
                    <a:pt x="475" y="1422"/>
                  </a:cubicBezTo>
                  <a:cubicBezTo>
                    <a:pt x="299" y="1387"/>
                    <a:pt x="229" y="1365"/>
                    <a:pt x="158" y="1327"/>
                  </a:cubicBezTo>
                  <a:cubicBezTo>
                    <a:pt x="131" y="1312"/>
                    <a:pt x="107" y="1301"/>
                    <a:pt x="104" y="1301"/>
                  </a:cubicBezTo>
                  <a:cubicBezTo>
                    <a:pt x="94" y="1301"/>
                    <a:pt x="83" y="1317"/>
                    <a:pt x="86" y="1328"/>
                  </a:cubicBezTo>
                  <a:cubicBezTo>
                    <a:pt x="91" y="1345"/>
                    <a:pt x="149" y="1402"/>
                    <a:pt x="192" y="1430"/>
                  </a:cubicBezTo>
                  <a:lnTo>
                    <a:pt x="228" y="1454"/>
                  </a:lnTo>
                  <a:lnTo>
                    <a:pt x="135" y="1453"/>
                  </a:lnTo>
                  <a:cubicBezTo>
                    <a:pt x="39" y="1452"/>
                    <a:pt x="25" y="1454"/>
                    <a:pt x="9" y="1476"/>
                  </a:cubicBezTo>
                  <a:cubicBezTo>
                    <a:pt x="0" y="1488"/>
                    <a:pt x="1" y="1511"/>
                    <a:pt x="12" y="1519"/>
                  </a:cubicBezTo>
                  <a:close/>
                </a:path>
              </a:pathLst>
            </a:custGeom>
            <a:grpFill/>
            <a:ln>
              <a:noFill/>
            </a:ln>
            <a:effectLst/>
          </p:spPr>
          <p:txBody>
            <a:bodyPr wrap="none" anchor="ctr"/>
            <a:lstStyle/>
            <a:p>
              <a:endParaRPr lang="es-ES_tradnl" sz="2400"/>
            </a:p>
          </p:txBody>
        </p:sp>
        <p:sp>
          <p:nvSpPr>
            <p:cNvPr id="16" name="Freeform 10">
              <a:extLst>
                <a:ext uri="{FF2B5EF4-FFF2-40B4-BE49-F238E27FC236}">
                  <a16:creationId xmlns:a16="http://schemas.microsoft.com/office/drawing/2014/main" id="{761530F3-C5EF-B84F-A1A8-E1490CBC5C40}"/>
                </a:ext>
              </a:extLst>
            </p:cNvPr>
            <p:cNvSpPr>
              <a:spLocks noChangeAspect="1" noChangeArrowheads="1"/>
            </p:cNvSpPr>
            <p:nvPr/>
          </p:nvSpPr>
          <p:spPr bwMode="auto">
            <a:xfrm rot="2949921">
              <a:off x="2562968" y="970218"/>
              <a:ext cx="2755091" cy="696450"/>
            </a:xfrm>
            <a:custGeom>
              <a:avLst/>
              <a:gdLst>
                <a:gd name="T0" fmla="*/ 3553254 w 6056"/>
                <a:gd name="T1" fmla="*/ 716549 h 1530"/>
                <a:gd name="T2" fmla="*/ 3437988 w 6056"/>
                <a:gd name="T3" fmla="*/ 327095 h 1530"/>
                <a:gd name="T4" fmla="*/ 3601478 w 6056"/>
                <a:gd name="T5" fmla="*/ 215318 h 1530"/>
                <a:gd name="T6" fmla="*/ 3699101 w 6056"/>
                <a:gd name="T7" fmla="*/ 431812 h 1530"/>
                <a:gd name="T8" fmla="*/ 2880477 w 6056"/>
                <a:gd name="T9" fmla="*/ 1682537 h 1530"/>
                <a:gd name="T10" fmla="*/ 3485035 w 6056"/>
                <a:gd name="T11" fmla="*/ 1067176 h 1530"/>
                <a:gd name="T12" fmla="*/ 3561488 w 6056"/>
                <a:gd name="T13" fmla="*/ 805971 h 1530"/>
                <a:gd name="T14" fmla="*/ 4200156 w 6056"/>
                <a:gd name="T15" fmla="*/ 1649592 h 1530"/>
                <a:gd name="T16" fmla="*/ 3973152 w 6056"/>
                <a:gd name="T17" fmla="*/ 1608411 h 1530"/>
                <a:gd name="T18" fmla="*/ 3512088 w 6056"/>
                <a:gd name="T19" fmla="*/ 1281317 h 1530"/>
                <a:gd name="T20" fmla="*/ 3149823 w 6056"/>
                <a:gd name="T21" fmla="*/ 1608411 h 1530"/>
                <a:gd name="T22" fmla="*/ 3561488 w 6056"/>
                <a:gd name="T23" fmla="*/ 1703716 h 1530"/>
                <a:gd name="T24" fmla="*/ 3517969 w 6056"/>
                <a:gd name="T25" fmla="*/ 1434275 h 1530"/>
                <a:gd name="T26" fmla="*/ 3605006 w 6056"/>
                <a:gd name="T27" fmla="*/ 1434275 h 1530"/>
                <a:gd name="T28" fmla="*/ 14114 w 6056"/>
                <a:gd name="T29" fmla="*/ 1787254 h 1530"/>
                <a:gd name="T30" fmla="*/ 7112389 w 6056"/>
                <a:gd name="T31" fmla="*/ 1736661 h 1530"/>
                <a:gd name="T32" fmla="*/ 7021823 w 6056"/>
                <a:gd name="T33" fmla="*/ 1562524 h 1530"/>
                <a:gd name="T34" fmla="*/ 6937138 w 6056"/>
                <a:gd name="T35" fmla="*/ 1561347 h 1530"/>
                <a:gd name="T36" fmla="*/ 5565706 w 6056"/>
                <a:gd name="T37" fmla="*/ 1689597 h 1530"/>
                <a:gd name="T38" fmla="*/ 6032652 w 6056"/>
                <a:gd name="T39" fmla="*/ 1423685 h 1530"/>
                <a:gd name="T40" fmla="*/ 5039952 w 6056"/>
                <a:gd name="T41" fmla="*/ 1668418 h 1530"/>
                <a:gd name="T42" fmla="*/ 5150513 w 6056"/>
                <a:gd name="T43" fmla="*/ 1210721 h 1530"/>
                <a:gd name="T44" fmla="*/ 4740025 w 6056"/>
                <a:gd name="T45" fmla="*/ 963635 h 1530"/>
                <a:gd name="T46" fmla="*/ 4604763 w 6056"/>
                <a:gd name="T47" fmla="*/ 1257785 h 1530"/>
                <a:gd name="T48" fmla="*/ 4947033 w 6056"/>
                <a:gd name="T49" fmla="*/ 1280140 h 1530"/>
                <a:gd name="T50" fmla="*/ 4850586 w 6056"/>
                <a:gd name="T51" fmla="*/ 1255432 h 1530"/>
                <a:gd name="T52" fmla="*/ 4709444 w 6056"/>
                <a:gd name="T53" fmla="*/ 1054233 h 1530"/>
                <a:gd name="T54" fmla="*/ 5090528 w 6056"/>
                <a:gd name="T55" fmla="*/ 1293083 h 1530"/>
                <a:gd name="T56" fmla="*/ 4541249 w 6056"/>
                <a:gd name="T57" fmla="*/ 1643709 h 1530"/>
                <a:gd name="T58" fmla="*/ 3847300 w 6056"/>
                <a:gd name="T59" fmla="*/ 1220134 h 1530"/>
                <a:gd name="T60" fmla="*/ 4020200 w 6056"/>
                <a:gd name="T61" fmla="*/ 709489 h 1530"/>
                <a:gd name="T62" fmla="*/ 4220151 w 6056"/>
                <a:gd name="T63" fmla="*/ 965988 h 1530"/>
                <a:gd name="T64" fmla="*/ 4023728 w 6056"/>
                <a:gd name="T65" fmla="*/ 910688 h 1530"/>
                <a:gd name="T66" fmla="*/ 3967271 w 6056"/>
                <a:gd name="T67" fmla="*/ 1091884 h 1530"/>
                <a:gd name="T68" fmla="*/ 4297779 w 6056"/>
                <a:gd name="T69" fmla="*/ 884803 h 1530"/>
                <a:gd name="T70" fmla="*/ 3819072 w 6056"/>
                <a:gd name="T71" fmla="*/ 733021 h 1530"/>
                <a:gd name="T72" fmla="*/ 3693220 w 6056"/>
                <a:gd name="T73" fmla="*/ 633010 h 1530"/>
                <a:gd name="T74" fmla="*/ 3842596 w 6056"/>
                <a:gd name="T75" fmla="*/ 361216 h 1530"/>
                <a:gd name="T76" fmla="*/ 3561488 w 6056"/>
                <a:gd name="T77" fmla="*/ 0 h 1530"/>
                <a:gd name="T78" fmla="*/ 3457983 w 6056"/>
                <a:gd name="T79" fmla="*/ 162371 h 1530"/>
                <a:gd name="T80" fmla="*/ 3429755 w 6056"/>
                <a:gd name="T81" fmla="*/ 633010 h 1530"/>
                <a:gd name="T82" fmla="*/ 3405055 w 6056"/>
                <a:gd name="T83" fmla="*/ 905981 h 1530"/>
                <a:gd name="T84" fmla="*/ 2825196 w 6056"/>
                <a:gd name="T85" fmla="*/ 884803 h 1530"/>
                <a:gd name="T86" fmla="*/ 2993390 w 6056"/>
                <a:gd name="T87" fmla="*/ 1134242 h 1530"/>
                <a:gd name="T88" fmla="*/ 3081604 w 6056"/>
                <a:gd name="T89" fmla="*/ 957752 h 1530"/>
                <a:gd name="T90" fmla="*/ 2902824 w 6056"/>
                <a:gd name="T91" fmla="*/ 965988 h 1530"/>
                <a:gd name="T92" fmla="*/ 3188637 w 6056"/>
                <a:gd name="T93" fmla="*/ 728315 h 1530"/>
                <a:gd name="T94" fmla="*/ 3275675 w 6056"/>
                <a:gd name="T95" fmla="*/ 1220134 h 1530"/>
                <a:gd name="T96" fmla="*/ 2412355 w 6056"/>
                <a:gd name="T97" fmla="*/ 1659005 h 1530"/>
                <a:gd name="T98" fmla="*/ 2032447 w 6056"/>
                <a:gd name="T99" fmla="*/ 1293083 h 1530"/>
                <a:gd name="T100" fmla="*/ 2350017 w 6056"/>
                <a:gd name="T101" fmla="*/ 1287200 h 1530"/>
                <a:gd name="T102" fmla="*/ 2211227 w 6056"/>
                <a:gd name="T103" fmla="*/ 1230723 h 1530"/>
                <a:gd name="T104" fmla="*/ 2428822 w 6056"/>
                <a:gd name="T105" fmla="*/ 1357796 h 1530"/>
                <a:gd name="T106" fmla="*/ 2488807 w 6056"/>
                <a:gd name="T107" fmla="*/ 1062469 h 1530"/>
                <a:gd name="T108" fmla="*/ 2161828 w 6056"/>
                <a:gd name="T109" fmla="*/ 973048 h 1530"/>
                <a:gd name="T110" fmla="*/ 1963052 w 6056"/>
                <a:gd name="T111" fmla="*/ 1300142 h 1530"/>
                <a:gd name="T112" fmla="*/ 1205589 w 6056"/>
                <a:gd name="T113" fmla="*/ 1448394 h 1530"/>
                <a:gd name="T114" fmla="*/ 1090323 w 6056"/>
                <a:gd name="T115" fmla="*/ 1423685 h 1530"/>
                <a:gd name="T116" fmla="*/ 1205589 w 6056"/>
                <a:gd name="T117" fmla="*/ 1704892 h 1530"/>
                <a:gd name="T118" fmla="*/ 185837 w 6056"/>
                <a:gd name="T119" fmla="*/ 1561347 h 1530"/>
                <a:gd name="T120" fmla="*/ 225827 w 6056"/>
                <a:gd name="T121" fmla="*/ 1682537 h 1530"/>
                <a:gd name="T122" fmla="*/ 10586 w 6056"/>
                <a:gd name="T123" fmla="*/ 1736661 h 1530"/>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6056" h="1530">
                  <a:moveTo>
                    <a:pt x="3036" y="609"/>
                  </a:moveTo>
                  <a:lnTo>
                    <a:pt x="3036" y="609"/>
                  </a:lnTo>
                  <a:cubicBezTo>
                    <a:pt x="3034" y="624"/>
                    <a:pt x="3030" y="638"/>
                    <a:pt x="3028" y="638"/>
                  </a:cubicBezTo>
                  <a:cubicBezTo>
                    <a:pt x="3026" y="638"/>
                    <a:pt x="3022" y="624"/>
                    <a:pt x="3021" y="609"/>
                  </a:cubicBezTo>
                  <a:cubicBezTo>
                    <a:pt x="3012" y="539"/>
                    <a:pt x="2974" y="454"/>
                    <a:pt x="2911" y="367"/>
                  </a:cubicBezTo>
                  <a:lnTo>
                    <a:pt x="2884" y="330"/>
                  </a:lnTo>
                  <a:lnTo>
                    <a:pt x="2923" y="278"/>
                  </a:lnTo>
                  <a:cubicBezTo>
                    <a:pt x="2945" y="249"/>
                    <a:pt x="2977" y="206"/>
                    <a:pt x="2994" y="183"/>
                  </a:cubicBezTo>
                  <a:cubicBezTo>
                    <a:pt x="3011" y="158"/>
                    <a:pt x="3026" y="138"/>
                    <a:pt x="3028" y="138"/>
                  </a:cubicBezTo>
                  <a:cubicBezTo>
                    <a:pt x="3030" y="138"/>
                    <a:pt x="3045" y="158"/>
                    <a:pt x="3062" y="183"/>
                  </a:cubicBezTo>
                  <a:cubicBezTo>
                    <a:pt x="3080" y="206"/>
                    <a:pt x="3111" y="249"/>
                    <a:pt x="3132" y="278"/>
                  </a:cubicBezTo>
                  <a:lnTo>
                    <a:pt x="3172" y="330"/>
                  </a:lnTo>
                  <a:lnTo>
                    <a:pt x="3145" y="367"/>
                  </a:lnTo>
                  <a:cubicBezTo>
                    <a:pt x="3082" y="454"/>
                    <a:pt x="3043" y="539"/>
                    <a:pt x="3036" y="609"/>
                  </a:cubicBezTo>
                  <a:close/>
                  <a:moveTo>
                    <a:pt x="2513" y="1419"/>
                  </a:moveTo>
                  <a:lnTo>
                    <a:pt x="2513" y="1419"/>
                  </a:lnTo>
                  <a:cubicBezTo>
                    <a:pt x="2492" y="1424"/>
                    <a:pt x="2462" y="1429"/>
                    <a:pt x="2449" y="1430"/>
                  </a:cubicBezTo>
                  <a:cubicBezTo>
                    <a:pt x="2427" y="1433"/>
                    <a:pt x="2429" y="1432"/>
                    <a:pt x="2485" y="1402"/>
                  </a:cubicBezTo>
                  <a:cubicBezTo>
                    <a:pt x="2634" y="1324"/>
                    <a:pt x="2755" y="1220"/>
                    <a:pt x="2857" y="1086"/>
                  </a:cubicBezTo>
                  <a:cubicBezTo>
                    <a:pt x="2905" y="1022"/>
                    <a:pt x="2936" y="969"/>
                    <a:pt x="2963" y="907"/>
                  </a:cubicBezTo>
                  <a:cubicBezTo>
                    <a:pt x="2984" y="857"/>
                    <a:pt x="3010" y="772"/>
                    <a:pt x="3019" y="721"/>
                  </a:cubicBezTo>
                  <a:cubicBezTo>
                    <a:pt x="3021" y="701"/>
                    <a:pt x="3026" y="685"/>
                    <a:pt x="3028" y="685"/>
                  </a:cubicBezTo>
                  <a:cubicBezTo>
                    <a:pt x="3030" y="685"/>
                    <a:pt x="3034" y="701"/>
                    <a:pt x="3037" y="721"/>
                  </a:cubicBezTo>
                  <a:cubicBezTo>
                    <a:pt x="3046" y="772"/>
                    <a:pt x="3071" y="857"/>
                    <a:pt x="3093" y="907"/>
                  </a:cubicBezTo>
                  <a:cubicBezTo>
                    <a:pt x="3179" y="1105"/>
                    <a:pt x="3357" y="1290"/>
                    <a:pt x="3571" y="1402"/>
                  </a:cubicBezTo>
                  <a:cubicBezTo>
                    <a:pt x="3627" y="1432"/>
                    <a:pt x="3629" y="1433"/>
                    <a:pt x="3607" y="1430"/>
                  </a:cubicBezTo>
                  <a:cubicBezTo>
                    <a:pt x="3537" y="1422"/>
                    <a:pt x="3424" y="1391"/>
                    <a:pt x="3378" y="1367"/>
                  </a:cubicBezTo>
                  <a:cubicBezTo>
                    <a:pt x="3341" y="1348"/>
                    <a:pt x="3253" y="1292"/>
                    <a:pt x="3210" y="1260"/>
                  </a:cubicBezTo>
                  <a:cubicBezTo>
                    <a:pt x="3148" y="1213"/>
                    <a:pt x="3093" y="1146"/>
                    <a:pt x="3071" y="1089"/>
                  </a:cubicBezTo>
                  <a:cubicBezTo>
                    <a:pt x="3034" y="997"/>
                    <a:pt x="3021" y="997"/>
                    <a:pt x="2986" y="1089"/>
                  </a:cubicBezTo>
                  <a:cubicBezTo>
                    <a:pt x="2963" y="1146"/>
                    <a:pt x="2908" y="1213"/>
                    <a:pt x="2846" y="1260"/>
                  </a:cubicBezTo>
                  <a:cubicBezTo>
                    <a:pt x="2802" y="1292"/>
                    <a:pt x="2715" y="1348"/>
                    <a:pt x="2678" y="1367"/>
                  </a:cubicBezTo>
                  <a:cubicBezTo>
                    <a:pt x="2647" y="1382"/>
                    <a:pt x="2565" y="1409"/>
                    <a:pt x="2513" y="1419"/>
                  </a:cubicBezTo>
                  <a:lnTo>
                    <a:pt x="3373" y="1445"/>
                  </a:lnTo>
                  <a:cubicBezTo>
                    <a:pt x="3377" y="1447"/>
                    <a:pt x="3222" y="1448"/>
                    <a:pt x="3028" y="1448"/>
                  </a:cubicBezTo>
                  <a:cubicBezTo>
                    <a:pt x="2834" y="1448"/>
                    <a:pt x="2679" y="1447"/>
                    <a:pt x="2683" y="1445"/>
                  </a:cubicBezTo>
                  <a:cubicBezTo>
                    <a:pt x="2714" y="1434"/>
                    <a:pt x="2795" y="1389"/>
                    <a:pt x="2842" y="1358"/>
                  </a:cubicBezTo>
                  <a:cubicBezTo>
                    <a:pt x="2911" y="1310"/>
                    <a:pt x="2947" y="1277"/>
                    <a:pt x="2991" y="1219"/>
                  </a:cubicBezTo>
                  <a:cubicBezTo>
                    <a:pt x="3010" y="1194"/>
                    <a:pt x="3027" y="1174"/>
                    <a:pt x="3028" y="1174"/>
                  </a:cubicBezTo>
                  <a:cubicBezTo>
                    <a:pt x="3030" y="1174"/>
                    <a:pt x="3046" y="1194"/>
                    <a:pt x="3065" y="1219"/>
                  </a:cubicBezTo>
                  <a:cubicBezTo>
                    <a:pt x="3109" y="1277"/>
                    <a:pt x="3145" y="1310"/>
                    <a:pt x="3215" y="1358"/>
                  </a:cubicBezTo>
                  <a:cubicBezTo>
                    <a:pt x="3262" y="1389"/>
                    <a:pt x="3342" y="1434"/>
                    <a:pt x="3373" y="1445"/>
                  </a:cubicBezTo>
                  <a:lnTo>
                    <a:pt x="2513" y="1419"/>
                  </a:lnTo>
                  <a:close/>
                  <a:moveTo>
                    <a:pt x="12" y="1519"/>
                  </a:moveTo>
                  <a:lnTo>
                    <a:pt x="12" y="1519"/>
                  </a:lnTo>
                  <a:cubicBezTo>
                    <a:pt x="26" y="1529"/>
                    <a:pt x="6034" y="1527"/>
                    <a:pt x="6046" y="1517"/>
                  </a:cubicBezTo>
                  <a:cubicBezTo>
                    <a:pt x="6054" y="1510"/>
                    <a:pt x="6055" y="1487"/>
                    <a:pt x="6047" y="1476"/>
                  </a:cubicBezTo>
                  <a:cubicBezTo>
                    <a:pt x="6030" y="1454"/>
                    <a:pt x="6017" y="1452"/>
                    <a:pt x="5921" y="1453"/>
                  </a:cubicBezTo>
                  <a:lnTo>
                    <a:pt x="5827" y="1454"/>
                  </a:lnTo>
                  <a:lnTo>
                    <a:pt x="5864" y="1430"/>
                  </a:lnTo>
                  <a:cubicBezTo>
                    <a:pt x="5907" y="1402"/>
                    <a:pt x="5965" y="1345"/>
                    <a:pt x="5970" y="1328"/>
                  </a:cubicBezTo>
                  <a:cubicBezTo>
                    <a:pt x="5973" y="1317"/>
                    <a:pt x="5962" y="1301"/>
                    <a:pt x="5952" y="1301"/>
                  </a:cubicBezTo>
                  <a:cubicBezTo>
                    <a:pt x="5948" y="1301"/>
                    <a:pt x="5925" y="1312"/>
                    <a:pt x="5898" y="1327"/>
                  </a:cubicBezTo>
                  <a:cubicBezTo>
                    <a:pt x="5827" y="1365"/>
                    <a:pt x="5756" y="1387"/>
                    <a:pt x="5581" y="1422"/>
                  </a:cubicBezTo>
                  <a:cubicBezTo>
                    <a:pt x="5460" y="1446"/>
                    <a:pt x="5406" y="1449"/>
                    <a:pt x="5031" y="1449"/>
                  </a:cubicBezTo>
                  <a:lnTo>
                    <a:pt x="4686" y="1448"/>
                  </a:lnTo>
                  <a:lnTo>
                    <a:pt x="4732" y="1436"/>
                  </a:lnTo>
                  <a:cubicBezTo>
                    <a:pt x="4857" y="1401"/>
                    <a:pt x="4963" y="1348"/>
                    <a:pt x="5086" y="1257"/>
                  </a:cubicBezTo>
                  <a:cubicBezTo>
                    <a:pt x="5124" y="1229"/>
                    <a:pt x="5130" y="1222"/>
                    <a:pt x="5129" y="1210"/>
                  </a:cubicBezTo>
                  <a:cubicBezTo>
                    <a:pt x="5128" y="1203"/>
                    <a:pt x="5123" y="1196"/>
                    <a:pt x="5117" y="1196"/>
                  </a:cubicBezTo>
                  <a:cubicBezTo>
                    <a:pt x="5113" y="1194"/>
                    <a:pt x="5074" y="1210"/>
                    <a:pt x="5032" y="1231"/>
                  </a:cubicBezTo>
                  <a:cubicBezTo>
                    <a:pt x="4793" y="1348"/>
                    <a:pt x="4516" y="1418"/>
                    <a:pt x="4285" y="1418"/>
                  </a:cubicBezTo>
                  <a:lnTo>
                    <a:pt x="4221" y="1418"/>
                  </a:lnTo>
                  <a:lnTo>
                    <a:pt x="4247" y="1397"/>
                  </a:lnTo>
                  <a:cubicBezTo>
                    <a:pt x="4354" y="1313"/>
                    <a:pt x="4411" y="1152"/>
                    <a:pt x="4379" y="1029"/>
                  </a:cubicBezTo>
                  <a:cubicBezTo>
                    <a:pt x="4356" y="943"/>
                    <a:pt x="4294" y="865"/>
                    <a:pt x="4218" y="827"/>
                  </a:cubicBezTo>
                  <a:cubicBezTo>
                    <a:pt x="4173" y="805"/>
                    <a:pt x="4171" y="804"/>
                    <a:pt x="4116" y="804"/>
                  </a:cubicBezTo>
                  <a:cubicBezTo>
                    <a:pt x="4067" y="804"/>
                    <a:pt x="4057" y="806"/>
                    <a:pt x="4030" y="819"/>
                  </a:cubicBezTo>
                  <a:cubicBezTo>
                    <a:pt x="3994" y="835"/>
                    <a:pt x="3957" y="871"/>
                    <a:pt x="3941" y="903"/>
                  </a:cubicBezTo>
                  <a:cubicBezTo>
                    <a:pt x="3913" y="958"/>
                    <a:pt x="3902" y="1025"/>
                    <a:pt x="3915" y="1069"/>
                  </a:cubicBezTo>
                  <a:cubicBezTo>
                    <a:pt x="3922" y="1093"/>
                    <a:pt x="3959" y="1136"/>
                    <a:pt x="3991" y="1154"/>
                  </a:cubicBezTo>
                  <a:cubicBezTo>
                    <a:pt x="4053" y="1191"/>
                    <a:pt x="4137" y="1193"/>
                    <a:pt x="4175" y="1159"/>
                  </a:cubicBezTo>
                  <a:cubicBezTo>
                    <a:pt x="4191" y="1146"/>
                    <a:pt x="4206" y="1110"/>
                    <a:pt x="4206" y="1088"/>
                  </a:cubicBezTo>
                  <a:cubicBezTo>
                    <a:pt x="4206" y="1066"/>
                    <a:pt x="4196" y="1053"/>
                    <a:pt x="4176" y="1046"/>
                  </a:cubicBezTo>
                  <a:cubicBezTo>
                    <a:pt x="4155" y="1038"/>
                    <a:pt x="4135" y="1046"/>
                    <a:pt x="4124" y="1067"/>
                  </a:cubicBezTo>
                  <a:cubicBezTo>
                    <a:pt x="4114" y="1087"/>
                    <a:pt x="4097" y="1094"/>
                    <a:pt x="4058" y="1094"/>
                  </a:cubicBezTo>
                  <a:cubicBezTo>
                    <a:pt x="4032" y="1094"/>
                    <a:pt x="4023" y="1091"/>
                    <a:pt x="4005" y="1077"/>
                  </a:cubicBezTo>
                  <a:cubicBezTo>
                    <a:pt x="3948" y="1036"/>
                    <a:pt x="3948" y="953"/>
                    <a:pt x="4004" y="896"/>
                  </a:cubicBezTo>
                  <a:cubicBezTo>
                    <a:pt x="4037" y="864"/>
                    <a:pt x="4072" y="853"/>
                    <a:pt x="4122" y="856"/>
                  </a:cubicBezTo>
                  <a:cubicBezTo>
                    <a:pt x="4235" y="864"/>
                    <a:pt x="4328" y="974"/>
                    <a:pt x="4328" y="1099"/>
                  </a:cubicBezTo>
                  <a:cubicBezTo>
                    <a:pt x="4328" y="1203"/>
                    <a:pt x="4284" y="1296"/>
                    <a:pt x="4205" y="1355"/>
                  </a:cubicBezTo>
                  <a:cubicBezTo>
                    <a:pt x="4152" y="1396"/>
                    <a:pt x="4112" y="1407"/>
                    <a:pt x="4004" y="1410"/>
                  </a:cubicBezTo>
                  <a:cubicBezTo>
                    <a:pt x="3925" y="1413"/>
                    <a:pt x="3920" y="1413"/>
                    <a:pt x="3861" y="1397"/>
                  </a:cubicBezTo>
                  <a:cubicBezTo>
                    <a:pt x="3728" y="1362"/>
                    <a:pt x="3592" y="1305"/>
                    <a:pt x="3477" y="1238"/>
                  </a:cubicBezTo>
                  <a:cubicBezTo>
                    <a:pt x="3425" y="1208"/>
                    <a:pt x="3326" y="1112"/>
                    <a:pt x="3271" y="1037"/>
                  </a:cubicBezTo>
                  <a:cubicBezTo>
                    <a:pt x="3232" y="986"/>
                    <a:pt x="3219" y="955"/>
                    <a:pt x="3209" y="885"/>
                  </a:cubicBezTo>
                  <a:cubicBezTo>
                    <a:pt x="3192" y="778"/>
                    <a:pt x="3249" y="667"/>
                    <a:pt x="3344" y="619"/>
                  </a:cubicBezTo>
                  <a:cubicBezTo>
                    <a:pt x="3372" y="605"/>
                    <a:pt x="3382" y="603"/>
                    <a:pt x="3418" y="603"/>
                  </a:cubicBezTo>
                  <a:cubicBezTo>
                    <a:pt x="3471" y="603"/>
                    <a:pt x="3502" y="617"/>
                    <a:pt x="3541" y="657"/>
                  </a:cubicBezTo>
                  <a:cubicBezTo>
                    <a:pt x="3594" y="710"/>
                    <a:pt x="3615" y="784"/>
                    <a:pt x="3588" y="821"/>
                  </a:cubicBezTo>
                  <a:cubicBezTo>
                    <a:pt x="3569" y="847"/>
                    <a:pt x="3535" y="861"/>
                    <a:pt x="3498" y="859"/>
                  </a:cubicBezTo>
                  <a:cubicBezTo>
                    <a:pt x="3451" y="856"/>
                    <a:pt x="3437" y="845"/>
                    <a:pt x="3437" y="814"/>
                  </a:cubicBezTo>
                  <a:cubicBezTo>
                    <a:pt x="3437" y="794"/>
                    <a:pt x="3434" y="787"/>
                    <a:pt x="3421" y="774"/>
                  </a:cubicBezTo>
                  <a:cubicBezTo>
                    <a:pt x="3394" y="747"/>
                    <a:pt x="3353" y="757"/>
                    <a:pt x="3338" y="794"/>
                  </a:cubicBezTo>
                  <a:cubicBezTo>
                    <a:pt x="3320" y="837"/>
                    <a:pt x="3333" y="887"/>
                    <a:pt x="3373" y="928"/>
                  </a:cubicBezTo>
                  <a:cubicBezTo>
                    <a:pt x="3413" y="967"/>
                    <a:pt x="3449" y="977"/>
                    <a:pt x="3511" y="964"/>
                  </a:cubicBezTo>
                  <a:cubicBezTo>
                    <a:pt x="3586" y="948"/>
                    <a:pt x="3636" y="898"/>
                    <a:pt x="3652" y="824"/>
                  </a:cubicBezTo>
                  <a:cubicBezTo>
                    <a:pt x="3658" y="793"/>
                    <a:pt x="3659" y="779"/>
                    <a:pt x="3654" y="752"/>
                  </a:cubicBezTo>
                  <a:cubicBezTo>
                    <a:pt x="3641" y="682"/>
                    <a:pt x="3580" y="604"/>
                    <a:pt x="3515" y="573"/>
                  </a:cubicBezTo>
                  <a:cubicBezTo>
                    <a:pt x="3418" y="528"/>
                    <a:pt x="3330" y="544"/>
                    <a:pt x="3247" y="623"/>
                  </a:cubicBezTo>
                  <a:cubicBezTo>
                    <a:pt x="3205" y="663"/>
                    <a:pt x="3172" y="719"/>
                    <a:pt x="3161" y="770"/>
                  </a:cubicBezTo>
                  <a:cubicBezTo>
                    <a:pt x="3148" y="824"/>
                    <a:pt x="3147" y="824"/>
                    <a:pt x="3135" y="772"/>
                  </a:cubicBezTo>
                  <a:cubicBezTo>
                    <a:pt x="3113" y="679"/>
                    <a:pt x="3115" y="590"/>
                    <a:pt x="3140" y="538"/>
                  </a:cubicBezTo>
                  <a:cubicBezTo>
                    <a:pt x="3154" y="508"/>
                    <a:pt x="3262" y="345"/>
                    <a:pt x="3273" y="336"/>
                  </a:cubicBezTo>
                  <a:cubicBezTo>
                    <a:pt x="3286" y="325"/>
                    <a:pt x="3284" y="317"/>
                    <a:pt x="3267" y="307"/>
                  </a:cubicBezTo>
                  <a:cubicBezTo>
                    <a:pt x="3251" y="298"/>
                    <a:pt x="3153" y="189"/>
                    <a:pt x="3116" y="138"/>
                  </a:cubicBezTo>
                  <a:cubicBezTo>
                    <a:pt x="3103" y="121"/>
                    <a:pt x="3078" y="82"/>
                    <a:pt x="3062" y="53"/>
                  </a:cubicBezTo>
                  <a:cubicBezTo>
                    <a:pt x="3045" y="24"/>
                    <a:pt x="3030" y="0"/>
                    <a:pt x="3028" y="0"/>
                  </a:cubicBezTo>
                  <a:cubicBezTo>
                    <a:pt x="3026" y="0"/>
                    <a:pt x="3011" y="24"/>
                    <a:pt x="2994" y="53"/>
                  </a:cubicBezTo>
                  <a:cubicBezTo>
                    <a:pt x="2977" y="82"/>
                    <a:pt x="2953" y="121"/>
                    <a:pt x="2940" y="138"/>
                  </a:cubicBezTo>
                  <a:cubicBezTo>
                    <a:pt x="2903" y="189"/>
                    <a:pt x="2805" y="298"/>
                    <a:pt x="2788" y="307"/>
                  </a:cubicBezTo>
                  <a:cubicBezTo>
                    <a:pt x="2771" y="317"/>
                    <a:pt x="2769" y="325"/>
                    <a:pt x="2782" y="336"/>
                  </a:cubicBezTo>
                  <a:cubicBezTo>
                    <a:pt x="2794" y="345"/>
                    <a:pt x="2901" y="508"/>
                    <a:pt x="2916" y="538"/>
                  </a:cubicBezTo>
                  <a:cubicBezTo>
                    <a:pt x="2941" y="590"/>
                    <a:pt x="2943" y="679"/>
                    <a:pt x="2921" y="772"/>
                  </a:cubicBezTo>
                  <a:cubicBezTo>
                    <a:pt x="2909" y="824"/>
                    <a:pt x="2908" y="824"/>
                    <a:pt x="2895" y="770"/>
                  </a:cubicBezTo>
                  <a:cubicBezTo>
                    <a:pt x="2884" y="719"/>
                    <a:pt x="2851" y="663"/>
                    <a:pt x="2809" y="623"/>
                  </a:cubicBezTo>
                  <a:cubicBezTo>
                    <a:pt x="2725" y="544"/>
                    <a:pt x="2638" y="528"/>
                    <a:pt x="2541" y="573"/>
                  </a:cubicBezTo>
                  <a:cubicBezTo>
                    <a:pt x="2475" y="604"/>
                    <a:pt x="2415" y="682"/>
                    <a:pt x="2402" y="752"/>
                  </a:cubicBezTo>
                  <a:cubicBezTo>
                    <a:pt x="2397" y="779"/>
                    <a:pt x="2398" y="793"/>
                    <a:pt x="2404" y="824"/>
                  </a:cubicBezTo>
                  <a:cubicBezTo>
                    <a:pt x="2420" y="898"/>
                    <a:pt x="2470" y="948"/>
                    <a:pt x="2545" y="964"/>
                  </a:cubicBezTo>
                  <a:cubicBezTo>
                    <a:pt x="2607" y="977"/>
                    <a:pt x="2643" y="967"/>
                    <a:pt x="2683" y="928"/>
                  </a:cubicBezTo>
                  <a:cubicBezTo>
                    <a:pt x="2723" y="887"/>
                    <a:pt x="2736" y="837"/>
                    <a:pt x="2718" y="794"/>
                  </a:cubicBezTo>
                  <a:cubicBezTo>
                    <a:pt x="2695" y="738"/>
                    <a:pt x="2620" y="753"/>
                    <a:pt x="2620" y="814"/>
                  </a:cubicBezTo>
                  <a:cubicBezTo>
                    <a:pt x="2620" y="845"/>
                    <a:pt x="2605" y="856"/>
                    <a:pt x="2559" y="859"/>
                  </a:cubicBezTo>
                  <a:cubicBezTo>
                    <a:pt x="2522" y="861"/>
                    <a:pt x="2487" y="847"/>
                    <a:pt x="2468" y="821"/>
                  </a:cubicBezTo>
                  <a:cubicBezTo>
                    <a:pt x="2441" y="784"/>
                    <a:pt x="2462" y="710"/>
                    <a:pt x="2515" y="657"/>
                  </a:cubicBezTo>
                  <a:cubicBezTo>
                    <a:pt x="2554" y="617"/>
                    <a:pt x="2585" y="603"/>
                    <a:pt x="2638" y="603"/>
                  </a:cubicBezTo>
                  <a:cubicBezTo>
                    <a:pt x="2674" y="603"/>
                    <a:pt x="2685" y="605"/>
                    <a:pt x="2711" y="619"/>
                  </a:cubicBezTo>
                  <a:cubicBezTo>
                    <a:pt x="2807" y="667"/>
                    <a:pt x="2863" y="778"/>
                    <a:pt x="2847" y="885"/>
                  </a:cubicBezTo>
                  <a:cubicBezTo>
                    <a:pt x="2836" y="955"/>
                    <a:pt x="2824" y="986"/>
                    <a:pt x="2785" y="1037"/>
                  </a:cubicBezTo>
                  <a:cubicBezTo>
                    <a:pt x="2730" y="1112"/>
                    <a:pt x="2631" y="1208"/>
                    <a:pt x="2579" y="1238"/>
                  </a:cubicBezTo>
                  <a:cubicBezTo>
                    <a:pt x="2464" y="1305"/>
                    <a:pt x="2328" y="1362"/>
                    <a:pt x="2195" y="1397"/>
                  </a:cubicBezTo>
                  <a:cubicBezTo>
                    <a:pt x="2136" y="1413"/>
                    <a:pt x="2131" y="1413"/>
                    <a:pt x="2051" y="1410"/>
                  </a:cubicBezTo>
                  <a:cubicBezTo>
                    <a:pt x="1944" y="1407"/>
                    <a:pt x="1904" y="1396"/>
                    <a:pt x="1850" y="1355"/>
                  </a:cubicBezTo>
                  <a:cubicBezTo>
                    <a:pt x="1772" y="1296"/>
                    <a:pt x="1728" y="1203"/>
                    <a:pt x="1728" y="1099"/>
                  </a:cubicBezTo>
                  <a:cubicBezTo>
                    <a:pt x="1728" y="974"/>
                    <a:pt x="1820" y="864"/>
                    <a:pt x="1934" y="856"/>
                  </a:cubicBezTo>
                  <a:cubicBezTo>
                    <a:pt x="1984" y="853"/>
                    <a:pt x="2019" y="864"/>
                    <a:pt x="2051" y="896"/>
                  </a:cubicBezTo>
                  <a:cubicBezTo>
                    <a:pt x="2128" y="973"/>
                    <a:pt x="2095" y="1094"/>
                    <a:pt x="1998" y="1094"/>
                  </a:cubicBezTo>
                  <a:cubicBezTo>
                    <a:pt x="1958" y="1094"/>
                    <a:pt x="1943" y="1087"/>
                    <a:pt x="1932" y="1067"/>
                  </a:cubicBezTo>
                  <a:cubicBezTo>
                    <a:pt x="1921" y="1046"/>
                    <a:pt x="1901" y="1038"/>
                    <a:pt x="1880" y="1046"/>
                  </a:cubicBezTo>
                  <a:cubicBezTo>
                    <a:pt x="1859" y="1053"/>
                    <a:pt x="1850" y="1066"/>
                    <a:pt x="1850" y="1088"/>
                  </a:cubicBezTo>
                  <a:cubicBezTo>
                    <a:pt x="1850" y="1110"/>
                    <a:pt x="1865" y="1146"/>
                    <a:pt x="1880" y="1159"/>
                  </a:cubicBezTo>
                  <a:cubicBezTo>
                    <a:pt x="1918" y="1193"/>
                    <a:pt x="2003" y="1191"/>
                    <a:pt x="2065" y="1154"/>
                  </a:cubicBezTo>
                  <a:cubicBezTo>
                    <a:pt x="2097" y="1136"/>
                    <a:pt x="2135" y="1093"/>
                    <a:pt x="2141" y="1069"/>
                  </a:cubicBezTo>
                  <a:cubicBezTo>
                    <a:pt x="2153" y="1025"/>
                    <a:pt x="2143" y="958"/>
                    <a:pt x="2116" y="903"/>
                  </a:cubicBezTo>
                  <a:cubicBezTo>
                    <a:pt x="2099" y="871"/>
                    <a:pt x="2062" y="835"/>
                    <a:pt x="2026" y="819"/>
                  </a:cubicBezTo>
                  <a:cubicBezTo>
                    <a:pt x="1999" y="806"/>
                    <a:pt x="1989" y="804"/>
                    <a:pt x="1939" y="804"/>
                  </a:cubicBezTo>
                  <a:cubicBezTo>
                    <a:pt x="1884" y="804"/>
                    <a:pt x="1883" y="805"/>
                    <a:pt x="1838" y="827"/>
                  </a:cubicBezTo>
                  <a:cubicBezTo>
                    <a:pt x="1803" y="844"/>
                    <a:pt x="1785" y="858"/>
                    <a:pt x="1757" y="886"/>
                  </a:cubicBezTo>
                  <a:cubicBezTo>
                    <a:pt x="1697" y="950"/>
                    <a:pt x="1669" y="1021"/>
                    <a:pt x="1669" y="1105"/>
                  </a:cubicBezTo>
                  <a:cubicBezTo>
                    <a:pt x="1669" y="1216"/>
                    <a:pt x="1723" y="1329"/>
                    <a:pt x="1808" y="1397"/>
                  </a:cubicBezTo>
                  <a:lnTo>
                    <a:pt x="1834" y="1418"/>
                  </a:lnTo>
                  <a:lnTo>
                    <a:pt x="1771" y="1418"/>
                  </a:lnTo>
                  <a:cubicBezTo>
                    <a:pt x="1540" y="1418"/>
                    <a:pt x="1262" y="1348"/>
                    <a:pt x="1025" y="1231"/>
                  </a:cubicBezTo>
                  <a:cubicBezTo>
                    <a:pt x="982" y="1210"/>
                    <a:pt x="944" y="1194"/>
                    <a:pt x="938" y="1196"/>
                  </a:cubicBezTo>
                  <a:cubicBezTo>
                    <a:pt x="933" y="1196"/>
                    <a:pt x="928" y="1203"/>
                    <a:pt x="927" y="1210"/>
                  </a:cubicBezTo>
                  <a:cubicBezTo>
                    <a:pt x="926" y="1222"/>
                    <a:pt x="933" y="1229"/>
                    <a:pt x="970" y="1257"/>
                  </a:cubicBezTo>
                  <a:cubicBezTo>
                    <a:pt x="1093" y="1348"/>
                    <a:pt x="1198" y="1401"/>
                    <a:pt x="1325" y="1436"/>
                  </a:cubicBezTo>
                  <a:lnTo>
                    <a:pt x="1369" y="1448"/>
                  </a:lnTo>
                  <a:lnTo>
                    <a:pt x="1025" y="1449"/>
                  </a:lnTo>
                  <a:cubicBezTo>
                    <a:pt x="650" y="1449"/>
                    <a:pt x="595" y="1446"/>
                    <a:pt x="475" y="1422"/>
                  </a:cubicBezTo>
                  <a:cubicBezTo>
                    <a:pt x="299" y="1387"/>
                    <a:pt x="229" y="1365"/>
                    <a:pt x="158" y="1327"/>
                  </a:cubicBezTo>
                  <a:cubicBezTo>
                    <a:pt x="131" y="1312"/>
                    <a:pt x="107" y="1301"/>
                    <a:pt x="104" y="1301"/>
                  </a:cubicBezTo>
                  <a:cubicBezTo>
                    <a:pt x="94" y="1301"/>
                    <a:pt x="83" y="1317"/>
                    <a:pt x="86" y="1328"/>
                  </a:cubicBezTo>
                  <a:cubicBezTo>
                    <a:pt x="91" y="1345"/>
                    <a:pt x="149" y="1402"/>
                    <a:pt x="192" y="1430"/>
                  </a:cubicBezTo>
                  <a:lnTo>
                    <a:pt x="228" y="1454"/>
                  </a:lnTo>
                  <a:lnTo>
                    <a:pt x="135" y="1453"/>
                  </a:lnTo>
                  <a:cubicBezTo>
                    <a:pt x="39" y="1452"/>
                    <a:pt x="25" y="1454"/>
                    <a:pt x="9" y="1476"/>
                  </a:cubicBezTo>
                  <a:cubicBezTo>
                    <a:pt x="0" y="1488"/>
                    <a:pt x="1" y="1511"/>
                    <a:pt x="12" y="1519"/>
                  </a:cubicBezTo>
                  <a:close/>
                </a:path>
              </a:pathLst>
            </a:custGeom>
            <a:grpFill/>
            <a:ln>
              <a:noFill/>
            </a:ln>
            <a:effectLst/>
          </p:spPr>
          <p:txBody>
            <a:bodyPr wrap="none" anchor="ctr"/>
            <a:lstStyle/>
            <a:p>
              <a:endParaRPr lang="es-ES_tradnl" sz="2400"/>
            </a:p>
          </p:txBody>
        </p:sp>
        <p:sp>
          <p:nvSpPr>
            <p:cNvPr id="17" name="Freeform 10">
              <a:extLst>
                <a:ext uri="{FF2B5EF4-FFF2-40B4-BE49-F238E27FC236}">
                  <a16:creationId xmlns:a16="http://schemas.microsoft.com/office/drawing/2014/main" id="{C2422AC3-AAC3-FB47-9D9A-8C89C9DDECFD}"/>
                </a:ext>
              </a:extLst>
            </p:cNvPr>
            <p:cNvSpPr>
              <a:spLocks noChangeAspect="1" noChangeArrowheads="1"/>
            </p:cNvSpPr>
            <p:nvPr/>
          </p:nvSpPr>
          <p:spPr bwMode="auto">
            <a:xfrm rot="13750852">
              <a:off x="247540" y="3480561"/>
              <a:ext cx="2755091" cy="696450"/>
            </a:xfrm>
            <a:custGeom>
              <a:avLst/>
              <a:gdLst>
                <a:gd name="T0" fmla="*/ 3553254 w 6056"/>
                <a:gd name="T1" fmla="*/ 716549 h 1530"/>
                <a:gd name="T2" fmla="*/ 3437988 w 6056"/>
                <a:gd name="T3" fmla="*/ 327095 h 1530"/>
                <a:gd name="T4" fmla="*/ 3601478 w 6056"/>
                <a:gd name="T5" fmla="*/ 215318 h 1530"/>
                <a:gd name="T6" fmla="*/ 3699101 w 6056"/>
                <a:gd name="T7" fmla="*/ 431812 h 1530"/>
                <a:gd name="T8" fmla="*/ 2880477 w 6056"/>
                <a:gd name="T9" fmla="*/ 1682537 h 1530"/>
                <a:gd name="T10" fmla="*/ 3485035 w 6056"/>
                <a:gd name="T11" fmla="*/ 1067176 h 1530"/>
                <a:gd name="T12" fmla="*/ 3561488 w 6056"/>
                <a:gd name="T13" fmla="*/ 805971 h 1530"/>
                <a:gd name="T14" fmla="*/ 4200156 w 6056"/>
                <a:gd name="T15" fmla="*/ 1649592 h 1530"/>
                <a:gd name="T16" fmla="*/ 3973152 w 6056"/>
                <a:gd name="T17" fmla="*/ 1608411 h 1530"/>
                <a:gd name="T18" fmla="*/ 3512088 w 6056"/>
                <a:gd name="T19" fmla="*/ 1281317 h 1530"/>
                <a:gd name="T20" fmla="*/ 3149823 w 6056"/>
                <a:gd name="T21" fmla="*/ 1608411 h 1530"/>
                <a:gd name="T22" fmla="*/ 3561488 w 6056"/>
                <a:gd name="T23" fmla="*/ 1703716 h 1530"/>
                <a:gd name="T24" fmla="*/ 3517969 w 6056"/>
                <a:gd name="T25" fmla="*/ 1434275 h 1530"/>
                <a:gd name="T26" fmla="*/ 3605006 w 6056"/>
                <a:gd name="T27" fmla="*/ 1434275 h 1530"/>
                <a:gd name="T28" fmla="*/ 14114 w 6056"/>
                <a:gd name="T29" fmla="*/ 1787254 h 1530"/>
                <a:gd name="T30" fmla="*/ 7112389 w 6056"/>
                <a:gd name="T31" fmla="*/ 1736661 h 1530"/>
                <a:gd name="T32" fmla="*/ 7021823 w 6056"/>
                <a:gd name="T33" fmla="*/ 1562524 h 1530"/>
                <a:gd name="T34" fmla="*/ 6937138 w 6056"/>
                <a:gd name="T35" fmla="*/ 1561347 h 1530"/>
                <a:gd name="T36" fmla="*/ 5565706 w 6056"/>
                <a:gd name="T37" fmla="*/ 1689597 h 1530"/>
                <a:gd name="T38" fmla="*/ 6032652 w 6056"/>
                <a:gd name="T39" fmla="*/ 1423685 h 1530"/>
                <a:gd name="T40" fmla="*/ 5039952 w 6056"/>
                <a:gd name="T41" fmla="*/ 1668418 h 1530"/>
                <a:gd name="T42" fmla="*/ 5150513 w 6056"/>
                <a:gd name="T43" fmla="*/ 1210721 h 1530"/>
                <a:gd name="T44" fmla="*/ 4740025 w 6056"/>
                <a:gd name="T45" fmla="*/ 963635 h 1530"/>
                <a:gd name="T46" fmla="*/ 4604763 w 6056"/>
                <a:gd name="T47" fmla="*/ 1257785 h 1530"/>
                <a:gd name="T48" fmla="*/ 4947033 w 6056"/>
                <a:gd name="T49" fmla="*/ 1280140 h 1530"/>
                <a:gd name="T50" fmla="*/ 4850586 w 6056"/>
                <a:gd name="T51" fmla="*/ 1255432 h 1530"/>
                <a:gd name="T52" fmla="*/ 4709444 w 6056"/>
                <a:gd name="T53" fmla="*/ 1054233 h 1530"/>
                <a:gd name="T54" fmla="*/ 5090528 w 6056"/>
                <a:gd name="T55" fmla="*/ 1293083 h 1530"/>
                <a:gd name="T56" fmla="*/ 4541249 w 6056"/>
                <a:gd name="T57" fmla="*/ 1643709 h 1530"/>
                <a:gd name="T58" fmla="*/ 3847300 w 6056"/>
                <a:gd name="T59" fmla="*/ 1220134 h 1530"/>
                <a:gd name="T60" fmla="*/ 4020200 w 6056"/>
                <a:gd name="T61" fmla="*/ 709489 h 1530"/>
                <a:gd name="T62" fmla="*/ 4220151 w 6056"/>
                <a:gd name="T63" fmla="*/ 965988 h 1530"/>
                <a:gd name="T64" fmla="*/ 4023728 w 6056"/>
                <a:gd name="T65" fmla="*/ 910688 h 1530"/>
                <a:gd name="T66" fmla="*/ 3967271 w 6056"/>
                <a:gd name="T67" fmla="*/ 1091884 h 1530"/>
                <a:gd name="T68" fmla="*/ 4297779 w 6056"/>
                <a:gd name="T69" fmla="*/ 884803 h 1530"/>
                <a:gd name="T70" fmla="*/ 3819072 w 6056"/>
                <a:gd name="T71" fmla="*/ 733021 h 1530"/>
                <a:gd name="T72" fmla="*/ 3693220 w 6056"/>
                <a:gd name="T73" fmla="*/ 633010 h 1530"/>
                <a:gd name="T74" fmla="*/ 3842596 w 6056"/>
                <a:gd name="T75" fmla="*/ 361216 h 1530"/>
                <a:gd name="T76" fmla="*/ 3561488 w 6056"/>
                <a:gd name="T77" fmla="*/ 0 h 1530"/>
                <a:gd name="T78" fmla="*/ 3457983 w 6056"/>
                <a:gd name="T79" fmla="*/ 162371 h 1530"/>
                <a:gd name="T80" fmla="*/ 3429755 w 6056"/>
                <a:gd name="T81" fmla="*/ 633010 h 1530"/>
                <a:gd name="T82" fmla="*/ 3405055 w 6056"/>
                <a:gd name="T83" fmla="*/ 905981 h 1530"/>
                <a:gd name="T84" fmla="*/ 2825196 w 6056"/>
                <a:gd name="T85" fmla="*/ 884803 h 1530"/>
                <a:gd name="T86" fmla="*/ 2993390 w 6056"/>
                <a:gd name="T87" fmla="*/ 1134242 h 1530"/>
                <a:gd name="T88" fmla="*/ 3081604 w 6056"/>
                <a:gd name="T89" fmla="*/ 957752 h 1530"/>
                <a:gd name="T90" fmla="*/ 2902824 w 6056"/>
                <a:gd name="T91" fmla="*/ 965988 h 1530"/>
                <a:gd name="T92" fmla="*/ 3188637 w 6056"/>
                <a:gd name="T93" fmla="*/ 728315 h 1530"/>
                <a:gd name="T94" fmla="*/ 3275675 w 6056"/>
                <a:gd name="T95" fmla="*/ 1220134 h 1530"/>
                <a:gd name="T96" fmla="*/ 2412355 w 6056"/>
                <a:gd name="T97" fmla="*/ 1659005 h 1530"/>
                <a:gd name="T98" fmla="*/ 2032447 w 6056"/>
                <a:gd name="T99" fmla="*/ 1293083 h 1530"/>
                <a:gd name="T100" fmla="*/ 2350017 w 6056"/>
                <a:gd name="T101" fmla="*/ 1287200 h 1530"/>
                <a:gd name="T102" fmla="*/ 2211227 w 6056"/>
                <a:gd name="T103" fmla="*/ 1230723 h 1530"/>
                <a:gd name="T104" fmla="*/ 2428822 w 6056"/>
                <a:gd name="T105" fmla="*/ 1357796 h 1530"/>
                <a:gd name="T106" fmla="*/ 2488807 w 6056"/>
                <a:gd name="T107" fmla="*/ 1062469 h 1530"/>
                <a:gd name="T108" fmla="*/ 2161828 w 6056"/>
                <a:gd name="T109" fmla="*/ 973048 h 1530"/>
                <a:gd name="T110" fmla="*/ 1963052 w 6056"/>
                <a:gd name="T111" fmla="*/ 1300142 h 1530"/>
                <a:gd name="T112" fmla="*/ 1205589 w 6056"/>
                <a:gd name="T113" fmla="*/ 1448394 h 1530"/>
                <a:gd name="T114" fmla="*/ 1090323 w 6056"/>
                <a:gd name="T115" fmla="*/ 1423685 h 1530"/>
                <a:gd name="T116" fmla="*/ 1205589 w 6056"/>
                <a:gd name="T117" fmla="*/ 1704892 h 1530"/>
                <a:gd name="T118" fmla="*/ 185837 w 6056"/>
                <a:gd name="T119" fmla="*/ 1561347 h 1530"/>
                <a:gd name="T120" fmla="*/ 225827 w 6056"/>
                <a:gd name="T121" fmla="*/ 1682537 h 1530"/>
                <a:gd name="T122" fmla="*/ 10586 w 6056"/>
                <a:gd name="T123" fmla="*/ 1736661 h 1530"/>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6056" h="1530">
                  <a:moveTo>
                    <a:pt x="3036" y="609"/>
                  </a:moveTo>
                  <a:lnTo>
                    <a:pt x="3036" y="609"/>
                  </a:lnTo>
                  <a:cubicBezTo>
                    <a:pt x="3034" y="624"/>
                    <a:pt x="3030" y="638"/>
                    <a:pt x="3028" y="638"/>
                  </a:cubicBezTo>
                  <a:cubicBezTo>
                    <a:pt x="3026" y="638"/>
                    <a:pt x="3022" y="624"/>
                    <a:pt x="3021" y="609"/>
                  </a:cubicBezTo>
                  <a:cubicBezTo>
                    <a:pt x="3012" y="539"/>
                    <a:pt x="2974" y="454"/>
                    <a:pt x="2911" y="367"/>
                  </a:cubicBezTo>
                  <a:lnTo>
                    <a:pt x="2884" y="330"/>
                  </a:lnTo>
                  <a:lnTo>
                    <a:pt x="2923" y="278"/>
                  </a:lnTo>
                  <a:cubicBezTo>
                    <a:pt x="2945" y="249"/>
                    <a:pt x="2977" y="206"/>
                    <a:pt x="2994" y="183"/>
                  </a:cubicBezTo>
                  <a:cubicBezTo>
                    <a:pt x="3011" y="158"/>
                    <a:pt x="3026" y="138"/>
                    <a:pt x="3028" y="138"/>
                  </a:cubicBezTo>
                  <a:cubicBezTo>
                    <a:pt x="3030" y="138"/>
                    <a:pt x="3045" y="158"/>
                    <a:pt x="3062" y="183"/>
                  </a:cubicBezTo>
                  <a:cubicBezTo>
                    <a:pt x="3080" y="206"/>
                    <a:pt x="3111" y="249"/>
                    <a:pt x="3132" y="278"/>
                  </a:cubicBezTo>
                  <a:lnTo>
                    <a:pt x="3172" y="330"/>
                  </a:lnTo>
                  <a:lnTo>
                    <a:pt x="3145" y="367"/>
                  </a:lnTo>
                  <a:cubicBezTo>
                    <a:pt x="3082" y="454"/>
                    <a:pt x="3043" y="539"/>
                    <a:pt x="3036" y="609"/>
                  </a:cubicBezTo>
                  <a:close/>
                  <a:moveTo>
                    <a:pt x="2513" y="1419"/>
                  </a:moveTo>
                  <a:lnTo>
                    <a:pt x="2513" y="1419"/>
                  </a:lnTo>
                  <a:cubicBezTo>
                    <a:pt x="2492" y="1424"/>
                    <a:pt x="2462" y="1429"/>
                    <a:pt x="2449" y="1430"/>
                  </a:cubicBezTo>
                  <a:cubicBezTo>
                    <a:pt x="2427" y="1433"/>
                    <a:pt x="2429" y="1432"/>
                    <a:pt x="2485" y="1402"/>
                  </a:cubicBezTo>
                  <a:cubicBezTo>
                    <a:pt x="2634" y="1324"/>
                    <a:pt x="2755" y="1220"/>
                    <a:pt x="2857" y="1086"/>
                  </a:cubicBezTo>
                  <a:cubicBezTo>
                    <a:pt x="2905" y="1022"/>
                    <a:pt x="2936" y="969"/>
                    <a:pt x="2963" y="907"/>
                  </a:cubicBezTo>
                  <a:cubicBezTo>
                    <a:pt x="2984" y="857"/>
                    <a:pt x="3010" y="772"/>
                    <a:pt x="3019" y="721"/>
                  </a:cubicBezTo>
                  <a:cubicBezTo>
                    <a:pt x="3021" y="701"/>
                    <a:pt x="3026" y="685"/>
                    <a:pt x="3028" y="685"/>
                  </a:cubicBezTo>
                  <a:cubicBezTo>
                    <a:pt x="3030" y="685"/>
                    <a:pt x="3034" y="701"/>
                    <a:pt x="3037" y="721"/>
                  </a:cubicBezTo>
                  <a:cubicBezTo>
                    <a:pt x="3046" y="772"/>
                    <a:pt x="3071" y="857"/>
                    <a:pt x="3093" y="907"/>
                  </a:cubicBezTo>
                  <a:cubicBezTo>
                    <a:pt x="3179" y="1105"/>
                    <a:pt x="3357" y="1290"/>
                    <a:pt x="3571" y="1402"/>
                  </a:cubicBezTo>
                  <a:cubicBezTo>
                    <a:pt x="3627" y="1432"/>
                    <a:pt x="3629" y="1433"/>
                    <a:pt x="3607" y="1430"/>
                  </a:cubicBezTo>
                  <a:cubicBezTo>
                    <a:pt x="3537" y="1422"/>
                    <a:pt x="3424" y="1391"/>
                    <a:pt x="3378" y="1367"/>
                  </a:cubicBezTo>
                  <a:cubicBezTo>
                    <a:pt x="3341" y="1348"/>
                    <a:pt x="3253" y="1292"/>
                    <a:pt x="3210" y="1260"/>
                  </a:cubicBezTo>
                  <a:cubicBezTo>
                    <a:pt x="3148" y="1213"/>
                    <a:pt x="3093" y="1146"/>
                    <a:pt x="3071" y="1089"/>
                  </a:cubicBezTo>
                  <a:cubicBezTo>
                    <a:pt x="3034" y="997"/>
                    <a:pt x="3021" y="997"/>
                    <a:pt x="2986" y="1089"/>
                  </a:cubicBezTo>
                  <a:cubicBezTo>
                    <a:pt x="2963" y="1146"/>
                    <a:pt x="2908" y="1213"/>
                    <a:pt x="2846" y="1260"/>
                  </a:cubicBezTo>
                  <a:cubicBezTo>
                    <a:pt x="2802" y="1292"/>
                    <a:pt x="2715" y="1348"/>
                    <a:pt x="2678" y="1367"/>
                  </a:cubicBezTo>
                  <a:cubicBezTo>
                    <a:pt x="2647" y="1382"/>
                    <a:pt x="2565" y="1409"/>
                    <a:pt x="2513" y="1419"/>
                  </a:cubicBezTo>
                  <a:lnTo>
                    <a:pt x="3373" y="1445"/>
                  </a:lnTo>
                  <a:cubicBezTo>
                    <a:pt x="3377" y="1447"/>
                    <a:pt x="3222" y="1448"/>
                    <a:pt x="3028" y="1448"/>
                  </a:cubicBezTo>
                  <a:cubicBezTo>
                    <a:pt x="2834" y="1448"/>
                    <a:pt x="2679" y="1447"/>
                    <a:pt x="2683" y="1445"/>
                  </a:cubicBezTo>
                  <a:cubicBezTo>
                    <a:pt x="2714" y="1434"/>
                    <a:pt x="2795" y="1389"/>
                    <a:pt x="2842" y="1358"/>
                  </a:cubicBezTo>
                  <a:cubicBezTo>
                    <a:pt x="2911" y="1310"/>
                    <a:pt x="2947" y="1277"/>
                    <a:pt x="2991" y="1219"/>
                  </a:cubicBezTo>
                  <a:cubicBezTo>
                    <a:pt x="3010" y="1194"/>
                    <a:pt x="3027" y="1174"/>
                    <a:pt x="3028" y="1174"/>
                  </a:cubicBezTo>
                  <a:cubicBezTo>
                    <a:pt x="3030" y="1174"/>
                    <a:pt x="3046" y="1194"/>
                    <a:pt x="3065" y="1219"/>
                  </a:cubicBezTo>
                  <a:cubicBezTo>
                    <a:pt x="3109" y="1277"/>
                    <a:pt x="3145" y="1310"/>
                    <a:pt x="3215" y="1358"/>
                  </a:cubicBezTo>
                  <a:cubicBezTo>
                    <a:pt x="3262" y="1389"/>
                    <a:pt x="3342" y="1434"/>
                    <a:pt x="3373" y="1445"/>
                  </a:cubicBezTo>
                  <a:lnTo>
                    <a:pt x="2513" y="1419"/>
                  </a:lnTo>
                  <a:close/>
                  <a:moveTo>
                    <a:pt x="12" y="1519"/>
                  </a:moveTo>
                  <a:lnTo>
                    <a:pt x="12" y="1519"/>
                  </a:lnTo>
                  <a:cubicBezTo>
                    <a:pt x="26" y="1529"/>
                    <a:pt x="6034" y="1527"/>
                    <a:pt x="6046" y="1517"/>
                  </a:cubicBezTo>
                  <a:cubicBezTo>
                    <a:pt x="6054" y="1510"/>
                    <a:pt x="6055" y="1487"/>
                    <a:pt x="6047" y="1476"/>
                  </a:cubicBezTo>
                  <a:cubicBezTo>
                    <a:pt x="6030" y="1454"/>
                    <a:pt x="6017" y="1452"/>
                    <a:pt x="5921" y="1453"/>
                  </a:cubicBezTo>
                  <a:lnTo>
                    <a:pt x="5827" y="1454"/>
                  </a:lnTo>
                  <a:lnTo>
                    <a:pt x="5864" y="1430"/>
                  </a:lnTo>
                  <a:cubicBezTo>
                    <a:pt x="5907" y="1402"/>
                    <a:pt x="5965" y="1345"/>
                    <a:pt x="5970" y="1328"/>
                  </a:cubicBezTo>
                  <a:cubicBezTo>
                    <a:pt x="5973" y="1317"/>
                    <a:pt x="5962" y="1301"/>
                    <a:pt x="5952" y="1301"/>
                  </a:cubicBezTo>
                  <a:cubicBezTo>
                    <a:pt x="5948" y="1301"/>
                    <a:pt x="5925" y="1312"/>
                    <a:pt x="5898" y="1327"/>
                  </a:cubicBezTo>
                  <a:cubicBezTo>
                    <a:pt x="5827" y="1365"/>
                    <a:pt x="5756" y="1387"/>
                    <a:pt x="5581" y="1422"/>
                  </a:cubicBezTo>
                  <a:cubicBezTo>
                    <a:pt x="5460" y="1446"/>
                    <a:pt x="5406" y="1449"/>
                    <a:pt x="5031" y="1449"/>
                  </a:cubicBezTo>
                  <a:lnTo>
                    <a:pt x="4686" y="1448"/>
                  </a:lnTo>
                  <a:lnTo>
                    <a:pt x="4732" y="1436"/>
                  </a:lnTo>
                  <a:cubicBezTo>
                    <a:pt x="4857" y="1401"/>
                    <a:pt x="4963" y="1348"/>
                    <a:pt x="5086" y="1257"/>
                  </a:cubicBezTo>
                  <a:cubicBezTo>
                    <a:pt x="5124" y="1229"/>
                    <a:pt x="5130" y="1222"/>
                    <a:pt x="5129" y="1210"/>
                  </a:cubicBezTo>
                  <a:cubicBezTo>
                    <a:pt x="5128" y="1203"/>
                    <a:pt x="5123" y="1196"/>
                    <a:pt x="5117" y="1196"/>
                  </a:cubicBezTo>
                  <a:cubicBezTo>
                    <a:pt x="5113" y="1194"/>
                    <a:pt x="5074" y="1210"/>
                    <a:pt x="5032" y="1231"/>
                  </a:cubicBezTo>
                  <a:cubicBezTo>
                    <a:pt x="4793" y="1348"/>
                    <a:pt x="4516" y="1418"/>
                    <a:pt x="4285" y="1418"/>
                  </a:cubicBezTo>
                  <a:lnTo>
                    <a:pt x="4221" y="1418"/>
                  </a:lnTo>
                  <a:lnTo>
                    <a:pt x="4247" y="1397"/>
                  </a:lnTo>
                  <a:cubicBezTo>
                    <a:pt x="4354" y="1313"/>
                    <a:pt x="4411" y="1152"/>
                    <a:pt x="4379" y="1029"/>
                  </a:cubicBezTo>
                  <a:cubicBezTo>
                    <a:pt x="4356" y="943"/>
                    <a:pt x="4294" y="865"/>
                    <a:pt x="4218" y="827"/>
                  </a:cubicBezTo>
                  <a:cubicBezTo>
                    <a:pt x="4173" y="805"/>
                    <a:pt x="4171" y="804"/>
                    <a:pt x="4116" y="804"/>
                  </a:cubicBezTo>
                  <a:cubicBezTo>
                    <a:pt x="4067" y="804"/>
                    <a:pt x="4057" y="806"/>
                    <a:pt x="4030" y="819"/>
                  </a:cubicBezTo>
                  <a:cubicBezTo>
                    <a:pt x="3994" y="835"/>
                    <a:pt x="3957" y="871"/>
                    <a:pt x="3941" y="903"/>
                  </a:cubicBezTo>
                  <a:cubicBezTo>
                    <a:pt x="3913" y="958"/>
                    <a:pt x="3902" y="1025"/>
                    <a:pt x="3915" y="1069"/>
                  </a:cubicBezTo>
                  <a:cubicBezTo>
                    <a:pt x="3922" y="1093"/>
                    <a:pt x="3959" y="1136"/>
                    <a:pt x="3991" y="1154"/>
                  </a:cubicBezTo>
                  <a:cubicBezTo>
                    <a:pt x="4053" y="1191"/>
                    <a:pt x="4137" y="1193"/>
                    <a:pt x="4175" y="1159"/>
                  </a:cubicBezTo>
                  <a:cubicBezTo>
                    <a:pt x="4191" y="1146"/>
                    <a:pt x="4206" y="1110"/>
                    <a:pt x="4206" y="1088"/>
                  </a:cubicBezTo>
                  <a:cubicBezTo>
                    <a:pt x="4206" y="1066"/>
                    <a:pt x="4196" y="1053"/>
                    <a:pt x="4176" y="1046"/>
                  </a:cubicBezTo>
                  <a:cubicBezTo>
                    <a:pt x="4155" y="1038"/>
                    <a:pt x="4135" y="1046"/>
                    <a:pt x="4124" y="1067"/>
                  </a:cubicBezTo>
                  <a:cubicBezTo>
                    <a:pt x="4114" y="1087"/>
                    <a:pt x="4097" y="1094"/>
                    <a:pt x="4058" y="1094"/>
                  </a:cubicBezTo>
                  <a:cubicBezTo>
                    <a:pt x="4032" y="1094"/>
                    <a:pt x="4023" y="1091"/>
                    <a:pt x="4005" y="1077"/>
                  </a:cubicBezTo>
                  <a:cubicBezTo>
                    <a:pt x="3948" y="1036"/>
                    <a:pt x="3948" y="953"/>
                    <a:pt x="4004" y="896"/>
                  </a:cubicBezTo>
                  <a:cubicBezTo>
                    <a:pt x="4037" y="864"/>
                    <a:pt x="4072" y="853"/>
                    <a:pt x="4122" y="856"/>
                  </a:cubicBezTo>
                  <a:cubicBezTo>
                    <a:pt x="4235" y="864"/>
                    <a:pt x="4328" y="974"/>
                    <a:pt x="4328" y="1099"/>
                  </a:cubicBezTo>
                  <a:cubicBezTo>
                    <a:pt x="4328" y="1203"/>
                    <a:pt x="4284" y="1296"/>
                    <a:pt x="4205" y="1355"/>
                  </a:cubicBezTo>
                  <a:cubicBezTo>
                    <a:pt x="4152" y="1396"/>
                    <a:pt x="4112" y="1407"/>
                    <a:pt x="4004" y="1410"/>
                  </a:cubicBezTo>
                  <a:cubicBezTo>
                    <a:pt x="3925" y="1413"/>
                    <a:pt x="3920" y="1413"/>
                    <a:pt x="3861" y="1397"/>
                  </a:cubicBezTo>
                  <a:cubicBezTo>
                    <a:pt x="3728" y="1362"/>
                    <a:pt x="3592" y="1305"/>
                    <a:pt x="3477" y="1238"/>
                  </a:cubicBezTo>
                  <a:cubicBezTo>
                    <a:pt x="3425" y="1208"/>
                    <a:pt x="3326" y="1112"/>
                    <a:pt x="3271" y="1037"/>
                  </a:cubicBezTo>
                  <a:cubicBezTo>
                    <a:pt x="3232" y="986"/>
                    <a:pt x="3219" y="955"/>
                    <a:pt x="3209" y="885"/>
                  </a:cubicBezTo>
                  <a:cubicBezTo>
                    <a:pt x="3192" y="778"/>
                    <a:pt x="3249" y="667"/>
                    <a:pt x="3344" y="619"/>
                  </a:cubicBezTo>
                  <a:cubicBezTo>
                    <a:pt x="3372" y="605"/>
                    <a:pt x="3382" y="603"/>
                    <a:pt x="3418" y="603"/>
                  </a:cubicBezTo>
                  <a:cubicBezTo>
                    <a:pt x="3471" y="603"/>
                    <a:pt x="3502" y="617"/>
                    <a:pt x="3541" y="657"/>
                  </a:cubicBezTo>
                  <a:cubicBezTo>
                    <a:pt x="3594" y="710"/>
                    <a:pt x="3615" y="784"/>
                    <a:pt x="3588" y="821"/>
                  </a:cubicBezTo>
                  <a:cubicBezTo>
                    <a:pt x="3569" y="847"/>
                    <a:pt x="3535" y="861"/>
                    <a:pt x="3498" y="859"/>
                  </a:cubicBezTo>
                  <a:cubicBezTo>
                    <a:pt x="3451" y="856"/>
                    <a:pt x="3437" y="845"/>
                    <a:pt x="3437" y="814"/>
                  </a:cubicBezTo>
                  <a:cubicBezTo>
                    <a:pt x="3437" y="794"/>
                    <a:pt x="3434" y="787"/>
                    <a:pt x="3421" y="774"/>
                  </a:cubicBezTo>
                  <a:cubicBezTo>
                    <a:pt x="3394" y="747"/>
                    <a:pt x="3353" y="757"/>
                    <a:pt x="3338" y="794"/>
                  </a:cubicBezTo>
                  <a:cubicBezTo>
                    <a:pt x="3320" y="837"/>
                    <a:pt x="3333" y="887"/>
                    <a:pt x="3373" y="928"/>
                  </a:cubicBezTo>
                  <a:cubicBezTo>
                    <a:pt x="3413" y="967"/>
                    <a:pt x="3449" y="977"/>
                    <a:pt x="3511" y="964"/>
                  </a:cubicBezTo>
                  <a:cubicBezTo>
                    <a:pt x="3586" y="948"/>
                    <a:pt x="3636" y="898"/>
                    <a:pt x="3652" y="824"/>
                  </a:cubicBezTo>
                  <a:cubicBezTo>
                    <a:pt x="3658" y="793"/>
                    <a:pt x="3659" y="779"/>
                    <a:pt x="3654" y="752"/>
                  </a:cubicBezTo>
                  <a:cubicBezTo>
                    <a:pt x="3641" y="682"/>
                    <a:pt x="3580" y="604"/>
                    <a:pt x="3515" y="573"/>
                  </a:cubicBezTo>
                  <a:cubicBezTo>
                    <a:pt x="3418" y="528"/>
                    <a:pt x="3330" y="544"/>
                    <a:pt x="3247" y="623"/>
                  </a:cubicBezTo>
                  <a:cubicBezTo>
                    <a:pt x="3205" y="663"/>
                    <a:pt x="3172" y="719"/>
                    <a:pt x="3161" y="770"/>
                  </a:cubicBezTo>
                  <a:cubicBezTo>
                    <a:pt x="3148" y="824"/>
                    <a:pt x="3147" y="824"/>
                    <a:pt x="3135" y="772"/>
                  </a:cubicBezTo>
                  <a:cubicBezTo>
                    <a:pt x="3113" y="679"/>
                    <a:pt x="3115" y="590"/>
                    <a:pt x="3140" y="538"/>
                  </a:cubicBezTo>
                  <a:cubicBezTo>
                    <a:pt x="3154" y="508"/>
                    <a:pt x="3262" y="345"/>
                    <a:pt x="3273" y="336"/>
                  </a:cubicBezTo>
                  <a:cubicBezTo>
                    <a:pt x="3286" y="325"/>
                    <a:pt x="3284" y="317"/>
                    <a:pt x="3267" y="307"/>
                  </a:cubicBezTo>
                  <a:cubicBezTo>
                    <a:pt x="3251" y="298"/>
                    <a:pt x="3153" y="189"/>
                    <a:pt x="3116" y="138"/>
                  </a:cubicBezTo>
                  <a:cubicBezTo>
                    <a:pt x="3103" y="121"/>
                    <a:pt x="3078" y="82"/>
                    <a:pt x="3062" y="53"/>
                  </a:cubicBezTo>
                  <a:cubicBezTo>
                    <a:pt x="3045" y="24"/>
                    <a:pt x="3030" y="0"/>
                    <a:pt x="3028" y="0"/>
                  </a:cubicBezTo>
                  <a:cubicBezTo>
                    <a:pt x="3026" y="0"/>
                    <a:pt x="3011" y="24"/>
                    <a:pt x="2994" y="53"/>
                  </a:cubicBezTo>
                  <a:cubicBezTo>
                    <a:pt x="2977" y="82"/>
                    <a:pt x="2953" y="121"/>
                    <a:pt x="2940" y="138"/>
                  </a:cubicBezTo>
                  <a:cubicBezTo>
                    <a:pt x="2903" y="189"/>
                    <a:pt x="2805" y="298"/>
                    <a:pt x="2788" y="307"/>
                  </a:cubicBezTo>
                  <a:cubicBezTo>
                    <a:pt x="2771" y="317"/>
                    <a:pt x="2769" y="325"/>
                    <a:pt x="2782" y="336"/>
                  </a:cubicBezTo>
                  <a:cubicBezTo>
                    <a:pt x="2794" y="345"/>
                    <a:pt x="2901" y="508"/>
                    <a:pt x="2916" y="538"/>
                  </a:cubicBezTo>
                  <a:cubicBezTo>
                    <a:pt x="2941" y="590"/>
                    <a:pt x="2943" y="679"/>
                    <a:pt x="2921" y="772"/>
                  </a:cubicBezTo>
                  <a:cubicBezTo>
                    <a:pt x="2909" y="824"/>
                    <a:pt x="2908" y="824"/>
                    <a:pt x="2895" y="770"/>
                  </a:cubicBezTo>
                  <a:cubicBezTo>
                    <a:pt x="2884" y="719"/>
                    <a:pt x="2851" y="663"/>
                    <a:pt x="2809" y="623"/>
                  </a:cubicBezTo>
                  <a:cubicBezTo>
                    <a:pt x="2725" y="544"/>
                    <a:pt x="2638" y="528"/>
                    <a:pt x="2541" y="573"/>
                  </a:cubicBezTo>
                  <a:cubicBezTo>
                    <a:pt x="2475" y="604"/>
                    <a:pt x="2415" y="682"/>
                    <a:pt x="2402" y="752"/>
                  </a:cubicBezTo>
                  <a:cubicBezTo>
                    <a:pt x="2397" y="779"/>
                    <a:pt x="2398" y="793"/>
                    <a:pt x="2404" y="824"/>
                  </a:cubicBezTo>
                  <a:cubicBezTo>
                    <a:pt x="2420" y="898"/>
                    <a:pt x="2470" y="948"/>
                    <a:pt x="2545" y="964"/>
                  </a:cubicBezTo>
                  <a:cubicBezTo>
                    <a:pt x="2607" y="977"/>
                    <a:pt x="2643" y="967"/>
                    <a:pt x="2683" y="928"/>
                  </a:cubicBezTo>
                  <a:cubicBezTo>
                    <a:pt x="2723" y="887"/>
                    <a:pt x="2736" y="837"/>
                    <a:pt x="2718" y="794"/>
                  </a:cubicBezTo>
                  <a:cubicBezTo>
                    <a:pt x="2695" y="738"/>
                    <a:pt x="2620" y="753"/>
                    <a:pt x="2620" y="814"/>
                  </a:cubicBezTo>
                  <a:cubicBezTo>
                    <a:pt x="2620" y="845"/>
                    <a:pt x="2605" y="856"/>
                    <a:pt x="2559" y="859"/>
                  </a:cubicBezTo>
                  <a:cubicBezTo>
                    <a:pt x="2522" y="861"/>
                    <a:pt x="2487" y="847"/>
                    <a:pt x="2468" y="821"/>
                  </a:cubicBezTo>
                  <a:cubicBezTo>
                    <a:pt x="2441" y="784"/>
                    <a:pt x="2462" y="710"/>
                    <a:pt x="2515" y="657"/>
                  </a:cubicBezTo>
                  <a:cubicBezTo>
                    <a:pt x="2554" y="617"/>
                    <a:pt x="2585" y="603"/>
                    <a:pt x="2638" y="603"/>
                  </a:cubicBezTo>
                  <a:cubicBezTo>
                    <a:pt x="2674" y="603"/>
                    <a:pt x="2685" y="605"/>
                    <a:pt x="2711" y="619"/>
                  </a:cubicBezTo>
                  <a:cubicBezTo>
                    <a:pt x="2807" y="667"/>
                    <a:pt x="2863" y="778"/>
                    <a:pt x="2847" y="885"/>
                  </a:cubicBezTo>
                  <a:cubicBezTo>
                    <a:pt x="2836" y="955"/>
                    <a:pt x="2824" y="986"/>
                    <a:pt x="2785" y="1037"/>
                  </a:cubicBezTo>
                  <a:cubicBezTo>
                    <a:pt x="2730" y="1112"/>
                    <a:pt x="2631" y="1208"/>
                    <a:pt x="2579" y="1238"/>
                  </a:cubicBezTo>
                  <a:cubicBezTo>
                    <a:pt x="2464" y="1305"/>
                    <a:pt x="2328" y="1362"/>
                    <a:pt x="2195" y="1397"/>
                  </a:cubicBezTo>
                  <a:cubicBezTo>
                    <a:pt x="2136" y="1413"/>
                    <a:pt x="2131" y="1413"/>
                    <a:pt x="2051" y="1410"/>
                  </a:cubicBezTo>
                  <a:cubicBezTo>
                    <a:pt x="1944" y="1407"/>
                    <a:pt x="1904" y="1396"/>
                    <a:pt x="1850" y="1355"/>
                  </a:cubicBezTo>
                  <a:cubicBezTo>
                    <a:pt x="1772" y="1296"/>
                    <a:pt x="1728" y="1203"/>
                    <a:pt x="1728" y="1099"/>
                  </a:cubicBezTo>
                  <a:cubicBezTo>
                    <a:pt x="1728" y="974"/>
                    <a:pt x="1820" y="864"/>
                    <a:pt x="1934" y="856"/>
                  </a:cubicBezTo>
                  <a:cubicBezTo>
                    <a:pt x="1984" y="853"/>
                    <a:pt x="2019" y="864"/>
                    <a:pt x="2051" y="896"/>
                  </a:cubicBezTo>
                  <a:cubicBezTo>
                    <a:pt x="2128" y="973"/>
                    <a:pt x="2095" y="1094"/>
                    <a:pt x="1998" y="1094"/>
                  </a:cubicBezTo>
                  <a:cubicBezTo>
                    <a:pt x="1958" y="1094"/>
                    <a:pt x="1943" y="1087"/>
                    <a:pt x="1932" y="1067"/>
                  </a:cubicBezTo>
                  <a:cubicBezTo>
                    <a:pt x="1921" y="1046"/>
                    <a:pt x="1901" y="1038"/>
                    <a:pt x="1880" y="1046"/>
                  </a:cubicBezTo>
                  <a:cubicBezTo>
                    <a:pt x="1859" y="1053"/>
                    <a:pt x="1850" y="1066"/>
                    <a:pt x="1850" y="1088"/>
                  </a:cubicBezTo>
                  <a:cubicBezTo>
                    <a:pt x="1850" y="1110"/>
                    <a:pt x="1865" y="1146"/>
                    <a:pt x="1880" y="1159"/>
                  </a:cubicBezTo>
                  <a:cubicBezTo>
                    <a:pt x="1918" y="1193"/>
                    <a:pt x="2003" y="1191"/>
                    <a:pt x="2065" y="1154"/>
                  </a:cubicBezTo>
                  <a:cubicBezTo>
                    <a:pt x="2097" y="1136"/>
                    <a:pt x="2135" y="1093"/>
                    <a:pt x="2141" y="1069"/>
                  </a:cubicBezTo>
                  <a:cubicBezTo>
                    <a:pt x="2153" y="1025"/>
                    <a:pt x="2143" y="958"/>
                    <a:pt x="2116" y="903"/>
                  </a:cubicBezTo>
                  <a:cubicBezTo>
                    <a:pt x="2099" y="871"/>
                    <a:pt x="2062" y="835"/>
                    <a:pt x="2026" y="819"/>
                  </a:cubicBezTo>
                  <a:cubicBezTo>
                    <a:pt x="1999" y="806"/>
                    <a:pt x="1989" y="804"/>
                    <a:pt x="1939" y="804"/>
                  </a:cubicBezTo>
                  <a:cubicBezTo>
                    <a:pt x="1884" y="804"/>
                    <a:pt x="1883" y="805"/>
                    <a:pt x="1838" y="827"/>
                  </a:cubicBezTo>
                  <a:cubicBezTo>
                    <a:pt x="1803" y="844"/>
                    <a:pt x="1785" y="858"/>
                    <a:pt x="1757" y="886"/>
                  </a:cubicBezTo>
                  <a:cubicBezTo>
                    <a:pt x="1697" y="950"/>
                    <a:pt x="1669" y="1021"/>
                    <a:pt x="1669" y="1105"/>
                  </a:cubicBezTo>
                  <a:cubicBezTo>
                    <a:pt x="1669" y="1216"/>
                    <a:pt x="1723" y="1329"/>
                    <a:pt x="1808" y="1397"/>
                  </a:cubicBezTo>
                  <a:lnTo>
                    <a:pt x="1834" y="1418"/>
                  </a:lnTo>
                  <a:lnTo>
                    <a:pt x="1771" y="1418"/>
                  </a:lnTo>
                  <a:cubicBezTo>
                    <a:pt x="1540" y="1418"/>
                    <a:pt x="1262" y="1348"/>
                    <a:pt x="1025" y="1231"/>
                  </a:cubicBezTo>
                  <a:cubicBezTo>
                    <a:pt x="982" y="1210"/>
                    <a:pt x="944" y="1194"/>
                    <a:pt x="938" y="1196"/>
                  </a:cubicBezTo>
                  <a:cubicBezTo>
                    <a:pt x="933" y="1196"/>
                    <a:pt x="928" y="1203"/>
                    <a:pt x="927" y="1210"/>
                  </a:cubicBezTo>
                  <a:cubicBezTo>
                    <a:pt x="926" y="1222"/>
                    <a:pt x="933" y="1229"/>
                    <a:pt x="970" y="1257"/>
                  </a:cubicBezTo>
                  <a:cubicBezTo>
                    <a:pt x="1093" y="1348"/>
                    <a:pt x="1198" y="1401"/>
                    <a:pt x="1325" y="1436"/>
                  </a:cubicBezTo>
                  <a:lnTo>
                    <a:pt x="1369" y="1448"/>
                  </a:lnTo>
                  <a:lnTo>
                    <a:pt x="1025" y="1449"/>
                  </a:lnTo>
                  <a:cubicBezTo>
                    <a:pt x="650" y="1449"/>
                    <a:pt x="595" y="1446"/>
                    <a:pt x="475" y="1422"/>
                  </a:cubicBezTo>
                  <a:cubicBezTo>
                    <a:pt x="299" y="1387"/>
                    <a:pt x="229" y="1365"/>
                    <a:pt x="158" y="1327"/>
                  </a:cubicBezTo>
                  <a:cubicBezTo>
                    <a:pt x="131" y="1312"/>
                    <a:pt x="107" y="1301"/>
                    <a:pt x="104" y="1301"/>
                  </a:cubicBezTo>
                  <a:cubicBezTo>
                    <a:pt x="94" y="1301"/>
                    <a:pt x="83" y="1317"/>
                    <a:pt x="86" y="1328"/>
                  </a:cubicBezTo>
                  <a:cubicBezTo>
                    <a:pt x="91" y="1345"/>
                    <a:pt x="149" y="1402"/>
                    <a:pt x="192" y="1430"/>
                  </a:cubicBezTo>
                  <a:lnTo>
                    <a:pt x="228" y="1454"/>
                  </a:lnTo>
                  <a:lnTo>
                    <a:pt x="135" y="1453"/>
                  </a:lnTo>
                  <a:cubicBezTo>
                    <a:pt x="39" y="1452"/>
                    <a:pt x="25" y="1454"/>
                    <a:pt x="9" y="1476"/>
                  </a:cubicBezTo>
                  <a:cubicBezTo>
                    <a:pt x="0" y="1488"/>
                    <a:pt x="1" y="1511"/>
                    <a:pt x="12" y="1519"/>
                  </a:cubicBezTo>
                  <a:close/>
                </a:path>
              </a:pathLst>
            </a:custGeom>
            <a:grpFill/>
            <a:ln>
              <a:noFill/>
            </a:ln>
            <a:effectLst/>
          </p:spPr>
          <p:txBody>
            <a:bodyPr wrap="none" anchor="ctr"/>
            <a:lstStyle/>
            <a:p>
              <a:endParaRPr lang="es-ES_tradnl" sz="2400"/>
            </a:p>
          </p:txBody>
        </p:sp>
      </p:grpSp>
    </p:spTree>
    <p:extLst>
      <p:ext uri="{BB962C8B-B14F-4D97-AF65-F5344CB8AC3E}">
        <p14:creationId xmlns:p14="http://schemas.microsoft.com/office/powerpoint/2010/main" val="20643123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121" name="Group 1">
            <a:extLst>
              <a:ext uri="{FF2B5EF4-FFF2-40B4-BE49-F238E27FC236}">
                <a16:creationId xmlns:a16="http://schemas.microsoft.com/office/drawing/2014/main" id="{34D403C0-DA19-834A-94A7-1769C2A987AA}"/>
              </a:ext>
            </a:extLst>
          </p:cNvPr>
          <p:cNvGrpSpPr>
            <a:grpSpLocks noChangeAspect="1"/>
          </p:cNvGrpSpPr>
          <p:nvPr/>
        </p:nvGrpSpPr>
        <p:grpSpPr bwMode="auto">
          <a:xfrm>
            <a:off x="312729" y="288031"/>
            <a:ext cx="1093075" cy="1087315"/>
            <a:chOff x="1622425" y="317500"/>
            <a:chExt cx="1204913" cy="1198563"/>
          </a:xfrm>
          <a:solidFill>
            <a:schemeClr val="accent3"/>
          </a:solidFill>
        </p:grpSpPr>
        <p:sp>
          <p:nvSpPr>
            <p:cNvPr id="5165" name="Freeform 53">
              <a:extLst>
                <a:ext uri="{FF2B5EF4-FFF2-40B4-BE49-F238E27FC236}">
                  <a16:creationId xmlns:a16="http://schemas.microsoft.com/office/drawing/2014/main" id="{E9A3259E-0F97-B841-BAA8-8A7855F09164}"/>
                </a:ext>
              </a:extLst>
            </p:cNvPr>
            <p:cNvSpPr>
              <a:spLocks noChangeArrowheads="1"/>
            </p:cNvSpPr>
            <p:nvPr/>
          </p:nvSpPr>
          <p:spPr bwMode="auto">
            <a:xfrm>
              <a:off x="1622425" y="317500"/>
              <a:ext cx="423863" cy="422275"/>
            </a:xfrm>
            <a:custGeom>
              <a:avLst/>
              <a:gdLst>
                <a:gd name="T0" fmla="*/ 1081 w 1176"/>
                <a:gd name="T1" fmla="*/ 2516 h 1175"/>
                <a:gd name="T2" fmla="*/ 15498 w 1176"/>
                <a:gd name="T3" fmla="*/ 28751 h 1175"/>
                <a:gd name="T4" fmla="*/ 45053 w 1176"/>
                <a:gd name="T5" fmla="*/ 76189 h 1175"/>
                <a:gd name="T6" fmla="*/ 43972 w 1176"/>
                <a:gd name="T7" fmla="*/ 177535 h 1175"/>
                <a:gd name="T8" fmla="*/ 30997 w 1176"/>
                <a:gd name="T9" fmla="*/ 194426 h 1175"/>
                <a:gd name="T10" fmla="*/ 17661 w 1176"/>
                <a:gd name="T11" fmla="*/ 217427 h 1175"/>
                <a:gd name="T12" fmla="*/ 45053 w 1176"/>
                <a:gd name="T13" fmla="*/ 238271 h 1175"/>
                <a:gd name="T14" fmla="*/ 57308 w 1176"/>
                <a:gd name="T15" fmla="*/ 232161 h 1175"/>
                <a:gd name="T16" fmla="*/ 80736 w 1176"/>
                <a:gd name="T17" fmla="*/ 192629 h 1175"/>
                <a:gd name="T18" fmla="*/ 79294 w 1176"/>
                <a:gd name="T19" fmla="*/ 104940 h 1175"/>
                <a:gd name="T20" fmla="*/ 75690 w 1176"/>
                <a:gd name="T21" fmla="*/ 90205 h 1175"/>
                <a:gd name="T22" fmla="*/ 121825 w 1176"/>
                <a:gd name="T23" fmla="*/ 137284 h 1175"/>
                <a:gd name="T24" fmla="*/ 171203 w 1176"/>
                <a:gd name="T25" fmla="*/ 201614 h 1175"/>
                <a:gd name="T26" fmla="*/ 197514 w 1176"/>
                <a:gd name="T27" fmla="*/ 313741 h 1175"/>
                <a:gd name="T28" fmla="*/ 101641 w 1176"/>
                <a:gd name="T29" fmla="*/ 392446 h 1175"/>
                <a:gd name="T30" fmla="*/ 38566 w 1176"/>
                <a:gd name="T31" fmla="*/ 349680 h 1175"/>
                <a:gd name="T32" fmla="*/ 38205 w 1176"/>
                <a:gd name="T33" fmla="*/ 300085 h 1175"/>
                <a:gd name="T34" fmla="*/ 60552 w 1176"/>
                <a:gd name="T35" fmla="*/ 276366 h 1175"/>
                <a:gd name="T36" fmla="*/ 80736 w 1176"/>
                <a:gd name="T37" fmla="*/ 306913 h 1175"/>
                <a:gd name="T38" fmla="*/ 95513 w 1176"/>
                <a:gd name="T39" fmla="*/ 332070 h 1175"/>
                <a:gd name="T40" fmla="*/ 109570 w 1176"/>
                <a:gd name="T41" fmla="*/ 330632 h 1175"/>
                <a:gd name="T42" fmla="*/ 123987 w 1176"/>
                <a:gd name="T43" fmla="*/ 300444 h 1175"/>
                <a:gd name="T44" fmla="*/ 97315 w 1176"/>
                <a:gd name="T45" fmla="*/ 261631 h 1175"/>
                <a:gd name="T46" fmla="*/ 74969 w 1176"/>
                <a:gd name="T47" fmla="*/ 252287 h 1175"/>
                <a:gd name="T48" fmla="*/ 53704 w 1176"/>
                <a:gd name="T49" fmla="*/ 256599 h 1175"/>
                <a:gd name="T50" fmla="*/ 17661 w 1176"/>
                <a:gd name="T51" fmla="*/ 337101 h 1175"/>
                <a:gd name="T52" fmla="*/ 109570 w 1176"/>
                <a:gd name="T53" fmla="*/ 416525 h 1175"/>
                <a:gd name="T54" fmla="*/ 194271 w 1176"/>
                <a:gd name="T55" fmla="*/ 368368 h 1175"/>
                <a:gd name="T56" fmla="*/ 222023 w 1176"/>
                <a:gd name="T57" fmla="*/ 270615 h 1175"/>
                <a:gd name="T58" fmla="*/ 198956 w 1176"/>
                <a:gd name="T59" fmla="*/ 198020 h 1175"/>
                <a:gd name="T60" fmla="*/ 204723 w 1176"/>
                <a:gd name="T61" fmla="*/ 200895 h 1175"/>
                <a:gd name="T62" fmla="*/ 271763 w 1176"/>
                <a:gd name="T63" fmla="*/ 221380 h 1175"/>
                <a:gd name="T64" fmla="*/ 369799 w 1176"/>
                <a:gd name="T65" fmla="*/ 193348 h 1175"/>
                <a:gd name="T66" fmla="*/ 418096 w 1176"/>
                <a:gd name="T67" fmla="*/ 109252 h 1175"/>
                <a:gd name="T68" fmla="*/ 338442 w 1176"/>
                <a:gd name="T69" fmla="*/ 17250 h 1175"/>
                <a:gd name="T70" fmla="*/ 257706 w 1176"/>
                <a:gd name="T71" fmla="*/ 53548 h 1175"/>
                <a:gd name="T72" fmla="*/ 253020 w 1176"/>
                <a:gd name="T73" fmla="*/ 74392 h 1175"/>
                <a:gd name="T74" fmla="*/ 262391 w 1176"/>
                <a:gd name="T75" fmla="*/ 96674 h 1175"/>
                <a:gd name="T76" fmla="*/ 301678 w 1176"/>
                <a:gd name="T77" fmla="*/ 123268 h 1175"/>
                <a:gd name="T78" fmla="*/ 331954 w 1176"/>
                <a:gd name="T79" fmla="*/ 108893 h 1175"/>
                <a:gd name="T80" fmla="*/ 333035 w 1176"/>
                <a:gd name="T81" fmla="*/ 94877 h 1175"/>
                <a:gd name="T82" fmla="*/ 308166 w 1176"/>
                <a:gd name="T83" fmla="*/ 79783 h 1175"/>
                <a:gd name="T84" fmla="*/ 277529 w 1176"/>
                <a:gd name="T85" fmla="*/ 60017 h 1175"/>
                <a:gd name="T86" fmla="*/ 301318 w 1176"/>
                <a:gd name="T87" fmla="*/ 38095 h 1175"/>
                <a:gd name="T88" fmla="*/ 351057 w 1176"/>
                <a:gd name="T89" fmla="*/ 38095 h 1175"/>
                <a:gd name="T90" fmla="*/ 393947 w 1176"/>
                <a:gd name="T91" fmla="*/ 100627 h 1175"/>
                <a:gd name="T92" fmla="*/ 314653 w 1176"/>
                <a:gd name="T93" fmla="*/ 196582 h 1175"/>
                <a:gd name="T94" fmla="*/ 202560 w 1176"/>
                <a:gd name="T95" fmla="*/ 170348 h 1175"/>
                <a:gd name="T96" fmla="*/ 138044 w 1176"/>
                <a:gd name="T97" fmla="*/ 121112 h 1175"/>
                <a:gd name="T98" fmla="*/ 90828 w 1176"/>
                <a:gd name="T99" fmla="*/ 74752 h 1175"/>
                <a:gd name="T100" fmla="*/ 105605 w 1176"/>
                <a:gd name="T101" fmla="*/ 79064 h 1175"/>
                <a:gd name="T102" fmla="*/ 193550 w 1176"/>
                <a:gd name="T103" fmla="*/ 80142 h 1175"/>
                <a:gd name="T104" fmla="*/ 233197 w 1176"/>
                <a:gd name="T105" fmla="*/ 56423 h 1175"/>
                <a:gd name="T106" fmla="*/ 239324 w 1176"/>
                <a:gd name="T107" fmla="*/ 44563 h 1175"/>
                <a:gd name="T108" fmla="*/ 218419 w 1176"/>
                <a:gd name="T109" fmla="*/ 17250 h 1175"/>
                <a:gd name="T110" fmla="*/ 195352 w 1176"/>
                <a:gd name="T111" fmla="*/ 30548 h 1175"/>
                <a:gd name="T112" fmla="*/ 178412 w 1176"/>
                <a:gd name="T113" fmla="*/ 43485 h 1175"/>
                <a:gd name="T114" fmla="*/ 76771 w 1176"/>
                <a:gd name="T115" fmla="*/ 44563 h 1175"/>
                <a:gd name="T116" fmla="*/ 28834 w 1176"/>
                <a:gd name="T117" fmla="*/ 15094 h 1175"/>
                <a:gd name="T118" fmla="*/ 3965 w 1176"/>
                <a:gd name="T119" fmla="*/ 0 h 1175"/>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1176" h="1175">
                  <a:moveTo>
                    <a:pt x="3" y="7"/>
                  </a:moveTo>
                  <a:lnTo>
                    <a:pt x="3" y="7"/>
                  </a:lnTo>
                  <a:cubicBezTo>
                    <a:pt x="0" y="16"/>
                    <a:pt x="17" y="48"/>
                    <a:pt x="43" y="80"/>
                  </a:cubicBezTo>
                  <a:cubicBezTo>
                    <a:pt x="90" y="136"/>
                    <a:pt x="113" y="173"/>
                    <a:pt x="125" y="212"/>
                  </a:cubicBezTo>
                  <a:cubicBezTo>
                    <a:pt x="160" y="323"/>
                    <a:pt x="159" y="422"/>
                    <a:pt x="122" y="494"/>
                  </a:cubicBezTo>
                  <a:cubicBezTo>
                    <a:pt x="117" y="504"/>
                    <a:pt x="101" y="526"/>
                    <a:pt x="86" y="541"/>
                  </a:cubicBezTo>
                  <a:cubicBezTo>
                    <a:pt x="54" y="574"/>
                    <a:pt x="49" y="583"/>
                    <a:pt x="49" y="605"/>
                  </a:cubicBezTo>
                  <a:cubicBezTo>
                    <a:pt x="49" y="647"/>
                    <a:pt x="83" y="674"/>
                    <a:pt x="125" y="663"/>
                  </a:cubicBezTo>
                  <a:cubicBezTo>
                    <a:pt x="137" y="659"/>
                    <a:pt x="152" y="652"/>
                    <a:pt x="159" y="646"/>
                  </a:cubicBezTo>
                  <a:cubicBezTo>
                    <a:pt x="175" y="631"/>
                    <a:pt x="212" y="569"/>
                    <a:pt x="224" y="536"/>
                  </a:cubicBezTo>
                  <a:cubicBezTo>
                    <a:pt x="249" y="471"/>
                    <a:pt x="248" y="377"/>
                    <a:pt x="220" y="292"/>
                  </a:cubicBezTo>
                  <a:cubicBezTo>
                    <a:pt x="214" y="270"/>
                    <a:pt x="209" y="252"/>
                    <a:pt x="210" y="251"/>
                  </a:cubicBezTo>
                  <a:cubicBezTo>
                    <a:pt x="212" y="249"/>
                    <a:pt x="286" y="325"/>
                    <a:pt x="338" y="382"/>
                  </a:cubicBezTo>
                  <a:cubicBezTo>
                    <a:pt x="387" y="436"/>
                    <a:pt x="449" y="517"/>
                    <a:pt x="475" y="561"/>
                  </a:cubicBezTo>
                  <a:cubicBezTo>
                    <a:pt x="529" y="655"/>
                    <a:pt x="562" y="795"/>
                    <a:pt x="548" y="873"/>
                  </a:cubicBezTo>
                  <a:cubicBezTo>
                    <a:pt x="525" y="995"/>
                    <a:pt x="398" y="1100"/>
                    <a:pt x="282" y="1092"/>
                  </a:cubicBezTo>
                  <a:cubicBezTo>
                    <a:pt x="210" y="1086"/>
                    <a:pt x="138" y="1037"/>
                    <a:pt x="107" y="973"/>
                  </a:cubicBezTo>
                  <a:cubicBezTo>
                    <a:pt x="90" y="940"/>
                    <a:pt x="90" y="873"/>
                    <a:pt x="106" y="835"/>
                  </a:cubicBezTo>
                  <a:cubicBezTo>
                    <a:pt x="119" y="806"/>
                    <a:pt x="151" y="771"/>
                    <a:pt x="168" y="769"/>
                  </a:cubicBezTo>
                  <a:cubicBezTo>
                    <a:pt x="207" y="763"/>
                    <a:pt x="224" y="788"/>
                    <a:pt x="224" y="854"/>
                  </a:cubicBezTo>
                  <a:cubicBezTo>
                    <a:pt x="224" y="903"/>
                    <a:pt x="230" y="913"/>
                    <a:pt x="265" y="924"/>
                  </a:cubicBezTo>
                  <a:cubicBezTo>
                    <a:pt x="284" y="929"/>
                    <a:pt x="288" y="929"/>
                    <a:pt x="304" y="920"/>
                  </a:cubicBezTo>
                  <a:cubicBezTo>
                    <a:pt x="330" y="905"/>
                    <a:pt x="347" y="869"/>
                    <a:pt x="344" y="836"/>
                  </a:cubicBezTo>
                  <a:cubicBezTo>
                    <a:pt x="341" y="803"/>
                    <a:pt x="311" y="760"/>
                    <a:pt x="270" y="728"/>
                  </a:cubicBezTo>
                  <a:cubicBezTo>
                    <a:pt x="243" y="707"/>
                    <a:pt x="235" y="704"/>
                    <a:pt x="208" y="702"/>
                  </a:cubicBezTo>
                  <a:cubicBezTo>
                    <a:pt x="181" y="699"/>
                    <a:pt x="173" y="702"/>
                    <a:pt x="149" y="714"/>
                  </a:cubicBezTo>
                  <a:cubicBezTo>
                    <a:pt x="74" y="755"/>
                    <a:pt x="36" y="839"/>
                    <a:pt x="49" y="938"/>
                  </a:cubicBezTo>
                  <a:cubicBezTo>
                    <a:pt x="63" y="1056"/>
                    <a:pt x="201" y="1174"/>
                    <a:pt x="304" y="1159"/>
                  </a:cubicBezTo>
                  <a:cubicBezTo>
                    <a:pt x="391" y="1147"/>
                    <a:pt x="492" y="1089"/>
                    <a:pt x="539" y="1025"/>
                  </a:cubicBezTo>
                  <a:cubicBezTo>
                    <a:pt x="597" y="946"/>
                    <a:pt x="627" y="840"/>
                    <a:pt x="616" y="753"/>
                  </a:cubicBezTo>
                  <a:cubicBezTo>
                    <a:pt x="611" y="712"/>
                    <a:pt x="578" y="600"/>
                    <a:pt x="560" y="567"/>
                  </a:cubicBezTo>
                  <a:lnTo>
                    <a:pt x="552" y="551"/>
                  </a:lnTo>
                  <a:lnTo>
                    <a:pt x="568" y="559"/>
                  </a:lnTo>
                  <a:cubicBezTo>
                    <a:pt x="601" y="577"/>
                    <a:pt x="712" y="610"/>
                    <a:pt x="754" y="616"/>
                  </a:cubicBezTo>
                  <a:cubicBezTo>
                    <a:pt x="841" y="626"/>
                    <a:pt x="947" y="596"/>
                    <a:pt x="1026" y="538"/>
                  </a:cubicBezTo>
                  <a:cubicBezTo>
                    <a:pt x="1090" y="491"/>
                    <a:pt x="1148" y="389"/>
                    <a:pt x="1160" y="304"/>
                  </a:cubicBezTo>
                  <a:cubicBezTo>
                    <a:pt x="1175" y="199"/>
                    <a:pt x="1057" y="63"/>
                    <a:pt x="939" y="48"/>
                  </a:cubicBezTo>
                  <a:cubicBezTo>
                    <a:pt x="841" y="35"/>
                    <a:pt x="756" y="73"/>
                    <a:pt x="715" y="149"/>
                  </a:cubicBezTo>
                  <a:cubicBezTo>
                    <a:pt x="702" y="171"/>
                    <a:pt x="701" y="180"/>
                    <a:pt x="702" y="207"/>
                  </a:cubicBezTo>
                  <a:cubicBezTo>
                    <a:pt x="705" y="234"/>
                    <a:pt x="708" y="242"/>
                    <a:pt x="728" y="269"/>
                  </a:cubicBezTo>
                  <a:cubicBezTo>
                    <a:pt x="761" y="311"/>
                    <a:pt x="805" y="341"/>
                    <a:pt x="837" y="343"/>
                  </a:cubicBezTo>
                  <a:cubicBezTo>
                    <a:pt x="870" y="346"/>
                    <a:pt x="906" y="329"/>
                    <a:pt x="921" y="303"/>
                  </a:cubicBezTo>
                  <a:cubicBezTo>
                    <a:pt x="930" y="288"/>
                    <a:pt x="930" y="283"/>
                    <a:pt x="924" y="264"/>
                  </a:cubicBezTo>
                  <a:cubicBezTo>
                    <a:pt x="914" y="228"/>
                    <a:pt x="904" y="222"/>
                    <a:pt x="855" y="222"/>
                  </a:cubicBezTo>
                  <a:cubicBezTo>
                    <a:pt x="789" y="222"/>
                    <a:pt x="764" y="207"/>
                    <a:pt x="770" y="167"/>
                  </a:cubicBezTo>
                  <a:cubicBezTo>
                    <a:pt x="772" y="150"/>
                    <a:pt x="807" y="119"/>
                    <a:pt x="836" y="106"/>
                  </a:cubicBezTo>
                  <a:cubicBezTo>
                    <a:pt x="874" y="89"/>
                    <a:pt x="941" y="89"/>
                    <a:pt x="974" y="106"/>
                  </a:cubicBezTo>
                  <a:cubicBezTo>
                    <a:pt x="1038" y="137"/>
                    <a:pt x="1088" y="210"/>
                    <a:pt x="1093" y="280"/>
                  </a:cubicBezTo>
                  <a:cubicBezTo>
                    <a:pt x="1101" y="397"/>
                    <a:pt x="997" y="524"/>
                    <a:pt x="873" y="547"/>
                  </a:cubicBezTo>
                  <a:cubicBezTo>
                    <a:pt x="795" y="561"/>
                    <a:pt x="656" y="528"/>
                    <a:pt x="562" y="474"/>
                  </a:cubicBezTo>
                  <a:cubicBezTo>
                    <a:pt x="518" y="448"/>
                    <a:pt x="437" y="386"/>
                    <a:pt x="383" y="337"/>
                  </a:cubicBezTo>
                  <a:cubicBezTo>
                    <a:pt x="326" y="285"/>
                    <a:pt x="250" y="211"/>
                    <a:pt x="252" y="208"/>
                  </a:cubicBezTo>
                  <a:cubicBezTo>
                    <a:pt x="253" y="208"/>
                    <a:pt x="272" y="212"/>
                    <a:pt x="293" y="220"/>
                  </a:cubicBezTo>
                  <a:cubicBezTo>
                    <a:pt x="378" y="247"/>
                    <a:pt x="472" y="248"/>
                    <a:pt x="537" y="223"/>
                  </a:cubicBezTo>
                  <a:cubicBezTo>
                    <a:pt x="570" y="211"/>
                    <a:pt x="632" y="174"/>
                    <a:pt x="647" y="157"/>
                  </a:cubicBezTo>
                  <a:cubicBezTo>
                    <a:pt x="653" y="151"/>
                    <a:pt x="661" y="136"/>
                    <a:pt x="664" y="124"/>
                  </a:cubicBezTo>
                  <a:cubicBezTo>
                    <a:pt x="675" y="82"/>
                    <a:pt x="649" y="48"/>
                    <a:pt x="606" y="48"/>
                  </a:cubicBezTo>
                  <a:cubicBezTo>
                    <a:pt x="584" y="48"/>
                    <a:pt x="575" y="53"/>
                    <a:pt x="542" y="85"/>
                  </a:cubicBezTo>
                  <a:cubicBezTo>
                    <a:pt x="526" y="100"/>
                    <a:pt x="506" y="116"/>
                    <a:pt x="495" y="121"/>
                  </a:cubicBezTo>
                  <a:cubicBezTo>
                    <a:pt x="423" y="159"/>
                    <a:pt x="324" y="159"/>
                    <a:pt x="213" y="124"/>
                  </a:cubicBezTo>
                  <a:cubicBezTo>
                    <a:pt x="174" y="111"/>
                    <a:pt x="137" y="89"/>
                    <a:pt x="80" y="42"/>
                  </a:cubicBezTo>
                  <a:cubicBezTo>
                    <a:pt x="55" y="21"/>
                    <a:pt x="20" y="0"/>
                    <a:pt x="11" y="0"/>
                  </a:cubicBezTo>
                  <a:cubicBezTo>
                    <a:pt x="8" y="0"/>
                    <a:pt x="5" y="3"/>
                    <a:pt x="3" y="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166" name="Freeform 55">
              <a:extLst>
                <a:ext uri="{FF2B5EF4-FFF2-40B4-BE49-F238E27FC236}">
                  <a16:creationId xmlns:a16="http://schemas.microsoft.com/office/drawing/2014/main" id="{33BF2333-2274-A545-AAB3-94780A511023}"/>
                </a:ext>
              </a:extLst>
            </p:cNvPr>
            <p:cNvSpPr>
              <a:spLocks noChangeArrowheads="1"/>
            </p:cNvSpPr>
            <p:nvPr/>
          </p:nvSpPr>
          <p:spPr bwMode="auto">
            <a:xfrm>
              <a:off x="2776538" y="319088"/>
              <a:ext cx="50800" cy="42862"/>
            </a:xfrm>
            <a:custGeom>
              <a:avLst/>
              <a:gdLst>
                <a:gd name="T0" fmla="*/ 14514 w 140"/>
                <a:gd name="T1" fmla="*/ 6483 h 119"/>
                <a:gd name="T2" fmla="*/ 14514 w 140"/>
                <a:gd name="T3" fmla="*/ 6483 h 119"/>
                <a:gd name="T4" fmla="*/ 0 w 140"/>
                <a:gd name="T5" fmla="*/ 23052 h 119"/>
                <a:gd name="T6" fmla="*/ 0 w 140"/>
                <a:gd name="T7" fmla="*/ 23052 h 119"/>
                <a:gd name="T8" fmla="*/ 6531 w 140"/>
                <a:gd name="T9" fmla="*/ 34218 h 119"/>
                <a:gd name="T10" fmla="*/ 6531 w 140"/>
                <a:gd name="T11" fmla="*/ 34218 h 119"/>
                <a:gd name="T12" fmla="*/ 31569 w 140"/>
                <a:gd name="T13" fmla="*/ 36739 h 119"/>
                <a:gd name="T14" fmla="*/ 31569 w 140"/>
                <a:gd name="T15" fmla="*/ 36739 h 119"/>
                <a:gd name="T16" fmla="*/ 14514 w 140"/>
                <a:gd name="T17" fmla="*/ 6483 h 11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40" h="119">
                  <a:moveTo>
                    <a:pt x="40" y="18"/>
                  </a:moveTo>
                  <a:lnTo>
                    <a:pt x="40" y="18"/>
                  </a:lnTo>
                  <a:cubicBezTo>
                    <a:pt x="19" y="24"/>
                    <a:pt x="0" y="46"/>
                    <a:pt x="0" y="64"/>
                  </a:cubicBezTo>
                  <a:cubicBezTo>
                    <a:pt x="0" y="71"/>
                    <a:pt x="8" y="84"/>
                    <a:pt x="18" y="95"/>
                  </a:cubicBezTo>
                  <a:cubicBezTo>
                    <a:pt x="40" y="116"/>
                    <a:pt x="60" y="118"/>
                    <a:pt x="87" y="102"/>
                  </a:cubicBezTo>
                  <a:cubicBezTo>
                    <a:pt x="139" y="71"/>
                    <a:pt x="98" y="0"/>
                    <a:pt x="40" y="1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167" name="Freeform 57">
              <a:extLst>
                <a:ext uri="{FF2B5EF4-FFF2-40B4-BE49-F238E27FC236}">
                  <a16:creationId xmlns:a16="http://schemas.microsoft.com/office/drawing/2014/main" id="{B4AAF19C-4D75-1444-898B-A8D087586AB4}"/>
                </a:ext>
              </a:extLst>
            </p:cNvPr>
            <p:cNvSpPr>
              <a:spLocks noChangeArrowheads="1"/>
            </p:cNvSpPr>
            <p:nvPr/>
          </p:nvSpPr>
          <p:spPr bwMode="auto">
            <a:xfrm>
              <a:off x="2692400" y="322263"/>
              <a:ext cx="38100" cy="41275"/>
            </a:xfrm>
            <a:custGeom>
              <a:avLst/>
              <a:gdLst>
                <a:gd name="T0" fmla="*/ 9970 w 107"/>
                <a:gd name="T1" fmla="*/ 7896 h 115"/>
                <a:gd name="T2" fmla="*/ 9970 w 107"/>
                <a:gd name="T3" fmla="*/ 7896 h 115"/>
                <a:gd name="T4" fmla="*/ 0 w 107"/>
                <a:gd name="T5" fmla="*/ 25483 h 115"/>
                <a:gd name="T6" fmla="*/ 0 w 107"/>
                <a:gd name="T7" fmla="*/ 25483 h 115"/>
                <a:gd name="T8" fmla="*/ 16736 w 107"/>
                <a:gd name="T9" fmla="*/ 40916 h 115"/>
                <a:gd name="T10" fmla="*/ 16736 w 107"/>
                <a:gd name="T11" fmla="*/ 40916 h 115"/>
                <a:gd name="T12" fmla="*/ 37744 w 107"/>
                <a:gd name="T13" fmla="*/ 20099 h 115"/>
                <a:gd name="T14" fmla="*/ 37744 w 107"/>
                <a:gd name="T15" fmla="*/ 20099 h 115"/>
                <a:gd name="T16" fmla="*/ 9970 w 107"/>
                <a:gd name="T17" fmla="*/ 7896 h 1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07" h="115">
                  <a:moveTo>
                    <a:pt x="28" y="22"/>
                  </a:moveTo>
                  <a:lnTo>
                    <a:pt x="28" y="22"/>
                  </a:lnTo>
                  <a:cubicBezTo>
                    <a:pt x="14" y="32"/>
                    <a:pt x="0" y="56"/>
                    <a:pt x="0" y="71"/>
                  </a:cubicBezTo>
                  <a:cubicBezTo>
                    <a:pt x="0" y="89"/>
                    <a:pt x="28" y="114"/>
                    <a:pt x="47" y="114"/>
                  </a:cubicBezTo>
                  <a:cubicBezTo>
                    <a:pt x="82" y="114"/>
                    <a:pt x="106" y="90"/>
                    <a:pt x="106" y="56"/>
                  </a:cubicBezTo>
                  <a:cubicBezTo>
                    <a:pt x="106" y="20"/>
                    <a:pt x="58" y="0"/>
                    <a:pt x="28" y="2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168" name="Freeform 59">
              <a:extLst>
                <a:ext uri="{FF2B5EF4-FFF2-40B4-BE49-F238E27FC236}">
                  <a16:creationId xmlns:a16="http://schemas.microsoft.com/office/drawing/2014/main" id="{61CFAA03-7BAF-184A-811A-B72B51BA86F0}"/>
                </a:ext>
              </a:extLst>
            </p:cNvPr>
            <p:cNvSpPr>
              <a:spLocks noChangeArrowheads="1"/>
            </p:cNvSpPr>
            <p:nvPr/>
          </p:nvSpPr>
          <p:spPr bwMode="auto">
            <a:xfrm>
              <a:off x="2041525" y="333375"/>
              <a:ext cx="611188" cy="25400"/>
            </a:xfrm>
            <a:custGeom>
              <a:avLst/>
              <a:gdLst>
                <a:gd name="T0" fmla="*/ 3604 w 1696"/>
                <a:gd name="T1" fmla="*/ 4049 h 69"/>
                <a:gd name="T2" fmla="*/ 3604 w 1696"/>
                <a:gd name="T3" fmla="*/ 4049 h 69"/>
                <a:gd name="T4" fmla="*/ 4685 w 1696"/>
                <a:gd name="T5" fmla="*/ 21351 h 69"/>
                <a:gd name="T6" fmla="*/ 4685 w 1696"/>
                <a:gd name="T7" fmla="*/ 21351 h 69"/>
                <a:gd name="T8" fmla="*/ 593530 w 1696"/>
                <a:gd name="T9" fmla="*/ 21719 h 69"/>
                <a:gd name="T10" fmla="*/ 593530 w 1696"/>
                <a:gd name="T11" fmla="*/ 21719 h 69"/>
                <a:gd name="T12" fmla="*/ 606864 w 1696"/>
                <a:gd name="T13" fmla="*/ 10675 h 69"/>
                <a:gd name="T14" fmla="*/ 606864 w 1696"/>
                <a:gd name="T15" fmla="*/ 10675 h 69"/>
                <a:gd name="T16" fmla="*/ 595332 w 1696"/>
                <a:gd name="T17" fmla="*/ 4049 h 69"/>
                <a:gd name="T18" fmla="*/ 595332 w 1696"/>
                <a:gd name="T19" fmla="*/ 4049 h 69"/>
                <a:gd name="T20" fmla="*/ 296945 w 1696"/>
                <a:gd name="T21" fmla="*/ 1472 h 69"/>
                <a:gd name="T22" fmla="*/ 7207 w 1696"/>
                <a:gd name="T23" fmla="*/ 0 h 69"/>
                <a:gd name="T24" fmla="*/ 3604 w 1696"/>
                <a:gd name="T25" fmla="*/ 4049 h 6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96" h="69">
                  <a:moveTo>
                    <a:pt x="10" y="11"/>
                  </a:moveTo>
                  <a:lnTo>
                    <a:pt x="10" y="11"/>
                  </a:lnTo>
                  <a:cubicBezTo>
                    <a:pt x="0" y="22"/>
                    <a:pt x="1" y="44"/>
                    <a:pt x="13" y="58"/>
                  </a:cubicBezTo>
                  <a:cubicBezTo>
                    <a:pt x="21" y="67"/>
                    <a:pt x="1593" y="68"/>
                    <a:pt x="1647" y="59"/>
                  </a:cubicBezTo>
                  <a:cubicBezTo>
                    <a:pt x="1689" y="52"/>
                    <a:pt x="1695" y="48"/>
                    <a:pt x="1684" y="29"/>
                  </a:cubicBezTo>
                  <a:cubicBezTo>
                    <a:pt x="1678" y="18"/>
                    <a:pt x="1670" y="13"/>
                    <a:pt x="1652" y="11"/>
                  </a:cubicBezTo>
                  <a:cubicBezTo>
                    <a:pt x="1639" y="9"/>
                    <a:pt x="1266" y="6"/>
                    <a:pt x="824" y="4"/>
                  </a:cubicBezTo>
                  <a:lnTo>
                    <a:pt x="20" y="0"/>
                  </a:lnTo>
                  <a:lnTo>
                    <a:pt x="10" y="11"/>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169" name="Freeform 62">
              <a:extLst>
                <a:ext uri="{FF2B5EF4-FFF2-40B4-BE49-F238E27FC236}">
                  <a16:creationId xmlns:a16="http://schemas.microsoft.com/office/drawing/2014/main" id="{E9C75059-26DA-C847-9716-3FA65A2367CE}"/>
                </a:ext>
              </a:extLst>
            </p:cNvPr>
            <p:cNvSpPr>
              <a:spLocks noChangeArrowheads="1"/>
            </p:cNvSpPr>
            <p:nvPr/>
          </p:nvSpPr>
          <p:spPr bwMode="auto">
            <a:xfrm>
              <a:off x="2481263" y="398463"/>
              <a:ext cx="41275" cy="41275"/>
            </a:xfrm>
            <a:custGeom>
              <a:avLst/>
              <a:gdLst>
                <a:gd name="T0" fmla="*/ 14944 w 116"/>
                <a:gd name="T1" fmla="*/ 5844 h 113"/>
                <a:gd name="T2" fmla="*/ 14944 w 116"/>
                <a:gd name="T3" fmla="*/ 5844 h 113"/>
                <a:gd name="T4" fmla="*/ 35582 w 116"/>
                <a:gd name="T5" fmla="*/ 28491 h 113"/>
                <a:gd name="T6" fmla="*/ 35582 w 116"/>
                <a:gd name="T7" fmla="*/ 28491 h 113"/>
                <a:gd name="T8" fmla="*/ 39852 w 116"/>
                <a:gd name="T9" fmla="*/ 16437 h 113"/>
                <a:gd name="T10" fmla="*/ 39852 w 116"/>
                <a:gd name="T11" fmla="*/ 16437 h 113"/>
                <a:gd name="T12" fmla="*/ 35582 w 116"/>
                <a:gd name="T13" fmla="*/ 5114 h 113"/>
                <a:gd name="T14" fmla="*/ 35582 w 116"/>
                <a:gd name="T15" fmla="*/ 5114 h 113"/>
                <a:gd name="T16" fmla="*/ 14944 w 116"/>
                <a:gd name="T17" fmla="*/ 5844 h 11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16" h="113">
                  <a:moveTo>
                    <a:pt x="42" y="16"/>
                  </a:moveTo>
                  <a:lnTo>
                    <a:pt x="42" y="16"/>
                  </a:lnTo>
                  <a:cubicBezTo>
                    <a:pt x="0" y="52"/>
                    <a:pt x="56" y="112"/>
                    <a:pt x="100" y="78"/>
                  </a:cubicBezTo>
                  <a:cubicBezTo>
                    <a:pt x="113" y="67"/>
                    <a:pt x="115" y="63"/>
                    <a:pt x="112" y="45"/>
                  </a:cubicBezTo>
                  <a:cubicBezTo>
                    <a:pt x="110" y="34"/>
                    <a:pt x="105" y="20"/>
                    <a:pt x="100" y="14"/>
                  </a:cubicBezTo>
                  <a:cubicBezTo>
                    <a:pt x="87" y="0"/>
                    <a:pt x="59" y="1"/>
                    <a:pt x="42" y="1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170" name="Freeform 64">
              <a:extLst>
                <a:ext uri="{FF2B5EF4-FFF2-40B4-BE49-F238E27FC236}">
                  <a16:creationId xmlns:a16="http://schemas.microsoft.com/office/drawing/2014/main" id="{E5F3FEF1-FADB-BF48-84C7-AB97F5665BFB}"/>
                </a:ext>
              </a:extLst>
            </p:cNvPr>
            <p:cNvSpPr>
              <a:spLocks noChangeArrowheads="1"/>
            </p:cNvSpPr>
            <p:nvPr/>
          </p:nvSpPr>
          <p:spPr bwMode="auto">
            <a:xfrm>
              <a:off x="1706563" y="401638"/>
              <a:ext cx="752475" cy="754062"/>
            </a:xfrm>
            <a:custGeom>
              <a:avLst/>
              <a:gdLst>
                <a:gd name="T0" fmla="*/ 449615 w 2092"/>
                <a:gd name="T1" fmla="*/ 352352 h 2093"/>
                <a:gd name="T2" fmla="*/ 486303 w 2092"/>
                <a:gd name="T3" fmla="*/ 487096 h 2093"/>
                <a:gd name="T4" fmla="*/ 352138 w 2092"/>
                <a:gd name="T5" fmla="*/ 450348 h 2093"/>
                <a:gd name="T6" fmla="*/ 290631 w 2092"/>
                <a:gd name="T7" fmla="*/ 291105 h 2093"/>
                <a:gd name="T8" fmla="*/ 453931 w 2092"/>
                <a:gd name="T9" fmla="*/ 1441 h 2093"/>
                <a:gd name="T10" fmla="*/ 394941 w 2092"/>
                <a:gd name="T11" fmla="*/ 68813 h 2093"/>
                <a:gd name="T12" fmla="*/ 196751 w 2092"/>
                <a:gd name="T13" fmla="*/ 169691 h 2093"/>
                <a:gd name="T14" fmla="*/ 149272 w 2092"/>
                <a:gd name="T15" fmla="*/ 149515 h 2093"/>
                <a:gd name="T16" fmla="*/ 169415 w 2092"/>
                <a:gd name="T17" fmla="*/ 197072 h 2093"/>
                <a:gd name="T18" fmla="*/ 68701 w 2092"/>
                <a:gd name="T19" fmla="*/ 395946 h 2093"/>
                <a:gd name="T20" fmla="*/ 719 w 2092"/>
                <a:gd name="T21" fmla="*/ 580048 h 2093"/>
                <a:gd name="T22" fmla="*/ 14388 w 2092"/>
                <a:gd name="T23" fmla="*/ 750099 h 2093"/>
                <a:gd name="T24" fmla="*/ 25178 w 2092"/>
                <a:gd name="T25" fmla="*/ 492140 h 2093"/>
                <a:gd name="T26" fmla="*/ 36689 w 2092"/>
                <a:gd name="T27" fmla="*/ 437378 h 2093"/>
                <a:gd name="T28" fmla="*/ 192795 w 2092"/>
                <a:gd name="T29" fmla="*/ 294707 h 2093"/>
                <a:gd name="T30" fmla="*/ 205384 w 2092"/>
                <a:gd name="T31" fmla="*/ 248232 h 2093"/>
                <a:gd name="T32" fmla="*/ 200348 w 2092"/>
                <a:gd name="T33" fmla="*/ 420445 h 2093"/>
                <a:gd name="T34" fmla="*/ 71938 w 2092"/>
                <a:gd name="T35" fmla="*/ 620399 h 2093"/>
                <a:gd name="T36" fmla="*/ 61507 w 2092"/>
                <a:gd name="T37" fmla="*/ 669757 h 2093"/>
                <a:gd name="T38" fmla="*/ 109706 w 2092"/>
                <a:gd name="T39" fmla="*/ 637692 h 2093"/>
                <a:gd name="T40" fmla="*/ 165098 w 2092"/>
                <a:gd name="T41" fmla="*/ 700020 h 2093"/>
                <a:gd name="T42" fmla="*/ 172292 w 2092"/>
                <a:gd name="T43" fmla="*/ 565637 h 2093"/>
                <a:gd name="T44" fmla="*/ 243152 w 2092"/>
                <a:gd name="T45" fmla="*/ 328934 h 2093"/>
                <a:gd name="T46" fmla="*/ 259338 w 2092"/>
                <a:gd name="T47" fmla="*/ 376130 h 2093"/>
                <a:gd name="T48" fmla="*/ 263654 w 2092"/>
                <a:gd name="T49" fmla="*/ 594459 h 2093"/>
                <a:gd name="T50" fmla="*/ 324802 w 2092"/>
                <a:gd name="T51" fmla="*/ 705064 h 2093"/>
                <a:gd name="T52" fmla="*/ 448176 w 2092"/>
                <a:gd name="T53" fmla="*/ 648861 h 2093"/>
                <a:gd name="T54" fmla="*/ 390625 w 2092"/>
                <a:gd name="T55" fmla="*/ 535373 h 2093"/>
                <a:gd name="T56" fmla="*/ 379115 w 2092"/>
                <a:gd name="T57" fmla="*/ 593738 h 2093"/>
                <a:gd name="T58" fmla="*/ 408250 w 2092"/>
                <a:gd name="T59" fmla="*/ 668676 h 2093"/>
                <a:gd name="T60" fmla="*/ 293868 w 2092"/>
                <a:gd name="T61" fmla="*/ 617156 h 2093"/>
                <a:gd name="T62" fmla="*/ 269769 w 2092"/>
                <a:gd name="T63" fmla="*/ 323169 h 2093"/>
                <a:gd name="T64" fmla="*/ 254302 w 2092"/>
                <a:gd name="T65" fmla="*/ 278855 h 2093"/>
                <a:gd name="T66" fmla="*/ 319766 w 2092"/>
                <a:gd name="T67" fmla="*/ 440980 h 2093"/>
                <a:gd name="T68" fmla="*/ 360411 w 2092"/>
                <a:gd name="T69" fmla="*/ 479890 h 2093"/>
                <a:gd name="T70" fmla="*/ 557162 w 2092"/>
                <a:gd name="T71" fmla="*/ 545821 h 2093"/>
                <a:gd name="T72" fmla="*/ 470117 w 2092"/>
                <a:gd name="T73" fmla="*/ 327493 h 2093"/>
                <a:gd name="T74" fmla="*/ 314730 w 2092"/>
                <a:gd name="T75" fmla="*/ 277774 h 2093"/>
                <a:gd name="T76" fmla="*/ 293149 w 2092"/>
                <a:gd name="T77" fmla="*/ 260481 h 2093"/>
                <a:gd name="T78" fmla="*/ 471196 w 2092"/>
                <a:gd name="T79" fmla="*/ 282818 h 2093"/>
                <a:gd name="T80" fmla="*/ 683774 w 2092"/>
                <a:gd name="T81" fmla="*/ 365322 h 2093"/>
                <a:gd name="T82" fmla="*/ 643848 w 2092"/>
                <a:gd name="T83" fmla="*/ 414320 h 2093"/>
                <a:gd name="T84" fmla="*/ 549249 w 2092"/>
                <a:gd name="T85" fmla="*/ 364962 h 2093"/>
                <a:gd name="T86" fmla="*/ 548890 w 2092"/>
                <a:gd name="T87" fmla="*/ 426209 h 2093"/>
                <a:gd name="T88" fmla="*/ 685932 w 2092"/>
                <a:gd name="T89" fmla="*/ 424408 h 2093"/>
                <a:gd name="T90" fmla="*/ 687371 w 2092"/>
                <a:gd name="T91" fmla="*/ 303714 h 2093"/>
                <a:gd name="T92" fmla="*/ 485584 w 2092"/>
                <a:gd name="T93" fmla="*/ 261202 h 2093"/>
                <a:gd name="T94" fmla="*/ 309335 w 2092"/>
                <a:gd name="T95" fmla="*/ 246790 h 2093"/>
                <a:gd name="T96" fmla="*/ 481267 w 2092"/>
                <a:gd name="T97" fmla="*/ 203197 h 2093"/>
                <a:gd name="T98" fmla="*/ 669027 w 2092"/>
                <a:gd name="T99" fmla="*/ 163566 h 2093"/>
                <a:gd name="T100" fmla="*/ 700320 w 2092"/>
                <a:gd name="T101" fmla="*/ 154199 h 2093"/>
                <a:gd name="T102" fmla="*/ 643129 w 2092"/>
                <a:gd name="T103" fmla="*/ 96194 h 2093"/>
                <a:gd name="T104" fmla="*/ 655358 w 2092"/>
                <a:gd name="T105" fmla="*/ 59446 h 2093"/>
                <a:gd name="T106" fmla="*/ 536300 w 2092"/>
                <a:gd name="T107" fmla="*/ 126818 h 2093"/>
                <a:gd name="T108" fmla="*/ 328039 w 2092"/>
                <a:gd name="T109" fmla="*/ 218329 h 2093"/>
                <a:gd name="T110" fmla="*/ 254662 w 2092"/>
                <a:gd name="T111" fmla="*/ 198513 h 2093"/>
                <a:gd name="T112" fmla="*/ 402135 w 2092"/>
                <a:gd name="T113" fmla="*/ 119612 h 2093"/>
                <a:gd name="T114" fmla="*/ 439543 w 2092"/>
                <a:gd name="T115" fmla="*/ 31344 h 2093"/>
                <a:gd name="T116" fmla="*/ 643848 w 2092"/>
                <a:gd name="T117" fmla="*/ 18734 h 2093"/>
                <a:gd name="T118" fmla="*/ 746360 w 2092"/>
                <a:gd name="T119" fmla="*/ 2522 h 2093"/>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2092" h="2093">
                  <a:moveTo>
                    <a:pt x="989" y="912"/>
                  </a:moveTo>
                  <a:lnTo>
                    <a:pt x="989" y="912"/>
                  </a:lnTo>
                  <a:cubicBezTo>
                    <a:pt x="1074" y="955"/>
                    <a:pt x="1146" y="976"/>
                    <a:pt x="1210" y="978"/>
                  </a:cubicBezTo>
                  <a:lnTo>
                    <a:pt x="1250" y="978"/>
                  </a:lnTo>
                  <a:lnTo>
                    <a:pt x="1259" y="1032"/>
                  </a:lnTo>
                  <a:cubicBezTo>
                    <a:pt x="1275" y="1120"/>
                    <a:pt x="1313" y="1263"/>
                    <a:pt x="1333" y="1308"/>
                  </a:cubicBezTo>
                  <a:lnTo>
                    <a:pt x="1352" y="1352"/>
                  </a:lnTo>
                  <a:lnTo>
                    <a:pt x="1309" y="1333"/>
                  </a:lnTo>
                  <a:cubicBezTo>
                    <a:pt x="1263" y="1314"/>
                    <a:pt x="1120" y="1275"/>
                    <a:pt x="1031" y="1259"/>
                  </a:cubicBezTo>
                  <a:lnTo>
                    <a:pt x="979" y="1250"/>
                  </a:lnTo>
                  <a:lnTo>
                    <a:pt x="977" y="1210"/>
                  </a:lnTo>
                  <a:cubicBezTo>
                    <a:pt x="976" y="1122"/>
                    <a:pt x="928" y="999"/>
                    <a:pt x="842" y="862"/>
                  </a:cubicBezTo>
                  <a:lnTo>
                    <a:pt x="808" y="808"/>
                  </a:lnTo>
                  <a:lnTo>
                    <a:pt x="862" y="842"/>
                  </a:lnTo>
                  <a:cubicBezTo>
                    <a:pt x="891" y="860"/>
                    <a:pt x="948" y="892"/>
                    <a:pt x="989" y="912"/>
                  </a:cubicBezTo>
                  <a:close/>
                  <a:moveTo>
                    <a:pt x="1262" y="4"/>
                  </a:moveTo>
                  <a:lnTo>
                    <a:pt x="1262" y="4"/>
                  </a:lnTo>
                  <a:cubicBezTo>
                    <a:pt x="1141" y="7"/>
                    <a:pt x="1126" y="11"/>
                    <a:pt x="1132" y="32"/>
                  </a:cubicBezTo>
                  <a:cubicBezTo>
                    <a:pt x="1135" y="46"/>
                    <a:pt x="1112" y="155"/>
                    <a:pt x="1098" y="191"/>
                  </a:cubicBezTo>
                  <a:cubicBezTo>
                    <a:pt x="1055" y="306"/>
                    <a:pt x="916" y="427"/>
                    <a:pt x="790" y="461"/>
                  </a:cubicBezTo>
                  <a:cubicBezTo>
                    <a:pt x="702" y="484"/>
                    <a:pt x="598" y="488"/>
                    <a:pt x="547" y="471"/>
                  </a:cubicBezTo>
                  <a:cubicBezTo>
                    <a:pt x="530" y="465"/>
                    <a:pt x="495" y="450"/>
                    <a:pt x="467" y="436"/>
                  </a:cubicBezTo>
                  <a:cubicBezTo>
                    <a:pt x="440" y="423"/>
                    <a:pt x="416" y="414"/>
                    <a:pt x="415" y="415"/>
                  </a:cubicBezTo>
                  <a:cubicBezTo>
                    <a:pt x="414" y="417"/>
                    <a:pt x="423" y="440"/>
                    <a:pt x="436" y="467"/>
                  </a:cubicBezTo>
                  <a:cubicBezTo>
                    <a:pt x="449" y="495"/>
                    <a:pt x="465" y="531"/>
                    <a:pt x="471" y="547"/>
                  </a:cubicBezTo>
                  <a:cubicBezTo>
                    <a:pt x="489" y="599"/>
                    <a:pt x="484" y="702"/>
                    <a:pt x="461" y="790"/>
                  </a:cubicBezTo>
                  <a:cubicBezTo>
                    <a:pt x="426" y="917"/>
                    <a:pt x="305" y="1056"/>
                    <a:pt x="191" y="1099"/>
                  </a:cubicBezTo>
                  <a:cubicBezTo>
                    <a:pt x="153" y="1113"/>
                    <a:pt x="74" y="1130"/>
                    <a:pt x="42" y="1132"/>
                  </a:cubicBezTo>
                  <a:cubicBezTo>
                    <a:pt x="0" y="1133"/>
                    <a:pt x="2" y="1105"/>
                    <a:pt x="2" y="1610"/>
                  </a:cubicBezTo>
                  <a:cubicBezTo>
                    <a:pt x="2" y="1856"/>
                    <a:pt x="4" y="2062"/>
                    <a:pt x="6" y="2070"/>
                  </a:cubicBezTo>
                  <a:cubicBezTo>
                    <a:pt x="11" y="2086"/>
                    <a:pt x="27" y="2092"/>
                    <a:pt x="40" y="2082"/>
                  </a:cubicBezTo>
                  <a:cubicBezTo>
                    <a:pt x="49" y="2076"/>
                    <a:pt x="50" y="2056"/>
                    <a:pt x="52" y="1790"/>
                  </a:cubicBezTo>
                  <a:cubicBezTo>
                    <a:pt x="55" y="1521"/>
                    <a:pt x="56" y="1496"/>
                    <a:pt x="70" y="1366"/>
                  </a:cubicBezTo>
                  <a:cubicBezTo>
                    <a:pt x="78" y="1290"/>
                    <a:pt x="86" y="1225"/>
                    <a:pt x="87" y="1221"/>
                  </a:cubicBezTo>
                  <a:cubicBezTo>
                    <a:pt x="88" y="1218"/>
                    <a:pt x="95" y="1214"/>
                    <a:pt x="102" y="1214"/>
                  </a:cubicBezTo>
                  <a:cubicBezTo>
                    <a:pt x="123" y="1214"/>
                    <a:pt x="199" y="1189"/>
                    <a:pt x="251" y="1164"/>
                  </a:cubicBezTo>
                  <a:cubicBezTo>
                    <a:pt x="384" y="1102"/>
                    <a:pt x="495" y="967"/>
                    <a:pt x="536" y="818"/>
                  </a:cubicBezTo>
                  <a:cubicBezTo>
                    <a:pt x="543" y="791"/>
                    <a:pt x="548" y="753"/>
                    <a:pt x="550" y="708"/>
                  </a:cubicBezTo>
                  <a:lnTo>
                    <a:pt x="554" y="639"/>
                  </a:lnTo>
                  <a:lnTo>
                    <a:pt x="571" y="689"/>
                  </a:lnTo>
                  <a:cubicBezTo>
                    <a:pt x="600" y="776"/>
                    <a:pt x="607" y="820"/>
                    <a:pt x="607" y="912"/>
                  </a:cubicBezTo>
                  <a:cubicBezTo>
                    <a:pt x="606" y="1009"/>
                    <a:pt x="593" y="1076"/>
                    <a:pt x="557" y="1167"/>
                  </a:cubicBezTo>
                  <a:cubicBezTo>
                    <a:pt x="516" y="1269"/>
                    <a:pt x="474" y="1337"/>
                    <a:pt x="352" y="1491"/>
                  </a:cubicBezTo>
                  <a:cubicBezTo>
                    <a:pt x="262" y="1605"/>
                    <a:pt x="241" y="1637"/>
                    <a:pt x="200" y="1722"/>
                  </a:cubicBezTo>
                  <a:cubicBezTo>
                    <a:pt x="174" y="1775"/>
                    <a:pt x="168" y="1795"/>
                    <a:pt x="165" y="1822"/>
                  </a:cubicBezTo>
                  <a:cubicBezTo>
                    <a:pt x="163" y="1849"/>
                    <a:pt x="164" y="1856"/>
                    <a:pt x="171" y="1859"/>
                  </a:cubicBezTo>
                  <a:cubicBezTo>
                    <a:pt x="180" y="1862"/>
                    <a:pt x="213" y="1839"/>
                    <a:pt x="267" y="1788"/>
                  </a:cubicBezTo>
                  <a:lnTo>
                    <a:pt x="301" y="1755"/>
                  </a:lnTo>
                  <a:lnTo>
                    <a:pt x="305" y="1770"/>
                  </a:lnTo>
                  <a:cubicBezTo>
                    <a:pt x="325" y="1860"/>
                    <a:pt x="375" y="1933"/>
                    <a:pt x="428" y="1947"/>
                  </a:cubicBezTo>
                  <a:cubicBezTo>
                    <a:pt x="449" y="1953"/>
                    <a:pt x="452" y="1952"/>
                    <a:pt x="459" y="1943"/>
                  </a:cubicBezTo>
                  <a:cubicBezTo>
                    <a:pt x="467" y="1934"/>
                    <a:pt x="467" y="1931"/>
                    <a:pt x="454" y="1860"/>
                  </a:cubicBezTo>
                  <a:cubicBezTo>
                    <a:pt x="437" y="1774"/>
                    <a:pt x="446" y="1678"/>
                    <a:pt x="479" y="1570"/>
                  </a:cubicBezTo>
                  <a:cubicBezTo>
                    <a:pt x="490" y="1535"/>
                    <a:pt x="528" y="1432"/>
                    <a:pt x="564" y="1338"/>
                  </a:cubicBezTo>
                  <a:cubicBezTo>
                    <a:pt x="666" y="1079"/>
                    <a:pt x="676" y="1039"/>
                    <a:pt x="676" y="913"/>
                  </a:cubicBezTo>
                  <a:lnTo>
                    <a:pt x="676" y="833"/>
                  </a:lnTo>
                  <a:lnTo>
                    <a:pt x="686" y="860"/>
                  </a:lnTo>
                  <a:cubicBezTo>
                    <a:pt x="699" y="903"/>
                    <a:pt x="714" y="979"/>
                    <a:pt x="721" y="1044"/>
                  </a:cubicBezTo>
                  <a:cubicBezTo>
                    <a:pt x="724" y="1082"/>
                    <a:pt x="726" y="1200"/>
                    <a:pt x="726" y="1350"/>
                  </a:cubicBezTo>
                  <a:cubicBezTo>
                    <a:pt x="724" y="1563"/>
                    <a:pt x="725" y="1601"/>
                    <a:pt x="733" y="1650"/>
                  </a:cubicBezTo>
                  <a:cubicBezTo>
                    <a:pt x="755" y="1778"/>
                    <a:pt x="787" y="1855"/>
                    <a:pt x="843" y="1910"/>
                  </a:cubicBezTo>
                  <a:cubicBezTo>
                    <a:pt x="862" y="1930"/>
                    <a:pt x="889" y="1950"/>
                    <a:pt x="903" y="1957"/>
                  </a:cubicBezTo>
                  <a:cubicBezTo>
                    <a:pt x="990" y="1997"/>
                    <a:pt x="1105" y="1977"/>
                    <a:pt x="1178" y="1907"/>
                  </a:cubicBezTo>
                  <a:cubicBezTo>
                    <a:pt x="1214" y="1872"/>
                    <a:pt x="1231" y="1846"/>
                    <a:pt x="1246" y="1801"/>
                  </a:cubicBezTo>
                  <a:cubicBezTo>
                    <a:pt x="1279" y="1700"/>
                    <a:pt x="1255" y="1592"/>
                    <a:pt x="1183" y="1526"/>
                  </a:cubicBezTo>
                  <a:cubicBezTo>
                    <a:pt x="1149" y="1495"/>
                    <a:pt x="1128" y="1486"/>
                    <a:pt x="1086" y="1486"/>
                  </a:cubicBezTo>
                  <a:cubicBezTo>
                    <a:pt x="1050" y="1486"/>
                    <a:pt x="1021" y="1501"/>
                    <a:pt x="1013" y="1526"/>
                  </a:cubicBezTo>
                  <a:cubicBezTo>
                    <a:pt x="996" y="1577"/>
                    <a:pt x="1011" y="1621"/>
                    <a:pt x="1054" y="1648"/>
                  </a:cubicBezTo>
                  <a:cubicBezTo>
                    <a:pt x="1125" y="1693"/>
                    <a:pt x="1146" y="1725"/>
                    <a:pt x="1150" y="1790"/>
                  </a:cubicBezTo>
                  <a:cubicBezTo>
                    <a:pt x="1152" y="1832"/>
                    <a:pt x="1152" y="1834"/>
                    <a:pt x="1135" y="1856"/>
                  </a:cubicBezTo>
                  <a:cubicBezTo>
                    <a:pt x="1105" y="1898"/>
                    <a:pt x="1071" y="1910"/>
                    <a:pt x="1014" y="1900"/>
                  </a:cubicBezTo>
                  <a:cubicBezTo>
                    <a:pt x="918" y="1884"/>
                    <a:pt x="852" y="1822"/>
                    <a:pt x="817" y="1713"/>
                  </a:cubicBezTo>
                  <a:cubicBezTo>
                    <a:pt x="792" y="1635"/>
                    <a:pt x="789" y="1598"/>
                    <a:pt x="785" y="1310"/>
                  </a:cubicBezTo>
                  <a:cubicBezTo>
                    <a:pt x="780" y="1020"/>
                    <a:pt x="779" y="1008"/>
                    <a:pt x="750" y="897"/>
                  </a:cubicBezTo>
                  <a:cubicBezTo>
                    <a:pt x="743" y="869"/>
                    <a:pt x="731" y="833"/>
                    <a:pt x="724" y="815"/>
                  </a:cubicBezTo>
                  <a:cubicBezTo>
                    <a:pt x="716" y="797"/>
                    <a:pt x="709" y="778"/>
                    <a:pt x="707" y="774"/>
                  </a:cubicBezTo>
                  <a:cubicBezTo>
                    <a:pt x="702" y="761"/>
                    <a:pt x="741" y="821"/>
                    <a:pt x="772" y="875"/>
                  </a:cubicBezTo>
                  <a:cubicBezTo>
                    <a:pt x="810" y="942"/>
                    <a:pt x="869" y="1119"/>
                    <a:pt x="889" y="1224"/>
                  </a:cubicBezTo>
                  <a:cubicBezTo>
                    <a:pt x="896" y="1265"/>
                    <a:pt x="905" y="1302"/>
                    <a:pt x="909" y="1307"/>
                  </a:cubicBezTo>
                  <a:cubicBezTo>
                    <a:pt x="913" y="1313"/>
                    <a:pt x="944" y="1321"/>
                    <a:pt x="1002" y="1332"/>
                  </a:cubicBezTo>
                  <a:cubicBezTo>
                    <a:pt x="1223" y="1372"/>
                    <a:pt x="1346" y="1423"/>
                    <a:pt x="1515" y="1549"/>
                  </a:cubicBezTo>
                  <a:cubicBezTo>
                    <a:pt x="1616" y="1624"/>
                    <a:pt x="1625" y="1616"/>
                    <a:pt x="1549" y="1515"/>
                  </a:cubicBezTo>
                  <a:cubicBezTo>
                    <a:pt x="1424" y="1346"/>
                    <a:pt x="1371" y="1224"/>
                    <a:pt x="1332" y="1002"/>
                  </a:cubicBezTo>
                  <a:cubicBezTo>
                    <a:pt x="1321" y="945"/>
                    <a:pt x="1313" y="912"/>
                    <a:pt x="1307" y="909"/>
                  </a:cubicBezTo>
                  <a:cubicBezTo>
                    <a:pt x="1303" y="905"/>
                    <a:pt x="1265" y="897"/>
                    <a:pt x="1223" y="888"/>
                  </a:cubicBezTo>
                  <a:cubicBezTo>
                    <a:pt x="1118" y="869"/>
                    <a:pt x="942" y="810"/>
                    <a:pt x="875" y="771"/>
                  </a:cubicBezTo>
                  <a:cubicBezTo>
                    <a:pt x="821" y="741"/>
                    <a:pt x="761" y="703"/>
                    <a:pt x="774" y="707"/>
                  </a:cubicBezTo>
                  <a:cubicBezTo>
                    <a:pt x="779" y="709"/>
                    <a:pt x="797" y="716"/>
                    <a:pt x="815" y="723"/>
                  </a:cubicBezTo>
                  <a:cubicBezTo>
                    <a:pt x="833" y="731"/>
                    <a:pt x="870" y="743"/>
                    <a:pt x="897" y="750"/>
                  </a:cubicBezTo>
                  <a:cubicBezTo>
                    <a:pt x="1007" y="779"/>
                    <a:pt x="1020" y="780"/>
                    <a:pt x="1310" y="785"/>
                  </a:cubicBezTo>
                  <a:cubicBezTo>
                    <a:pt x="1599" y="789"/>
                    <a:pt x="1635" y="792"/>
                    <a:pt x="1713" y="817"/>
                  </a:cubicBezTo>
                  <a:cubicBezTo>
                    <a:pt x="1822" y="852"/>
                    <a:pt x="1885" y="918"/>
                    <a:pt x="1901" y="1014"/>
                  </a:cubicBezTo>
                  <a:cubicBezTo>
                    <a:pt x="1910" y="1072"/>
                    <a:pt x="1898" y="1105"/>
                    <a:pt x="1856" y="1135"/>
                  </a:cubicBezTo>
                  <a:cubicBezTo>
                    <a:pt x="1834" y="1152"/>
                    <a:pt x="1832" y="1152"/>
                    <a:pt x="1790" y="1150"/>
                  </a:cubicBezTo>
                  <a:cubicBezTo>
                    <a:pt x="1725" y="1145"/>
                    <a:pt x="1693" y="1124"/>
                    <a:pt x="1648" y="1054"/>
                  </a:cubicBezTo>
                  <a:cubicBezTo>
                    <a:pt x="1620" y="1010"/>
                    <a:pt x="1577" y="996"/>
                    <a:pt x="1527" y="1013"/>
                  </a:cubicBezTo>
                  <a:cubicBezTo>
                    <a:pt x="1501" y="1021"/>
                    <a:pt x="1485" y="1050"/>
                    <a:pt x="1485" y="1086"/>
                  </a:cubicBezTo>
                  <a:cubicBezTo>
                    <a:pt x="1485" y="1127"/>
                    <a:pt x="1494" y="1149"/>
                    <a:pt x="1526" y="1183"/>
                  </a:cubicBezTo>
                  <a:cubicBezTo>
                    <a:pt x="1592" y="1255"/>
                    <a:pt x="1700" y="1279"/>
                    <a:pt x="1801" y="1245"/>
                  </a:cubicBezTo>
                  <a:cubicBezTo>
                    <a:pt x="1847" y="1231"/>
                    <a:pt x="1872" y="1214"/>
                    <a:pt x="1907" y="1178"/>
                  </a:cubicBezTo>
                  <a:cubicBezTo>
                    <a:pt x="1976" y="1105"/>
                    <a:pt x="1997" y="990"/>
                    <a:pt x="1956" y="902"/>
                  </a:cubicBezTo>
                  <a:cubicBezTo>
                    <a:pt x="1950" y="889"/>
                    <a:pt x="1929" y="862"/>
                    <a:pt x="1911" y="843"/>
                  </a:cubicBezTo>
                  <a:cubicBezTo>
                    <a:pt x="1855" y="787"/>
                    <a:pt x="1778" y="754"/>
                    <a:pt x="1650" y="733"/>
                  </a:cubicBezTo>
                  <a:cubicBezTo>
                    <a:pt x="1601" y="725"/>
                    <a:pt x="1563" y="724"/>
                    <a:pt x="1350" y="725"/>
                  </a:cubicBezTo>
                  <a:cubicBezTo>
                    <a:pt x="1200" y="726"/>
                    <a:pt x="1082" y="725"/>
                    <a:pt x="1045" y="721"/>
                  </a:cubicBezTo>
                  <a:cubicBezTo>
                    <a:pt x="980" y="715"/>
                    <a:pt x="903" y="700"/>
                    <a:pt x="860" y="685"/>
                  </a:cubicBezTo>
                  <a:lnTo>
                    <a:pt x="833" y="676"/>
                  </a:lnTo>
                  <a:lnTo>
                    <a:pt x="914" y="676"/>
                  </a:lnTo>
                  <a:cubicBezTo>
                    <a:pt x="1040" y="676"/>
                    <a:pt x="1078" y="665"/>
                    <a:pt x="1338" y="564"/>
                  </a:cubicBezTo>
                  <a:cubicBezTo>
                    <a:pt x="1431" y="528"/>
                    <a:pt x="1535" y="489"/>
                    <a:pt x="1569" y="480"/>
                  </a:cubicBezTo>
                  <a:cubicBezTo>
                    <a:pt x="1679" y="446"/>
                    <a:pt x="1774" y="437"/>
                    <a:pt x="1860" y="454"/>
                  </a:cubicBezTo>
                  <a:cubicBezTo>
                    <a:pt x="1931" y="467"/>
                    <a:pt x="1933" y="467"/>
                    <a:pt x="1943" y="459"/>
                  </a:cubicBezTo>
                  <a:cubicBezTo>
                    <a:pt x="1952" y="452"/>
                    <a:pt x="1952" y="448"/>
                    <a:pt x="1947" y="428"/>
                  </a:cubicBezTo>
                  <a:cubicBezTo>
                    <a:pt x="1933" y="375"/>
                    <a:pt x="1861" y="324"/>
                    <a:pt x="1770" y="305"/>
                  </a:cubicBezTo>
                  <a:lnTo>
                    <a:pt x="1756" y="302"/>
                  </a:lnTo>
                  <a:lnTo>
                    <a:pt x="1788" y="267"/>
                  </a:lnTo>
                  <a:cubicBezTo>
                    <a:pt x="1838" y="213"/>
                    <a:pt x="1862" y="181"/>
                    <a:pt x="1859" y="171"/>
                  </a:cubicBezTo>
                  <a:cubicBezTo>
                    <a:pt x="1856" y="164"/>
                    <a:pt x="1849" y="163"/>
                    <a:pt x="1822" y="165"/>
                  </a:cubicBezTo>
                  <a:cubicBezTo>
                    <a:pt x="1795" y="168"/>
                    <a:pt x="1775" y="175"/>
                    <a:pt x="1722" y="200"/>
                  </a:cubicBezTo>
                  <a:cubicBezTo>
                    <a:pt x="1638" y="241"/>
                    <a:pt x="1605" y="262"/>
                    <a:pt x="1491" y="352"/>
                  </a:cubicBezTo>
                  <a:cubicBezTo>
                    <a:pt x="1337" y="474"/>
                    <a:pt x="1269" y="516"/>
                    <a:pt x="1166" y="557"/>
                  </a:cubicBezTo>
                  <a:cubicBezTo>
                    <a:pt x="1076" y="593"/>
                    <a:pt x="1009" y="606"/>
                    <a:pt x="912" y="606"/>
                  </a:cubicBezTo>
                  <a:cubicBezTo>
                    <a:pt x="820" y="607"/>
                    <a:pt x="776" y="600"/>
                    <a:pt x="689" y="571"/>
                  </a:cubicBezTo>
                  <a:lnTo>
                    <a:pt x="639" y="554"/>
                  </a:lnTo>
                  <a:lnTo>
                    <a:pt x="708" y="551"/>
                  </a:lnTo>
                  <a:cubicBezTo>
                    <a:pt x="812" y="546"/>
                    <a:pt x="888" y="521"/>
                    <a:pt x="976" y="464"/>
                  </a:cubicBezTo>
                  <a:cubicBezTo>
                    <a:pt x="1020" y="435"/>
                    <a:pt x="1084" y="375"/>
                    <a:pt x="1118" y="332"/>
                  </a:cubicBezTo>
                  <a:cubicBezTo>
                    <a:pt x="1158" y="279"/>
                    <a:pt x="1215" y="143"/>
                    <a:pt x="1215" y="102"/>
                  </a:cubicBezTo>
                  <a:cubicBezTo>
                    <a:pt x="1215" y="95"/>
                    <a:pt x="1218" y="88"/>
                    <a:pt x="1222" y="87"/>
                  </a:cubicBezTo>
                  <a:cubicBezTo>
                    <a:pt x="1225" y="86"/>
                    <a:pt x="1290" y="78"/>
                    <a:pt x="1366" y="70"/>
                  </a:cubicBezTo>
                  <a:cubicBezTo>
                    <a:pt x="1496" y="56"/>
                    <a:pt x="1521" y="55"/>
                    <a:pt x="1790" y="52"/>
                  </a:cubicBezTo>
                  <a:cubicBezTo>
                    <a:pt x="2057" y="50"/>
                    <a:pt x="2076" y="49"/>
                    <a:pt x="2083" y="40"/>
                  </a:cubicBezTo>
                  <a:cubicBezTo>
                    <a:pt x="2091" y="28"/>
                    <a:pt x="2087" y="12"/>
                    <a:pt x="2075" y="7"/>
                  </a:cubicBezTo>
                  <a:cubicBezTo>
                    <a:pt x="2064" y="3"/>
                    <a:pt x="1407" y="0"/>
                    <a:pt x="1262" y="4"/>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171" name="Freeform 66">
              <a:extLst>
                <a:ext uri="{FF2B5EF4-FFF2-40B4-BE49-F238E27FC236}">
                  <a16:creationId xmlns:a16="http://schemas.microsoft.com/office/drawing/2014/main" id="{6F6656FC-957C-F74A-AC51-578AFF3651E8}"/>
                </a:ext>
              </a:extLst>
            </p:cNvPr>
            <p:cNvSpPr>
              <a:spLocks noChangeArrowheads="1"/>
            </p:cNvSpPr>
            <p:nvPr/>
          </p:nvSpPr>
          <p:spPr bwMode="auto">
            <a:xfrm>
              <a:off x="2084388" y="458788"/>
              <a:ext cx="142875" cy="128587"/>
            </a:xfrm>
            <a:custGeom>
              <a:avLst/>
              <a:gdLst>
                <a:gd name="T0" fmla="*/ 113651 w 396"/>
                <a:gd name="T1" fmla="*/ 8284 h 357"/>
                <a:gd name="T2" fmla="*/ 113651 w 396"/>
                <a:gd name="T3" fmla="*/ 8284 h 357"/>
                <a:gd name="T4" fmla="*/ 86591 w 396"/>
                <a:gd name="T5" fmla="*/ 37460 h 357"/>
                <a:gd name="T6" fmla="*/ 86591 w 396"/>
                <a:gd name="T7" fmla="*/ 37460 h 357"/>
                <a:gd name="T8" fmla="*/ 56645 w 396"/>
                <a:gd name="T9" fmla="*/ 73478 h 357"/>
                <a:gd name="T10" fmla="*/ 56645 w 396"/>
                <a:gd name="T11" fmla="*/ 73478 h 357"/>
                <a:gd name="T12" fmla="*/ 7938 w 396"/>
                <a:gd name="T13" fmla="*/ 116701 h 357"/>
                <a:gd name="T14" fmla="*/ 7938 w 396"/>
                <a:gd name="T15" fmla="*/ 116701 h 357"/>
                <a:gd name="T16" fmla="*/ 1082 w 396"/>
                <a:gd name="T17" fmla="*/ 124265 h 357"/>
                <a:gd name="T18" fmla="*/ 1082 w 396"/>
                <a:gd name="T19" fmla="*/ 124265 h 357"/>
                <a:gd name="T20" fmla="*/ 5051 w 396"/>
                <a:gd name="T21" fmla="*/ 127146 h 357"/>
                <a:gd name="T22" fmla="*/ 5051 w 396"/>
                <a:gd name="T23" fmla="*/ 127146 h 357"/>
                <a:gd name="T24" fmla="*/ 73241 w 396"/>
                <a:gd name="T25" fmla="*/ 92568 h 357"/>
                <a:gd name="T26" fmla="*/ 73241 w 396"/>
                <a:gd name="T27" fmla="*/ 92568 h 357"/>
                <a:gd name="T28" fmla="*/ 139267 w 396"/>
                <a:gd name="T29" fmla="*/ 31697 h 357"/>
                <a:gd name="T30" fmla="*/ 139267 w 396"/>
                <a:gd name="T31" fmla="*/ 31697 h 357"/>
                <a:gd name="T32" fmla="*/ 138906 w 396"/>
                <a:gd name="T33" fmla="*/ 6483 h 357"/>
                <a:gd name="T34" fmla="*/ 138906 w 396"/>
                <a:gd name="T35" fmla="*/ 6483 h 357"/>
                <a:gd name="T36" fmla="*/ 113651 w 396"/>
                <a:gd name="T37" fmla="*/ 8284 h 35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396" h="357">
                  <a:moveTo>
                    <a:pt x="315" y="23"/>
                  </a:moveTo>
                  <a:lnTo>
                    <a:pt x="315" y="23"/>
                  </a:lnTo>
                  <a:cubicBezTo>
                    <a:pt x="303" y="33"/>
                    <a:pt x="269" y="69"/>
                    <a:pt x="240" y="104"/>
                  </a:cubicBezTo>
                  <a:cubicBezTo>
                    <a:pt x="212" y="140"/>
                    <a:pt x="175" y="184"/>
                    <a:pt x="157" y="204"/>
                  </a:cubicBezTo>
                  <a:cubicBezTo>
                    <a:pt x="124" y="242"/>
                    <a:pt x="44" y="313"/>
                    <a:pt x="22" y="324"/>
                  </a:cubicBezTo>
                  <a:cubicBezTo>
                    <a:pt x="5" y="333"/>
                    <a:pt x="8" y="330"/>
                    <a:pt x="3" y="345"/>
                  </a:cubicBezTo>
                  <a:cubicBezTo>
                    <a:pt x="0" y="356"/>
                    <a:pt x="0" y="356"/>
                    <a:pt x="14" y="353"/>
                  </a:cubicBezTo>
                  <a:cubicBezTo>
                    <a:pt x="42" y="346"/>
                    <a:pt x="158" y="287"/>
                    <a:pt x="203" y="257"/>
                  </a:cubicBezTo>
                  <a:cubicBezTo>
                    <a:pt x="293" y="196"/>
                    <a:pt x="370" y="125"/>
                    <a:pt x="386" y="88"/>
                  </a:cubicBezTo>
                  <a:cubicBezTo>
                    <a:pt x="395" y="64"/>
                    <a:pt x="395" y="33"/>
                    <a:pt x="385" y="18"/>
                  </a:cubicBezTo>
                  <a:cubicBezTo>
                    <a:pt x="373" y="0"/>
                    <a:pt x="343" y="2"/>
                    <a:pt x="315" y="2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172" name="Freeform 68">
              <a:extLst>
                <a:ext uri="{FF2B5EF4-FFF2-40B4-BE49-F238E27FC236}">
                  <a16:creationId xmlns:a16="http://schemas.microsoft.com/office/drawing/2014/main" id="{B736A40D-E119-F149-80AD-60431B370987}"/>
                </a:ext>
              </a:extLst>
            </p:cNvPr>
            <p:cNvSpPr>
              <a:spLocks noChangeArrowheads="1"/>
            </p:cNvSpPr>
            <p:nvPr/>
          </p:nvSpPr>
          <p:spPr bwMode="auto">
            <a:xfrm>
              <a:off x="1636713" y="738188"/>
              <a:ext cx="23812" cy="609600"/>
            </a:xfrm>
            <a:custGeom>
              <a:avLst/>
              <a:gdLst>
                <a:gd name="T0" fmla="*/ 3663 w 65"/>
                <a:gd name="T1" fmla="*/ 3958 h 1694"/>
                <a:gd name="T2" fmla="*/ 3663 w 65"/>
                <a:gd name="T3" fmla="*/ 3958 h 1694"/>
                <a:gd name="T4" fmla="*/ 1832 w 65"/>
                <a:gd name="T5" fmla="*/ 304440 h 1694"/>
                <a:gd name="T6" fmla="*/ 3297 w 65"/>
                <a:gd name="T7" fmla="*/ 600604 h 1694"/>
                <a:gd name="T8" fmla="*/ 8059 w 65"/>
                <a:gd name="T9" fmla="*/ 604562 h 1694"/>
                <a:gd name="T10" fmla="*/ 8059 w 65"/>
                <a:gd name="T11" fmla="*/ 604562 h 1694"/>
                <a:gd name="T12" fmla="*/ 20515 w 65"/>
                <a:gd name="T13" fmla="*/ 601323 h 1694"/>
                <a:gd name="T14" fmla="*/ 20515 w 65"/>
                <a:gd name="T15" fmla="*/ 601323 h 1694"/>
                <a:gd name="T16" fmla="*/ 23079 w 65"/>
                <a:gd name="T17" fmla="*/ 301201 h 1694"/>
                <a:gd name="T18" fmla="*/ 23079 w 65"/>
                <a:gd name="T19" fmla="*/ 301201 h 1694"/>
                <a:gd name="T20" fmla="*/ 21248 w 65"/>
                <a:gd name="T21" fmla="*/ 4678 h 1694"/>
                <a:gd name="T22" fmla="*/ 21248 w 65"/>
                <a:gd name="T23" fmla="*/ 4678 h 1694"/>
                <a:gd name="T24" fmla="*/ 3663 w 65"/>
                <a:gd name="T25" fmla="*/ 3958 h 169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65" h="1694">
                  <a:moveTo>
                    <a:pt x="10" y="11"/>
                  </a:moveTo>
                  <a:lnTo>
                    <a:pt x="10" y="11"/>
                  </a:lnTo>
                  <a:cubicBezTo>
                    <a:pt x="0" y="22"/>
                    <a:pt x="0" y="50"/>
                    <a:pt x="5" y="846"/>
                  </a:cubicBezTo>
                  <a:lnTo>
                    <a:pt x="9" y="1669"/>
                  </a:lnTo>
                  <a:lnTo>
                    <a:pt x="22" y="1680"/>
                  </a:lnTo>
                  <a:cubicBezTo>
                    <a:pt x="39" y="1693"/>
                    <a:pt x="50" y="1690"/>
                    <a:pt x="56" y="1671"/>
                  </a:cubicBezTo>
                  <a:cubicBezTo>
                    <a:pt x="60" y="1660"/>
                    <a:pt x="63" y="1390"/>
                    <a:pt x="63" y="837"/>
                  </a:cubicBezTo>
                  <a:cubicBezTo>
                    <a:pt x="64" y="150"/>
                    <a:pt x="64" y="17"/>
                    <a:pt x="58" y="13"/>
                  </a:cubicBezTo>
                  <a:cubicBezTo>
                    <a:pt x="43" y="0"/>
                    <a:pt x="20" y="0"/>
                    <a:pt x="10" y="11"/>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173" name="Freeform 70">
              <a:extLst>
                <a:ext uri="{FF2B5EF4-FFF2-40B4-BE49-F238E27FC236}">
                  <a16:creationId xmlns:a16="http://schemas.microsoft.com/office/drawing/2014/main" id="{5A6187DD-08EC-7344-AB2F-830DBDFC5182}"/>
                </a:ext>
              </a:extLst>
            </p:cNvPr>
            <p:cNvSpPr>
              <a:spLocks noChangeArrowheads="1"/>
            </p:cNvSpPr>
            <p:nvPr/>
          </p:nvSpPr>
          <p:spPr bwMode="auto">
            <a:xfrm>
              <a:off x="1765300" y="779463"/>
              <a:ext cx="127000" cy="146050"/>
            </a:xfrm>
            <a:custGeom>
              <a:avLst/>
              <a:gdLst>
                <a:gd name="T0" fmla="*/ 120487 w 351"/>
                <a:gd name="T1" fmla="*/ 1803 h 405"/>
                <a:gd name="T2" fmla="*/ 120487 w 351"/>
                <a:gd name="T3" fmla="*/ 1803 h 405"/>
                <a:gd name="T4" fmla="*/ 116145 w 351"/>
                <a:gd name="T5" fmla="*/ 6491 h 405"/>
                <a:gd name="T6" fmla="*/ 116145 w 351"/>
                <a:gd name="T7" fmla="*/ 6491 h 405"/>
                <a:gd name="T8" fmla="*/ 37630 w 351"/>
                <a:gd name="T9" fmla="*/ 85466 h 405"/>
                <a:gd name="T10" fmla="*/ 37630 w 351"/>
                <a:gd name="T11" fmla="*/ 85466 h 405"/>
                <a:gd name="T12" fmla="*/ 0 w 351"/>
                <a:gd name="T13" fmla="*/ 129462 h 405"/>
                <a:gd name="T14" fmla="*/ 0 w 351"/>
                <a:gd name="T15" fmla="*/ 129462 h 405"/>
                <a:gd name="T16" fmla="*/ 30031 w 351"/>
                <a:gd name="T17" fmla="*/ 139198 h 405"/>
                <a:gd name="T18" fmla="*/ 30031 w 351"/>
                <a:gd name="T19" fmla="*/ 139198 h 405"/>
                <a:gd name="T20" fmla="*/ 90818 w 351"/>
                <a:gd name="T21" fmla="*/ 73566 h 405"/>
                <a:gd name="T22" fmla="*/ 90818 w 351"/>
                <a:gd name="T23" fmla="*/ 73566 h 405"/>
                <a:gd name="T24" fmla="*/ 125553 w 351"/>
                <a:gd name="T25" fmla="*/ 5770 h 405"/>
                <a:gd name="T26" fmla="*/ 125553 w 351"/>
                <a:gd name="T27" fmla="*/ 5770 h 405"/>
                <a:gd name="T28" fmla="*/ 120487 w 351"/>
                <a:gd name="T29" fmla="*/ 1803 h 40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351" h="405">
                  <a:moveTo>
                    <a:pt x="333" y="5"/>
                  </a:moveTo>
                  <a:lnTo>
                    <a:pt x="333" y="5"/>
                  </a:lnTo>
                  <a:cubicBezTo>
                    <a:pt x="328" y="6"/>
                    <a:pt x="322" y="12"/>
                    <a:pt x="321" y="18"/>
                  </a:cubicBezTo>
                  <a:cubicBezTo>
                    <a:pt x="311" y="50"/>
                    <a:pt x="212" y="149"/>
                    <a:pt x="104" y="237"/>
                  </a:cubicBezTo>
                  <a:cubicBezTo>
                    <a:pt x="21" y="305"/>
                    <a:pt x="0" y="329"/>
                    <a:pt x="0" y="359"/>
                  </a:cubicBezTo>
                  <a:cubicBezTo>
                    <a:pt x="0" y="391"/>
                    <a:pt x="39" y="404"/>
                    <a:pt x="83" y="386"/>
                  </a:cubicBezTo>
                  <a:cubicBezTo>
                    <a:pt x="119" y="371"/>
                    <a:pt x="190" y="294"/>
                    <a:pt x="251" y="204"/>
                  </a:cubicBezTo>
                  <a:cubicBezTo>
                    <a:pt x="281" y="160"/>
                    <a:pt x="341" y="43"/>
                    <a:pt x="347" y="16"/>
                  </a:cubicBezTo>
                  <a:cubicBezTo>
                    <a:pt x="350" y="1"/>
                    <a:pt x="349" y="0"/>
                    <a:pt x="333" y="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174" name="Freeform 72">
              <a:extLst>
                <a:ext uri="{FF2B5EF4-FFF2-40B4-BE49-F238E27FC236}">
                  <a16:creationId xmlns:a16="http://schemas.microsoft.com/office/drawing/2014/main" id="{887B6088-15E8-B447-8AE8-84FEC45A393E}"/>
                </a:ext>
              </a:extLst>
            </p:cNvPr>
            <p:cNvSpPr>
              <a:spLocks noChangeArrowheads="1"/>
            </p:cNvSpPr>
            <p:nvPr/>
          </p:nvSpPr>
          <p:spPr bwMode="auto">
            <a:xfrm>
              <a:off x="1700213" y="1181100"/>
              <a:ext cx="39687" cy="36513"/>
            </a:xfrm>
            <a:custGeom>
              <a:avLst/>
              <a:gdLst>
                <a:gd name="T0" fmla="*/ 13229 w 111"/>
                <a:gd name="T1" fmla="*/ 5370 h 102"/>
                <a:gd name="T2" fmla="*/ 13229 w 111"/>
                <a:gd name="T3" fmla="*/ 5370 h 102"/>
                <a:gd name="T4" fmla="*/ 6793 w 111"/>
                <a:gd name="T5" fmla="*/ 30785 h 102"/>
                <a:gd name="T6" fmla="*/ 6793 w 111"/>
                <a:gd name="T7" fmla="*/ 30785 h 102"/>
                <a:gd name="T8" fmla="*/ 17877 w 111"/>
                <a:gd name="T9" fmla="*/ 35081 h 102"/>
                <a:gd name="T10" fmla="*/ 17877 w 111"/>
                <a:gd name="T11" fmla="*/ 35081 h 102"/>
                <a:gd name="T12" fmla="*/ 29676 w 111"/>
                <a:gd name="T13" fmla="*/ 30428 h 102"/>
                <a:gd name="T14" fmla="*/ 29676 w 111"/>
                <a:gd name="T15" fmla="*/ 30428 h 102"/>
                <a:gd name="T16" fmla="*/ 13229 w 111"/>
                <a:gd name="T17" fmla="*/ 5370 h 10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11" h="102">
                  <a:moveTo>
                    <a:pt x="37" y="15"/>
                  </a:moveTo>
                  <a:lnTo>
                    <a:pt x="37" y="15"/>
                  </a:lnTo>
                  <a:cubicBezTo>
                    <a:pt x="11" y="26"/>
                    <a:pt x="0" y="69"/>
                    <a:pt x="19" y="86"/>
                  </a:cubicBezTo>
                  <a:cubicBezTo>
                    <a:pt x="25" y="91"/>
                    <a:pt x="38" y="97"/>
                    <a:pt x="50" y="98"/>
                  </a:cubicBezTo>
                  <a:cubicBezTo>
                    <a:pt x="68" y="101"/>
                    <a:pt x="73" y="99"/>
                    <a:pt x="83" y="85"/>
                  </a:cubicBezTo>
                  <a:cubicBezTo>
                    <a:pt x="110" y="52"/>
                    <a:pt x="76" y="0"/>
                    <a:pt x="37" y="1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175" name="Freeform 74">
              <a:extLst>
                <a:ext uri="{FF2B5EF4-FFF2-40B4-BE49-F238E27FC236}">
                  <a16:creationId xmlns:a16="http://schemas.microsoft.com/office/drawing/2014/main" id="{610FFA4B-DB5F-0E4B-A1B7-793D0A568AC6}"/>
                </a:ext>
              </a:extLst>
            </p:cNvPr>
            <p:cNvSpPr>
              <a:spLocks noChangeArrowheads="1"/>
            </p:cNvSpPr>
            <p:nvPr/>
          </p:nvSpPr>
          <p:spPr bwMode="auto">
            <a:xfrm>
              <a:off x="1631950" y="1385888"/>
              <a:ext cx="42863" cy="39687"/>
            </a:xfrm>
            <a:custGeom>
              <a:avLst/>
              <a:gdLst>
                <a:gd name="T0" fmla="*/ 9564 w 121"/>
                <a:gd name="T1" fmla="*/ 5006 h 111"/>
                <a:gd name="T2" fmla="*/ 9564 w 121"/>
                <a:gd name="T3" fmla="*/ 5006 h 111"/>
                <a:gd name="T4" fmla="*/ 0 w 121"/>
                <a:gd name="T5" fmla="*/ 23240 h 111"/>
                <a:gd name="T6" fmla="*/ 0 w 121"/>
                <a:gd name="T7" fmla="*/ 23240 h 111"/>
                <a:gd name="T8" fmla="*/ 14878 w 121"/>
                <a:gd name="T9" fmla="*/ 39329 h 111"/>
                <a:gd name="T10" fmla="*/ 14878 w 121"/>
                <a:gd name="T11" fmla="*/ 39329 h 111"/>
                <a:gd name="T12" fmla="*/ 29756 w 121"/>
                <a:gd name="T13" fmla="*/ 7151 h 111"/>
                <a:gd name="T14" fmla="*/ 29756 w 121"/>
                <a:gd name="T15" fmla="*/ 7151 h 111"/>
                <a:gd name="T16" fmla="*/ 9564 w 121"/>
                <a:gd name="T17" fmla="*/ 5006 h 1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21" h="111">
                  <a:moveTo>
                    <a:pt x="27" y="14"/>
                  </a:moveTo>
                  <a:lnTo>
                    <a:pt x="27" y="14"/>
                  </a:lnTo>
                  <a:cubicBezTo>
                    <a:pt x="7" y="27"/>
                    <a:pt x="0" y="40"/>
                    <a:pt x="0" y="65"/>
                  </a:cubicBezTo>
                  <a:cubicBezTo>
                    <a:pt x="0" y="90"/>
                    <a:pt x="19" y="110"/>
                    <a:pt x="42" y="110"/>
                  </a:cubicBezTo>
                  <a:cubicBezTo>
                    <a:pt x="93" y="110"/>
                    <a:pt x="120" y="54"/>
                    <a:pt x="84" y="20"/>
                  </a:cubicBezTo>
                  <a:cubicBezTo>
                    <a:pt x="66" y="1"/>
                    <a:pt x="52" y="0"/>
                    <a:pt x="27" y="1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176" name="Freeform 76">
              <a:extLst>
                <a:ext uri="{FF2B5EF4-FFF2-40B4-BE49-F238E27FC236}">
                  <a16:creationId xmlns:a16="http://schemas.microsoft.com/office/drawing/2014/main" id="{C389098D-E3AE-2242-8544-203A03EEAC86}"/>
                </a:ext>
              </a:extLst>
            </p:cNvPr>
            <p:cNvSpPr>
              <a:spLocks noChangeArrowheads="1"/>
            </p:cNvSpPr>
            <p:nvPr/>
          </p:nvSpPr>
          <p:spPr bwMode="auto">
            <a:xfrm>
              <a:off x="1627188" y="1470025"/>
              <a:ext cx="39687" cy="46038"/>
            </a:xfrm>
            <a:custGeom>
              <a:avLst/>
              <a:gdLst>
                <a:gd name="T0" fmla="*/ 9741 w 110"/>
                <a:gd name="T1" fmla="*/ 6114 h 128"/>
                <a:gd name="T2" fmla="*/ 9741 w 110"/>
                <a:gd name="T3" fmla="*/ 6114 h 128"/>
                <a:gd name="T4" fmla="*/ 3247 w 110"/>
                <a:gd name="T5" fmla="*/ 30212 h 128"/>
                <a:gd name="T6" fmla="*/ 3247 w 110"/>
                <a:gd name="T7" fmla="*/ 30212 h 128"/>
                <a:gd name="T8" fmla="*/ 33193 w 110"/>
                <a:gd name="T9" fmla="*/ 33090 h 128"/>
                <a:gd name="T10" fmla="*/ 33193 w 110"/>
                <a:gd name="T11" fmla="*/ 33090 h 128"/>
                <a:gd name="T12" fmla="*/ 31028 w 110"/>
                <a:gd name="T13" fmla="*/ 8632 h 128"/>
                <a:gd name="T14" fmla="*/ 31028 w 110"/>
                <a:gd name="T15" fmla="*/ 8632 h 128"/>
                <a:gd name="T16" fmla="*/ 9741 w 110"/>
                <a:gd name="T17" fmla="*/ 6114 h 1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10" h="128">
                  <a:moveTo>
                    <a:pt x="27" y="17"/>
                  </a:moveTo>
                  <a:lnTo>
                    <a:pt x="27" y="17"/>
                  </a:lnTo>
                  <a:cubicBezTo>
                    <a:pt x="9" y="31"/>
                    <a:pt x="0" y="65"/>
                    <a:pt x="9" y="84"/>
                  </a:cubicBezTo>
                  <a:cubicBezTo>
                    <a:pt x="28" y="122"/>
                    <a:pt x="72" y="127"/>
                    <a:pt x="92" y="92"/>
                  </a:cubicBezTo>
                  <a:cubicBezTo>
                    <a:pt x="109" y="65"/>
                    <a:pt x="107" y="45"/>
                    <a:pt x="86" y="24"/>
                  </a:cubicBezTo>
                  <a:cubicBezTo>
                    <a:pt x="65" y="3"/>
                    <a:pt x="48" y="0"/>
                    <a:pt x="27" y="1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nvGrpSpPr>
          <p:cNvPr id="5122" name="Group 2">
            <a:extLst>
              <a:ext uri="{FF2B5EF4-FFF2-40B4-BE49-F238E27FC236}">
                <a16:creationId xmlns:a16="http://schemas.microsoft.com/office/drawing/2014/main" id="{559B613B-9D29-1E47-8231-2FC27304D5F2}"/>
              </a:ext>
            </a:extLst>
          </p:cNvPr>
          <p:cNvGrpSpPr>
            <a:grpSpLocks noChangeAspect="1"/>
          </p:cNvGrpSpPr>
          <p:nvPr/>
        </p:nvGrpSpPr>
        <p:grpSpPr bwMode="auto">
          <a:xfrm>
            <a:off x="10819469" y="288031"/>
            <a:ext cx="1090195" cy="1087315"/>
            <a:chOff x="7370763" y="317500"/>
            <a:chExt cx="1201737" cy="1198563"/>
          </a:xfrm>
          <a:solidFill>
            <a:schemeClr val="accent3"/>
          </a:solidFill>
        </p:grpSpPr>
        <p:sp>
          <p:nvSpPr>
            <p:cNvPr id="5153" name="Freeform 54">
              <a:extLst>
                <a:ext uri="{FF2B5EF4-FFF2-40B4-BE49-F238E27FC236}">
                  <a16:creationId xmlns:a16="http://schemas.microsoft.com/office/drawing/2014/main" id="{28F7F6FB-E202-A344-9B22-ED976020C9B8}"/>
                </a:ext>
              </a:extLst>
            </p:cNvPr>
            <p:cNvSpPr>
              <a:spLocks noChangeArrowheads="1"/>
            </p:cNvSpPr>
            <p:nvPr/>
          </p:nvSpPr>
          <p:spPr bwMode="auto">
            <a:xfrm>
              <a:off x="8147050" y="317500"/>
              <a:ext cx="425450" cy="422275"/>
            </a:xfrm>
            <a:custGeom>
              <a:avLst/>
              <a:gdLst>
                <a:gd name="T0" fmla="*/ 408907 w 1183"/>
                <a:gd name="T1" fmla="*/ 4313 h 1175"/>
                <a:gd name="T2" fmla="*/ 393442 w 1183"/>
                <a:gd name="T3" fmla="*/ 15453 h 1175"/>
                <a:gd name="T4" fmla="*/ 345970 w 1183"/>
                <a:gd name="T5" fmla="*/ 44923 h 1175"/>
                <a:gd name="T6" fmla="*/ 244553 w 1183"/>
                <a:gd name="T7" fmla="*/ 43845 h 1175"/>
                <a:gd name="T8" fmla="*/ 227650 w 1183"/>
                <a:gd name="T9" fmla="*/ 30907 h 1175"/>
                <a:gd name="T10" fmla="*/ 204633 w 1183"/>
                <a:gd name="T11" fmla="*/ 17610 h 1175"/>
                <a:gd name="T12" fmla="*/ 183774 w 1183"/>
                <a:gd name="T13" fmla="*/ 44923 h 1175"/>
                <a:gd name="T14" fmla="*/ 189888 w 1183"/>
                <a:gd name="T15" fmla="*/ 56783 h 1175"/>
                <a:gd name="T16" fmla="*/ 229088 w 1183"/>
                <a:gd name="T17" fmla="*/ 80502 h 1175"/>
                <a:gd name="T18" fmla="*/ 317199 w 1183"/>
                <a:gd name="T19" fmla="*/ 79424 h 1175"/>
                <a:gd name="T20" fmla="*/ 331585 w 1183"/>
                <a:gd name="T21" fmla="*/ 75111 h 1175"/>
                <a:gd name="T22" fmla="*/ 284472 w 1183"/>
                <a:gd name="T23" fmla="*/ 121471 h 1175"/>
                <a:gd name="T24" fmla="*/ 220098 w 1183"/>
                <a:gd name="T25" fmla="*/ 170707 h 1175"/>
                <a:gd name="T26" fmla="*/ 108251 w 1183"/>
                <a:gd name="T27" fmla="*/ 196942 h 1175"/>
                <a:gd name="T28" fmla="*/ 29490 w 1183"/>
                <a:gd name="T29" fmla="*/ 100987 h 1175"/>
                <a:gd name="T30" fmla="*/ 71927 w 1183"/>
                <a:gd name="T31" fmla="*/ 38454 h 1175"/>
                <a:gd name="T32" fmla="*/ 121557 w 1183"/>
                <a:gd name="T33" fmla="*/ 38454 h 1175"/>
                <a:gd name="T34" fmla="*/ 145653 w 1183"/>
                <a:gd name="T35" fmla="*/ 60376 h 1175"/>
                <a:gd name="T36" fmla="*/ 115084 w 1183"/>
                <a:gd name="T37" fmla="*/ 80142 h 1175"/>
                <a:gd name="T38" fmla="*/ 89909 w 1183"/>
                <a:gd name="T39" fmla="*/ 95236 h 1175"/>
                <a:gd name="T40" fmla="*/ 91348 w 1183"/>
                <a:gd name="T41" fmla="*/ 109252 h 1175"/>
                <a:gd name="T42" fmla="*/ 121198 w 1183"/>
                <a:gd name="T43" fmla="*/ 123628 h 1175"/>
                <a:gd name="T44" fmla="*/ 160398 w 1183"/>
                <a:gd name="T45" fmla="*/ 97033 h 1175"/>
                <a:gd name="T46" fmla="*/ 169748 w 1183"/>
                <a:gd name="T47" fmla="*/ 74752 h 1175"/>
                <a:gd name="T48" fmla="*/ 165433 w 1183"/>
                <a:gd name="T49" fmla="*/ 53907 h 1175"/>
                <a:gd name="T50" fmla="*/ 84874 w 1183"/>
                <a:gd name="T51" fmla="*/ 17610 h 1175"/>
                <a:gd name="T52" fmla="*/ 5035 w 1183"/>
                <a:gd name="T53" fmla="*/ 109612 h 1175"/>
                <a:gd name="T54" fmla="*/ 53226 w 1183"/>
                <a:gd name="T55" fmla="*/ 193707 h 1175"/>
                <a:gd name="T56" fmla="*/ 151047 w 1183"/>
                <a:gd name="T57" fmla="*/ 221739 h 1175"/>
                <a:gd name="T58" fmla="*/ 223694 w 1183"/>
                <a:gd name="T59" fmla="*/ 198379 h 1175"/>
                <a:gd name="T60" fmla="*/ 221176 w 1183"/>
                <a:gd name="T61" fmla="*/ 204130 h 1175"/>
                <a:gd name="T62" fmla="*/ 200677 w 1183"/>
                <a:gd name="T63" fmla="*/ 270975 h 1175"/>
                <a:gd name="T64" fmla="*/ 228729 w 1183"/>
                <a:gd name="T65" fmla="*/ 368727 h 1175"/>
                <a:gd name="T66" fmla="*/ 312884 w 1183"/>
                <a:gd name="T67" fmla="*/ 416884 h 1175"/>
                <a:gd name="T68" fmla="*/ 404951 w 1183"/>
                <a:gd name="T69" fmla="*/ 338179 h 1175"/>
                <a:gd name="T70" fmla="*/ 368627 w 1183"/>
                <a:gd name="T71" fmla="*/ 256959 h 1175"/>
                <a:gd name="T72" fmla="*/ 347409 w 1183"/>
                <a:gd name="T73" fmla="*/ 252646 h 1175"/>
                <a:gd name="T74" fmla="*/ 325471 w 1183"/>
                <a:gd name="T75" fmla="*/ 261990 h 1175"/>
                <a:gd name="T76" fmla="*/ 298498 w 1183"/>
                <a:gd name="T77" fmla="*/ 300804 h 1175"/>
                <a:gd name="T78" fmla="*/ 313243 w 1183"/>
                <a:gd name="T79" fmla="*/ 330992 h 1175"/>
                <a:gd name="T80" fmla="*/ 326910 w 1183"/>
                <a:gd name="T81" fmla="*/ 332429 h 1175"/>
                <a:gd name="T82" fmla="*/ 341655 w 1183"/>
                <a:gd name="T83" fmla="*/ 307272 h 1175"/>
                <a:gd name="T84" fmla="*/ 361794 w 1183"/>
                <a:gd name="T85" fmla="*/ 276725 h 1175"/>
                <a:gd name="T86" fmla="*/ 384092 w 1183"/>
                <a:gd name="T87" fmla="*/ 300444 h 1175"/>
                <a:gd name="T88" fmla="*/ 384092 w 1183"/>
                <a:gd name="T89" fmla="*/ 350039 h 1175"/>
                <a:gd name="T90" fmla="*/ 321155 w 1183"/>
                <a:gd name="T91" fmla="*/ 392806 h 1175"/>
                <a:gd name="T92" fmla="*/ 225132 w 1183"/>
                <a:gd name="T93" fmla="*/ 314101 h 1175"/>
                <a:gd name="T94" fmla="*/ 251746 w 1183"/>
                <a:gd name="T95" fmla="*/ 201973 h 1175"/>
                <a:gd name="T96" fmla="*/ 301016 w 1183"/>
                <a:gd name="T97" fmla="*/ 137644 h 1175"/>
                <a:gd name="T98" fmla="*/ 347049 w 1183"/>
                <a:gd name="T99" fmla="*/ 90565 h 1175"/>
                <a:gd name="T100" fmla="*/ 343093 w 1183"/>
                <a:gd name="T101" fmla="*/ 105299 h 1175"/>
                <a:gd name="T102" fmla="*/ 341655 w 1183"/>
                <a:gd name="T103" fmla="*/ 192989 h 1175"/>
                <a:gd name="T104" fmla="*/ 365391 w 1183"/>
                <a:gd name="T105" fmla="*/ 232521 h 1175"/>
                <a:gd name="T106" fmla="*/ 377618 w 1183"/>
                <a:gd name="T107" fmla="*/ 238630 h 1175"/>
                <a:gd name="T108" fmla="*/ 404951 w 1183"/>
                <a:gd name="T109" fmla="*/ 217786 h 1175"/>
                <a:gd name="T110" fmla="*/ 391644 w 1183"/>
                <a:gd name="T111" fmla="*/ 194786 h 1175"/>
                <a:gd name="T112" fmla="*/ 378338 w 1183"/>
                <a:gd name="T113" fmla="*/ 177895 h 1175"/>
                <a:gd name="T114" fmla="*/ 377259 w 1183"/>
                <a:gd name="T115" fmla="*/ 76549 h 1175"/>
                <a:gd name="T116" fmla="*/ 406749 w 1183"/>
                <a:gd name="T117" fmla="*/ 29110 h 1175"/>
                <a:gd name="T118" fmla="*/ 417538 w 1183"/>
                <a:gd name="T119" fmla="*/ 359 h 1175"/>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1183" h="1175">
                  <a:moveTo>
                    <a:pt x="1137" y="12"/>
                  </a:moveTo>
                  <a:lnTo>
                    <a:pt x="1137" y="12"/>
                  </a:lnTo>
                  <a:cubicBezTo>
                    <a:pt x="1126" y="18"/>
                    <a:pt x="1107" y="32"/>
                    <a:pt x="1094" y="43"/>
                  </a:cubicBezTo>
                  <a:cubicBezTo>
                    <a:pt x="1038" y="90"/>
                    <a:pt x="1000" y="112"/>
                    <a:pt x="962" y="125"/>
                  </a:cubicBezTo>
                  <a:cubicBezTo>
                    <a:pt x="851" y="160"/>
                    <a:pt x="751" y="160"/>
                    <a:pt x="680" y="122"/>
                  </a:cubicBezTo>
                  <a:cubicBezTo>
                    <a:pt x="669" y="117"/>
                    <a:pt x="648" y="101"/>
                    <a:pt x="633" y="86"/>
                  </a:cubicBezTo>
                  <a:cubicBezTo>
                    <a:pt x="600" y="54"/>
                    <a:pt x="591" y="49"/>
                    <a:pt x="569" y="49"/>
                  </a:cubicBezTo>
                  <a:cubicBezTo>
                    <a:pt x="526" y="49"/>
                    <a:pt x="500" y="83"/>
                    <a:pt x="511" y="125"/>
                  </a:cubicBezTo>
                  <a:cubicBezTo>
                    <a:pt x="514" y="137"/>
                    <a:pt x="522" y="152"/>
                    <a:pt x="528" y="158"/>
                  </a:cubicBezTo>
                  <a:cubicBezTo>
                    <a:pt x="542" y="175"/>
                    <a:pt x="604" y="212"/>
                    <a:pt x="637" y="224"/>
                  </a:cubicBezTo>
                  <a:cubicBezTo>
                    <a:pt x="703" y="249"/>
                    <a:pt x="797" y="248"/>
                    <a:pt x="882" y="221"/>
                  </a:cubicBezTo>
                  <a:cubicBezTo>
                    <a:pt x="904" y="213"/>
                    <a:pt x="922" y="209"/>
                    <a:pt x="922" y="209"/>
                  </a:cubicBezTo>
                  <a:cubicBezTo>
                    <a:pt x="925" y="212"/>
                    <a:pt x="849" y="286"/>
                    <a:pt x="791" y="338"/>
                  </a:cubicBezTo>
                  <a:cubicBezTo>
                    <a:pt x="738" y="387"/>
                    <a:pt x="656" y="449"/>
                    <a:pt x="612" y="475"/>
                  </a:cubicBezTo>
                  <a:cubicBezTo>
                    <a:pt x="519" y="529"/>
                    <a:pt x="379" y="562"/>
                    <a:pt x="301" y="548"/>
                  </a:cubicBezTo>
                  <a:cubicBezTo>
                    <a:pt x="178" y="525"/>
                    <a:pt x="74" y="398"/>
                    <a:pt x="82" y="281"/>
                  </a:cubicBezTo>
                  <a:cubicBezTo>
                    <a:pt x="87" y="211"/>
                    <a:pt x="136" y="138"/>
                    <a:pt x="200" y="107"/>
                  </a:cubicBezTo>
                  <a:cubicBezTo>
                    <a:pt x="234" y="90"/>
                    <a:pt x="300" y="90"/>
                    <a:pt x="338" y="107"/>
                  </a:cubicBezTo>
                  <a:cubicBezTo>
                    <a:pt x="368" y="120"/>
                    <a:pt x="402" y="151"/>
                    <a:pt x="405" y="168"/>
                  </a:cubicBezTo>
                  <a:cubicBezTo>
                    <a:pt x="411" y="208"/>
                    <a:pt x="385" y="223"/>
                    <a:pt x="320" y="223"/>
                  </a:cubicBezTo>
                  <a:cubicBezTo>
                    <a:pt x="270" y="223"/>
                    <a:pt x="260" y="229"/>
                    <a:pt x="250" y="265"/>
                  </a:cubicBezTo>
                  <a:cubicBezTo>
                    <a:pt x="245" y="284"/>
                    <a:pt x="245" y="289"/>
                    <a:pt x="254" y="304"/>
                  </a:cubicBezTo>
                  <a:cubicBezTo>
                    <a:pt x="269" y="330"/>
                    <a:pt x="304" y="347"/>
                    <a:pt x="337" y="344"/>
                  </a:cubicBezTo>
                  <a:cubicBezTo>
                    <a:pt x="370" y="342"/>
                    <a:pt x="413" y="312"/>
                    <a:pt x="446" y="270"/>
                  </a:cubicBezTo>
                  <a:cubicBezTo>
                    <a:pt x="467" y="243"/>
                    <a:pt x="470" y="235"/>
                    <a:pt x="472" y="208"/>
                  </a:cubicBezTo>
                  <a:cubicBezTo>
                    <a:pt x="474" y="181"/>
                    <a:pt x="472" y="172"/>
                    <a:pt x="460" y="150"/>
                  </a:cubicBezTo>
                  <a:cubicBezTo>
                    <a:pt x="419" y="74"/>
                    <a:pt x="334" y="36"/>
                    <a:pt x="236" y="49"/>
                  </a:cubicBezTo>
                  <a:cubicBezTo>
                    <a:pt x="118" y="64"/>
                    <a:pt x="0" y="200"/>
                    <a:pt x="14" y="305"/>
                  </a:cubicBezTo>
                  <a:cubicBezTo>
                    <a:pt x="27" y="390"/>
                    <a:pt x="84" y="492"/>
                    <a:pt x="148" y="539"/>
                  </a:cubicBezTo>
                  <a:cubicBezTo>
                    <a:pt x="228" y="597"/>
                    <a:pt x="333" y="627"/>
                    <a:pt x="420" y="617"/>
                  </a:cubicBezTo>
                  <a:cubicBezTo>
                    <a:pt x="462" y="611"/>
                    <a:pt x="573" y="578"/>
                    <a:pt x="607" y="560"/>
                  </a:cubicBezTo>
                  <a:lnTo>
                    <a:pt x="622" y="552"/>
                  </a:lnTo>
                  <a:lnTo>
                    <a:pt x="615" y="568"/>
                  </a:lnTo>
                  <a:cubicBezTo>
                    <a:pt x="597" y="601"/>
                    <a:pt x="563" y="713"/>
                    <a:pt x="558" y="754"/>
                  </a:cubicBezTo>
                  <a:cubicBezTo>
                    <a:pt x="547" y="841"/>
                    <a:pt x="578" y="947"/>
                    <a:pt x="636" y="1026"/>
                  </a:cubicBezTo>
                  <a:cubicBezTo>
                    <a:pt x="683" y="1090"/>
                    <a:pt x="784" y="1148"/>
                    <a:pt x="870" y="1160"/>
                  </a:cubicBezTo>
                  <a:cubicBezTo>
                    <a:pt x="973" y="1174"/>
                    <a:pt x="1109" y="1058"/>
                    <a:pt x="1126" y="941"/>
                  </a:cubicBezTo>
                  <a:cubicBezTo>
                    <a:pt x="1140" y="844"/>
                    <a:pt x="1100" y="756"/>
                    <a:pt x="1025" y="715"/>
                  </a:cubicBezTo>
                  <a:cubicBezTo>
                    <a:pt x="1001" y="703"/>
                    <a:pt x="993" y="700"/>
                    <a:pt x="966" y="703"/>
                  </a:cubicBezTo>
                  <a:cubicBezTo>
                    <a:pt x="939" y="705"/>
                    <a:pt x="931" y="708"/>
                    <a:pt x="905" y="729"/>
                  </a:cubicBezTo>
                  <a:cubicBezTo>
                    <a:pt x="863" y="761"/>
                    <a:pt x="833" y="804"/>
                    <a:pt x="830" y="837"/>
                  </a:cubicBezTo>
                  <a:cubicBezTo>
                    <a:pt x="828" y="870"/>
                    <a:pt x="845" y="906"/>
                    <a:pt x="871" y="921"/>
                  </a:cubicBezTo>
                  <a:cubicBezTo>
                    <a:pt x="886" y="930"/>
                    <a:pt x="891" y="930"/>
                    <a:pt x="909" y="925"/>
                  </a:cubicBezTo>
                  <a:cubicBezTo>
                    <a:pt x="945" y="914"/>
                    <a:pt x="950" y="904"/>
                    <a:pt x="950" y="855"/>
                  </a:cubicBezTo>
                  <a:cubicBezTo>
                    <a:pt x="950" y="789"/>
                    <a:pt x="967" y="764"/>
                    <a:pt x="1006" y="770"/>
                  </a:cubicBezTo>
                  <a:cubicBezTo>
                    <a:pt x="1023" y="772"/>
                    <a:pt x="1055" y="807"/>
                    <a:pt x="1068" y="836"/>
                  </a:cubicBezTo>
                  <a:cubicBezTo>
                    <a:pt x="1084" y="874"/>
                    <a:pt x="1084" y="941"/>
                    <a:pt x="1068" y="974"/>
                  </a:cubicBezTo>
                  <a:cubicBezTo>
                    <a:pt x="1037" y="1038"/>
                    <a:pt x="964" y="1087"/>
                    <a:pt x="893" y="1093"/>
                  </a:cubicBezTo>
                  <a:cubicBezTo>
                    <a:pt x="777" y="1101"/>
                    <a:pt x="649" y="996"/>
                    <a:pt x="626" y="874"/>
                  </a:cubicBezTo>
                  <a:cubicBezTo>
                    <a:pt x="612" y="795"/>
                    <a:pt x="645" y="656"/>
                    <a:pt x="700" y="562"/>
                  </a:cubicBezTo>
                  <a:cubicBezTo>
                    <a:pt x="726" y="518"/>
                    <a:pt x="788" y="437"/>
                    <a:pt x="837" y="383"/>
                  </a:cubicBezTo>
                  <a:cubicBezTo>
                    <a:pt x="888" y="326"/>
                    <a:pt x="963" y="250"/>
                    <a:pt x="965" y="252"/>
                  </a:cubicBezTo>
                  <a:cubicBezTo>
                    <a:pt x="966" y="253"/>
                    <a:pt x="961" y="271"/>
                    <a:pt x="954" y="293"/>
                  </a:cubicBezTo>
                  <a:cubicBezTo>
                    <a:pt x="927" y="378"/>
                    <a:pt x="925" y="472"/>
                    <a:pt x="950" y="537"/>
                  </a:cubicBezTo>
                  <a:cubicBezTo>
                    <a:pt x="963" y="570"/>
                    <a:pt x="1000" y="632"/>
                    <a:pt x="1016" y="647"/>
                  </a:cubicBezTo>
                  <a:cubicBezTo>
                    <a:pt x="1022" y="653"/>
                    <a:pt x="1038" y="660"/>
                    <a:pt x="1050" y="664"/>
                  </a:cubicBezTo>
                  <a:cubicBezTo>
                    <a:pt x="1091" y="675"/>
                    <a:pt x="1126" y="648"/>
                    <a:pt x="1126" y="606"/>
                  </a:cubicBezTo>
                  <a:cubicBezTo>
                    <a:pt x="1126" y="584"/>
                    <a:pt x="1121" y="575"/>
                    <a:pt x="1089" y="542"/>
                  </a:cubicBezTo>
                  <a:cubicBezTo>
                    <a:pt x="1074" y="527"/>
                    <a:pt x="1057" y="505"/>
                    <a:pt x="1052" y="495"/>
                  </a:cubicBezTo>
                  <a:cubicBezTo>
                    <a:pt x="1015" y="423"/>
                    <a:pt x="1015" y="324"/>
                    <a:pt x="1049" y="213"/>
                  </a:cubicBezTo>
                  <a:cubicBezTo>
                    <a:pt x="1061" y="174"/>
                    <a:pt x="1085" y="137"/>
                    <a:pt x="1131" y="81"/>
                  </a:cubicBezTo>
                  <a:cubicBezTo>
                    <a:pt x="1168" y="36"/>
                    <a:pt x="1182" y="0"/>
                    <a:pt x="1161" y="1"/>
                  </a:cubicBezTo>
                  <a:cubicBezTo>
                    <a:pt x="1158" y="1"/>
                    <a:pt x="1147" y="6"/>
                    <a:pt x="1137" y="1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154" name="Freeform 56">
              <a:extLst>
                <a:ext uri="{FF2B5EF4-FFF2-40B4-BE49-F238E27FC236}">
                  <a16:creationId xmlns:a16="http://schemas.microsoft.com/office/drawing/2014/main" id="{41361B16-9E88-E648-BFE5-D4CD5E01C14F}"/>
                </a:ext>
              </a:extLst>
            </p:cNvPr>
            <p:cNvSpPr>
              <a:spLocks noChangeArrowheads="1"/>
            </p:cNvSpPr>
            <p:nvPr/>
          </p:nvSpPr>
          <p:spPr bwMode="auto">
            <a:xfrm>
              <a:off x="7370763" y="323850"/>
              <a:ext cx="44450" cy="38100"/>
            </a:xfrm>
            <a:custGeom>
              <a:avLst/>
              <a:gdLst>
                <a:gd name="T0" fmla="*/ 15302 w 122"/>
                <a:gd name="T1" fmla="*/ 2469 h 108"/>
                <a:gd name="T2" fmla="*/ 15302 w 122"/>
                <a:gd name="T3" fmla="*/ 2469 h 108"/>
                <a:gd name="T4" fmla="*/ 12388 w 122"/>
                <a:gd name="T5" fmla="*/ 32103 h 108"/>
                <a:gd name="T6" fmla="*/ 12388 w 122"/>
                <a:gd name="T7" fmla="*/ 32103 h 108"/>
                <a:gd name="T8" fmla="*/ 37527 w 122"/>
                <a:gd name="T9" fmla="*/ 29633 h 108"/>
                <a:gd name="T10" fmla="*/ 37527 w 122"/>
                <a:gd name="T11" fmla="*/ 29633 h 108"/>
                <a:gd name="T12" fmla="*/ 44086 w 122"/>
                <a:gd name="T13" fmla="*/ 18697 h 108"/>
                <a:gd name="T14" fmla="*/ 44086 w 122"/>
                <a:gd name="T15" fmla="*/ 18697 h 108"/>
                <a:gd name="T16" fmla="*/ 28783 w 122"/>
                <a:gd name="T17" fmla="*/ 2117 h 108"/>
                <a:gd name="T18" fmla="*/ 28783 w 122"/>
                <a:gd name="T19" fmla="*/ 2117 h 108"/>
                <a:gd name="T20" fmla="*/ 15302 w 122"/>
                <a:gd name="T21" fmla="*/ 2469 h 10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22" h="108">
                  <a:moveTo>
                    <a:pt x="42" y="7"/>
                  </a:moveTo>
                  <a:lnTo>
                    <a:pt x="42" y="7"/>
                  </a:lnTo>
                  <a:cubicBezTo>
                    <a:pt x="4" y="27"/>
                    <a:pt x="0" y="71"/>
                    <a:pt x="34" y="91"/>
                  </a:cubicBezTo>
                  <a:cubicBezTo>
                    <a:pt x="62" y="107"/>
                    <a:pt x="82" y="105"/>
                    <a:pt x="103" y="84"/>
                  </a:cubicBezTo>
                  <a:cubicBezTo>
                    <a:pt x="114" y="73"/>
                    <a:pt x="121" y="60"/>
                    <a:pt x="121" y="53"/>
                  </a:cubicBezTo>
                  <a:cubicBezTo>
                    <a:pt x="121" y="33"/>
                    <a:pt x="102" y="13"/>
                    <a:pt x="79" y="6"/>
                  </a:cubicBezTo>
                  <a:cubicBezTo>
                    <a:pt x="56" y="0"/>
                    <a:pt x="57" y="0"/>
                    <a:pt x="42" y="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155" name="Freeform 58">
              <a:extLst>
                <a:ext uri="{FF2B5EF4-FFF2-40B4-BE49-F238E27FC236}">
                  <a16:creationId xmlns:a16="http://schemas.microsoft.com/office/drawing/2014/main" id="{A9D011EB-57E6-5C40-A435-AFB7DF905094}"/>
                </a:ext>
              </a:extLst>
            </p:cNvPr>
            <p:cNvSpPr>
              <a:spLocks noChangeArrowheads="1"/>
            </p:cNvSpPr>
            <p:nvPr/>
          </p:nvSpPr>
          <p:spPr bwMode="auto">
            <a:xfrm>
              <a:off x="7461250" y="323850"/>
              <a:ext cx="39688" cy="47625"/>
            </a:xfrm>
            <a:custGeom>
              <a:avLst/>
              <a:gdLst>
                <a:gd name="T0" fmla="*/ 5006 w 111"/>
                <a:gd name="T1" fmla="*/ 8659 h 132"/>
                <a:gd name="T2" fmla="*/ 5006 w 111"/>
                <a:gd name="T3" fmla="*/ 8659 h 132"/>
                <a:gd name="T4" fmla="*/ 0 w 111"/>
                <a:gd name="T5" fmla="*/ 19483 h 132"/>
                <a:gd name="T6" fmla="*/ 0 w 111"/>
                <a:gd name="T7" fmla="*/ 19483 h 132"/>
                <a:gd name="T8" fmla="*/ 32537 w 111"/>
                <a:gd name="T9" fmla="*/ 34636 h 132"/>
                <a:gd name="T10" fmla="*/ 32537 w 111"/>
                <a:gd name="T11" fmla="*/ 34636 h 132"/>
                <a:gd name="T12" fmla="*/ 35397 w 111"/>
                <a:gd name="T13" fmla="*/ 15514 h 132"/>
                <a:gd name="T14" fmla="*/ 35397 w 111"/>
                <a:gd name="T15" fmla="*/ 15514 h 132"/>
                <a:gd name="T16" fmla="*/ 5006 w 111"/>
                <a:gd name="T17" fmla="*/ 8659 h 13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11" h="132">
                  <a:moveTo>
                    <a:pt x="14" y="24"/>
                  </a:moveTo>
                  <a:lnTo>
                    <a:pt x="14" y="24"/>
                  </a:lnTo>
                  <a:cubicBezTo>
                    <a:pt x="5" y="33"/>
                    <a:pt x="0" y="44"/>
                    <a:pt x="0" y="54"/>
                  </a:cubicBezTo>
                  <a:cubicBezTo>
                    <a:pt x="0" y="105"/>
                    <a:pt x="56" y="131"/>
                    <a:pt x="91" y="96"/>
                  </a:cubicBezTo>
                  <a:cubicBezTo>
                    <a:pt x="108" y="79"/>
                    <a:pt x="110" y="65"/>
                    <a:pt x="99" y="43"/>
                  </a:cubicBezTo>
                  <a:cubicBezTo>
                    <a:pt x="81" y="10"/>
                    <a:pt x="38" y="0"/>
                    <a:pt x="14" y="2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156" name="Freeform 60">
              <a:extLst>
                <a:ext uri="{FF2B5EF4-FFF2-40B4-BE49-F238E27FC236}">
                  <a16:creationId xmlns:a16="http://schemas.microsoft.com/office/drawing/2014/main" id="{9DB14330-1A39-8440-AAF0-84EA77700F66}"/>
                </a:ext>
              </a:extLst>
            </p:cNvPr>
            <p:cNvSpPr>
              <a:spLocks noChangeArrowheads="1"/>
            </p:cNvSpPr>
            <p:nvPr/>
          </p:nvSpPr>
          <p:spPr bwMode="auto">
            <a:xfrm>
              <a:off x="7540625" y="333375"/>
              <a:ext cx="609600" cy="23813"/>
            </a:xfrm>
            <a:custGeom>
              <a:avLst/>
              <a:gdLst>
                <a:gd name="T0" fmla="*/ 173452 w 1694"/>
                <a:gd name="T1" fmla="*/ 2133 h 67"/>
                <a:gd name="T2" fmla="*/ 8637 w 1694"/>
                <a:gd name="T3" fmla="*/ 2843 h 67"/>
                <a:gd name="T4" fmla="*/ 4678 w 1694"/>
                <a:gd name="T5" fmla="*/ 7464 h 67"/>
                <a:gd name="T6" fmla="*/ 4678 w 1694"/>
                <a:gd name="T7" fmla="*/ 7464 h 67"/>
                <a:gd name="T8" fmla="*/ 7557 w 1694"/>
                <a:gd name="T9" fmla="*/ 19903 h 67"/>
                <a:gd name="T10" fmla="*/ 7557 w 1694"/>
                <a:gd name="T11" fmla="*/ 19903 h 67"/>
                <a:gd name="T12" fmla="*/ 603842 w 1694"/>
                <a:gd name="T13" fmla="*/ 20614 h 67"/>
                <a:gd name="T14" fmla="*/ 603842 w 1694"/>
                <a:gd name="T15" fmla="*/ 20614 h 67"/>
                <a:gd name="T16" fmla="*/ 605642 w 1694"/>
                <a:gd name="T17" fmla="*/ 3554 h 67"/>
                <a:gd name="T18" fmla="*/ 605642 w 1694"/>
                <a:gd name="T19" fmla="*/ 3554 h 67"/>
                <a:gd name="T20" fmla="*/ 469975 w 1694"/>
                <a:gd name="T21" fmla="*/ 355 h 67"/>
                <a:gd name="T22" fmla="*/ 469975 w 1694"/>
                <a:gd name="T23" fmla="*/ 355 h 67"/>
                <a:gd name="T24" fmla="*/ 173452 w 1694"/>
                <a:gd name="T25" fmla="*/ 2133 h 6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94" h="67">
                  <a:moveTo>
                    <a:pt x="482" y="6"/>
                  </a:moveTo>
                  <a:lnTo>
                    <a:pt x="24" y="8"/>
                  </a:lnTo>
                  <a:lnTo>
                    <a:pt x="13" y="21"/>
                  </a:lnTo>
                  <a:cubicBezTo>
                    <a:pt x="0" y="38"/>
                    <a:pt x="2" y="49"/>
                    <a:pt x="21" y="56"/>
                  </a:cubicBezTo>
                  <a:cubicBezTo>
                    <a:pt x="44" y="64"/>
                    <a:pt x="1669" y="66"/>
                    <a:pt x="1678" y="58"/>
                  </a:cubicBezTo>
                  <a:cubicBezTo>
                    <a:pt x="1691" y="48"/>
                    <a:pt x="1693" y="21"/>
                    <a:pt x="1683" y="10"/>
                  </a:cubicBezTo>
                  <a:cubicBezTo>
                    <a:pt x="1673" y="1"/>
                    <a:pt x="1663" y="0"/>
                    <a:pt x="1306" y="1"/>
                  </a:cubicBezTo>
                  <a:cubicBezTo>
                    <a:pt x="1105" y="2"/>
                    <a:pt x="734" y="4"/>
                    <a:pt x="482" y="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157" name="Freeform 63">
              <a:extLst>
                <a:ext uri="{FF2B5EF4-FFF2-40B4-BE49-F238E27FC236}">
                  <a16:creationId xmlns:a16="http://schemas.microsoft.com/office/drawing/2014/main" id="{A7F565BB-8E6C-0947-A5C9-568478FF7CDF}"/>
                </a:ext>
              </a:extLst>
            </p:cNvPr>
            <p:cNvSpPr>
              <a:spLocks noChangeArrowheads="1"/>
            </p:cNvSpPr>
            <p:nvPr/>
          </p:nvSpPr>
          <p:spPr bwMode="auto">
            <a:xfrm>
              <a:off x="7669213" y="395288"/>
              <a:ext cx="31750" cy="39687"/>
            </a:xfrm>
            <a:custGeom>
              <a:avLst/>
              <a:gdLst>
                <a:gd name="T0" fmla="*/ 5412 w 88"/>
                <a:gd name="T1" fmla="*/ 8504 h 112"/>
                <a:gd name="T2" fmla="*/ 5412 w 88"/>
                <a:gd name="T3" fmla="*/ 8504 h 112"/>
                <a:gd name="T4" fmla="*/ 722 w 88"/>
                <a:gd name="T5" fmla="*/ 19489 h 112"/>
                <a:gd name="T6" fmla="*/ 722 w 88"/>
                <a:gd name="T7" fmla="*/ 19489 h 112"/>
                <a:gd name="T8" fmla="*/ 5412 w 88"/>
                <a:gd name="T9" fmla="*/ 31183 h 112"/>
                <a:gd name="T10" fmla="*/ 5412 w 88"/>
                <a:gd name="T11" fmla="*/ 31183 h 112"/>
                <a:gd name="T12" fmla="*/ 31389 w 88"/>
                <a:gd name="T13" fmla="*/ 19844 h 112"/>
                <a:gd name="T14" fmla="*/ 31389 w 88"/>
                <a:gd name="T15" fmla="*/ 19844 h 112"/>
                <a:gd name="T16" fmla="*/ 5412 w 88"/>
                <a:gd name="T17" fmla="*/ 8504 h 11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8" h="112">
                  <a:moveTo>
                    <a:pt x="15" y="24"/>
                  </a:moveTo>
                  <a:lnTo>
                    <a:pt x="15" y="24"/>
                  </a:lnTo>
                  <a:cubicBezTo>
                    <a:pt x="9" y="30"/>
                    <a:pt x="4" y="44"/>
                    <a:pt x="2" y="55"/>
                  </a:cubicBezTo>
                  <a:cubicBezTo>
                    <a:pt x="0" y="73"/>
                    <a:pt x="2" y="77"/>
                    <a:pt x="15" y="88"/>
                  </a:cubicBezTo>
                  <a:cubicBezTo>
                    <a:pt x="43" y="111"/>
                    <a:pt x="87" y="91"/>
                    <a:pt x="87" y="56"/>
                  </a:cubicBezTo>
                  <a:cubicBezTo>
                    <a:pt x="87" y="22"/>
                    <a:pt x="36" y="0"/>
                    <a:pt x="15" y="2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158" name="Freeform 65">
              <a:extLst>
                <a:ext uri="{FF2B5EF4-FFF2-40B4-BE49-F238E27FC236}">
                  <a16:creationId xmlns:a16="http://schemas.microsoft.com/office/drawing/2014/main" id="{AFDE87E9-70D6-6845-82E5-08B081EB84CD}"/>
                </a:ext>
              </a:extLst>
            </p:cNvPr>
            <p:cNvSpPr>
              <a:spLocks noChangeArrowheads="1"/>
            </p:cNvSpPr>
            <p:nvPr/>
          </p:nvSpPr>
          <p:spPr bwMode="auto">
            <a:xfrm>
              <a:off x="7731125" y="403225"/>
              <a:ext cx="752475" cy="752475"/>
            </a:xfrm>
            <a:custGeom>
              <a:avLst/>
              <a:gdLst>
                <a:gd name="T0" fmla="*/ 400337 w 2092"/>
                <a:gd name="T1" fmla="*/ 449255 h 2092"/>
                <a:gd name="T2" fmla="*/ 265812 w 2092"/>
                <a:gd name="T3" fmla="*/ 485943 h 2092"/>
                <a:gd name="T4" fmla="*/ 302860 w 2092"/>
                <a:gd name="T5" fmla="*/ 351419 h 2092"/>
                <a:gd name="T6" fmla="*/ 442421 w 2092"/>
                <a:gd name="T7" fmla="*/ 302141 h 2092"/>
                <a:gd name="T8" fmla="*/ 37768 w 2092"/>
                <a:gd name="T9" fmla="*/ 719 h 2092"/>
                <a:gd name="T10" fmla="*/ 3237 w 2092"/>
                <a:gd name="T11" fmla="*/ 14028 h 2092"/>
                <a:gd name="T12" fmla="*/ 260776 w 2092"/>
                <a:gd name="T13" fmla="*/ 24819 h 2092"/>
                <a:gd name="T14" fmla="*/ 315450 w 2092"/>
                <a:gd name="T15" fmla="*/ 36329 h 2092"/>
                <a:gd name="T16" fmla="*/ 457888 w 2092"/>
                <a:gd name="T17" fmla="*/ 192435 h 2092"/>
                <a:gd name="T18" fmla="*/ 504288 w 2092"/>
                <a:gd name="T19" fmla="*/ 205024 h 2092"/>
                <a:gd name="T20" fmla="*/ 332715 w 2092"/>
                <a:gd name="T21" fmla="*/ 199989 h 2092"/>
                <a:gd name="T22" fmla="*/ 132726 w 2092"/>
                <a:gd name="T23" fmla="*/ 71579 h 2092"/>
                <a:gd name="T24" fmla="*/ 83808 w 2092"/>
                <a:gd name="T25" fmla="*/ 61148 h 2092"/>
                <a:gd name="T26" fmla="*/ 115461 w 2092"/>
                <a:gd name="T27" fmla="*/ 109346 h 2092"/>
                <a:gd name="T28" fmla="*/ 53234 w 2092"/>
                <a:gd name="T29" fmla="*/ 164739 h 2092"/>
                <a:gd name="T30" fmla="*/ 187759 w 2092"/>
                <a:gd name="T31" fmla="*/ 172292 h 2092"/>
                <a:gd name="T32" fmla="*/ 423717 w 2092"/>
                <a:gd name="T33" fmla="*/ 242792 h 2092"/>
                <a:gd name="T34" fmla="*/ 376597 w 2092"/>
                <a:gd name="T35" fmla="*/ 258978 h 2092"/>
                <a:gd name="T36" fmla="*/ 158624 w 2092"/>
                <a:gd name="T37" fmla="*/ 263294 h 2092"/>
                <a:gd name="T38" fmla="*/ 48558 w 2092"/>
                <a:gd name="T39" fmla="*/ 324082 h 2092"/>
                <a:gd name="T40" fmla="*/ 104670 w 2092"/>
                <a:gd name="T41" fmla="*/ 447456 h 2092"/>
                <a:gd name="T42" fmla="*/ 217973 w 2092"/>
                <a:gd name="T43" fmla="*/ 390265 h 2092"/>
                <a:gd name="T44" fmla="*/ 159343 w 2092"/>
                <a:gd name="T45" fmla="*/ 378755 h 2092"/>
                <a:gd name="T46" fmla="*/ 84887 w 2092"/>
                <a:gd name="T47" fmla="*/ 407890 h 2092"/>
                <a:gd name="T48" fmla="*/ 135963 w 2092"/>
                <a:gd name="T49" fmla="*/ 293508 h 2092"/>
                <a:gd name="T50" fmla="*/ 429832 w 2092"/>
                <a:gd name="T51" fmla="*/ 269409 h 2092"/>
                <a:gd name="T52" fmla="*/ 473714 w 2092"/>
                <a:gd name="T53" fmla="*/ 253942 h 2092"/>
                <a:gd name="T54" fmla="*/ 312212 w 2092"/>
                <a:gd name="T55" fmla="*/ 319047 h 2092"/>
                <a:gd name="T56" fmla="*/ 273366 w 2092"/>
                <a:gd name="T57" fmla="*/ 360051 h 2092"/>
                <a:gd name="T58" fmla="*/ 207542 w 2092"/>
                <a:gd name="T59" fmla="*/ 556803 h 2092"/>
                <a:gd name="T60" fmla="*/ 425515 w 2092"/>
                <a:gd name="T61" fmla="*/ 469757 h 2092"/>
                <a:gd name="T62" fmla="*/ 474793 w 2092"/>
                <a:gd name="T63" fmla="*/ 314371 h 2092"/>
                <a:gd name="T64" fmla="*/ 492058 w 2092"/>
                <a:gd name="T65" fmla="*/ 292789 h 2092"/>
                <a:gd name="T66" fmla="*/ 470117 w 2092"/>
                <a:gd name="T67" fmla="*/ 470836 h 2092"/>
                <a:gd name="T68" fmla="*/ 387748 w 2092"/>
                <a:gd name="T69" fmla="*/ 683055 h 2092"/>
                <a:gd name="T70" fmla="*/ 338830 w 2092"/>
                <a:gd name="T71" fmla="*/ 643488 h 2092"/>
                <a:gd name="T72" fmla="*/ 388107 w 2092"/>
                <a:gd name="T73" fmla="*/ 548530 h 2092"/>
                <a:gd name="T74" fmla="*/ 326600 w 2092"/>
                <a:gd name="T75" fmla="*/ 548530 h 2092"/>
                <a:gd name="T76" fmla="*/ 328758 w 2092"/>
                <a:gd name="T77" fmla="*/ 685572 h 2092"/>
                <a:gd name="T78" fmla="*/ 449255 w 2092"/>
                <a:gd name="T79" fmla="*/ 686651 h 2092"/>
                <a:gd name="T80" fmla="*/ 491699 w 2092"/>
                <a:gd name="T81" fmla="*/ 485224 h 2092"/>
                <a:gd name="T82" fmla="*/ 506086 w 2092"/>
                <a:gd name="T83" fmla="*/ 308975 h 2092"/>
                <a:gd name="T84" fmla="*/ 549609 w 2092"/>
                <a:gd name="T85" fmla="*/ 480908 h 2092"/>
                <a:gd name="T86" fmla="*/ 589175 w 2092"/>
                <a:gd name="T87" fmla="*/ 668667 h 2092"/>
                <a:gd name="T88" fmla="*/ 598527 w 2092"/>
                <a:gd name="T89" fmla="*/ 699960 h 2092"/>
                <a:gd name="T90" fmla="*/ 656437 w 2092"/>
                <a:gd name="T91" fmla="*/ 642769 h 2092"/>
                <a:gd name="T92" fmla="*/ 692766 w 2092"/>
                <a:gd name="T93" fmla="*/ 654999 h 2092"/>
                <a:gd name="T94" fmla="*/ 625504 w 2092"/>
                <a:gd name="T95" fmla="*/ 535941 h 2092"/>
                <a:gd name="T96" fmla="*/ 534142 w 2092"/>
                <a:gd name="T97" fmla="*/ 327679 h 2092"/>
                <a:gd name="T98" fmla="*/ 554285 w 2092"/>
                <a:gd name="T99" fmla="*/ 254302 h 2092"/>
                <a:gd name="T100" fmla="*/ 633057 w 2092"/>
                <a:gd name="T101" fmla="*/ 401416 h 2092"/>
                <a:gd name="T102" fmla="*/ 720822 w 2092"/>
                <a:gd name="T103" fmla="*/ 438824 h 2092"/>
                <a:gd name="T104" fmla="*/ 733411 w 2092"/>
                <a:gd name="T105" fmla="*/ 643488 h 2092"/>
                <a:gd name="T106" fmla="*/ 750317 w 2092"/>
                <a:gd name="T107" fmla="*/ 744202 h 2092"/>
                <a:gd name="T108" fmla="*/ 737368 w 2092"/>
                <a:gd name="T109" fmla="*/ 406811 h 2092"/>
                <a:gd name="T110" fmla="*/ 586657 w 2092"/>
                <a:gd name="T111" fmla="*/ 283797 h 2092"/>
                <a:gd name="T112" fmla="*/ 595290 w 2092"/>
                <a:gd name="T113" fmla="*/ 167616 h 2092"/>
                <a:gd name="T114" fmla="*/ 584139 w 2092"/>
                <a:gd name="T115" fmla="*/ 156466 h 2092"/>
                <a:gd name="T116" fmla="*/ 467959 w 2092"/>
                <a:gd name="T117" fmla="*/ 165458 h 2092"/>
                <a:gd name="T118" fmla="*/ 345304 w 2092"/>
                <a:gd name="T119" fmla="*/ 14747 h 2092"/>
                <a:gd name="T120" fmla="*/ 199269 w 2092"/>
                <a:gd name="T121" fmla="*/ 360 h 209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2092" h="2092">
                  <a:moveTo>
                    <a:pt x="1250" y="860"/>
                  </a:moveTo>
                  <a:lnTo>
                    <a:pt x="1250" y="860"/>
                  </a:lnTo>
                  <a:cubicBezTo>
                    <a:pt x="1163" y="998"/>
                    <a:pt x="1116" y="1120"/>
                    <a:pt x="1114" y="1209"/>
                  </a:cubicBezTo>
                  <a:lnTo>
                    <a:pt x="1113" y="1249"/>
                  </a:lnTo>
                  <a:lnTo>
                    <a:pt x="1060" y="1258"/>
                  </a:lnTo>
                  <a:cubicBezTo>
                    <a:pt x="971" y="1274"/>
                    <a:pt x="829" y="1313"/>
                    <a:pt x="783" y="1332"/>
                  </a:cubicBezTo>
                  <a:lnTo>
                    <a:pt x="739" y="1351"/>
                  </a:lnTo>
                  <a:lnTo>
                    <a:pt x="758" y="1307"/>
                  </a:lnTo>
                  <a:cubicBezTo>
                    <a:pt x="778" y="1262"/>
                    <a:pt x="816" y="1119"/>
                    <a:pt x="832" y="1031"/>
                  </a:cubicBezTo>
                  <a:lnTo>
                    <a:pt x="842" y="977"/>
                  </a:lnTo>
                  <a:lnTo>
                    <a:pt x="882" y="977"/>
                  </a:lnTo>
                  <a:cubicBezTo>
                    <a:pt x="971" y="974"/>
                    <a:pt x="1097" y="925"/>
                    <a:pt x="1230" y="840"/>
                  </a:cubicBezTo>
                  <a:cubicBezTo>
                    <a:pt x="1259" y="821"/>
                    <a:pt x="1283" y="806"/>
                    <a:pt x="1284" y="806"/>
                  </a:cubicBezTo>
                  <a:cubicBezTo>
                    <a:pt x="1284" y="805"/>
                    <a:pt x="1269" y="830"/>
                    <a:pt x="1250" y="860"/>
                  </a:cubicBezTo>
                  <a:close/>
                  <a:moveTo>
                    <a:pt x="105" y="2"/>
                  </a:moveTo>
                  <a:lnTo>
                    <a:pt x="105" y="2"/>
                  </a:lnTo>
                  <a:cubicBezTo>
                    <a:pt x="64" y="3"/>
                    <a:pt x="25" y="5"/>
                    <a:pt x="19" y="6"/>
                  </a:cubicBezTo>
                  <a:cubicBezTo>
                    <a:pt x="5" y="9"/>
                    <a:pt x="0" y="26"/>
                    <a:pt x="9" y="39"/>
                  </a:cubicBezTo>
                  <a:cubicBezTo>
                    <a:pt x="16" y="48"/>
                    <a:pt x="35" y="49"/>
                    <a:pt x="302" y="51"/>
                  </a:cubicBezTo>
                  <a:cubicBezTo>
                    <a:pt x="570" y="54"/>
                    <a:pt x="595" y="55"/>
                    <a:pt x="725" y="69"/>
                  </a:cubicBezTo>
                  <a:cubicBezTo>
                    <a:pt x="801" y="77"/>
                    <a:pt x="866" y="85"/>
                    <a:pt x="870" y="86"/>
                  </a:cubicBezTo>
                  <a:cubicBezTo>
                    <a:pt x="874" y="87"/>
                    <a:pt x="877" y="94"/>
                    <a:pt x="877" y="101"/>
                  </a:cubicBezTo>
                  <a:cubicBezTo>
                    <a:pt x="877" y="122"/>
                    <a:pt x="903" y="198"/>
                    <a:pt x="927" y="251"/>
                  </a:cubicBezTo>
                  <a:cubicBezTo>
                    <a:pt x="989" y="383"/>
                    <a:pt x="1124" y="494"/>
                    <a:pt x="1273" y="535"/>
                  </a:cubicBezTo>
                  <a:cubicBezTo>
                    <a:pt x="1301" y="543"/>
                    <a:pt x="1338" y="547"/>
                    <a:pt x="1384" y="550"/>
                  </a:cubicBezTo>
                  <a:lnTo>
                    <a:pt x="1452" y="553"/>
                  </a:lnTo>
                  <a:lnTo>
                    <a:pt x="1402" y="570"/>
                  </a:lnTo>
                  <a:cubicBezTo>
                    <a:pt x="1316" y="599"/>
                    <a:pt x="1271" y="606"/>
                    <a:pt x="1179" y="605"/>
                  </a:cubicBezTo>
                  <a:cubicBezTo>
                    <a:pt x="1082" y="605"/>
                    <a:pt x="1016" y="592"/>
                    <a:pt x="925" y="556"/>
                  </a:cubicBezTo>
                  <a:cubicBezTo>
                    <a:pt x="822" y="515"/>
                    <a:pt x="755" y="473"/>
                    <a:pt x="601" y="351"/>
                  </a:cubicBezTo>
                  <a:cubicBezTo>
                    <a:pt x="487" y="261"/>
                    <a:pt x="454" y="240"/>
                    <a:pt x="369" y="199"/>
                  </a:cubicBezTo>
                  <a:cubicBezTo>
                    <a:pt x="317" y="174"/>
                    <a:pt x="297" y="167"/>
                    <a:pt x="269" y="164"/>
                  </a:cubicBezTo>
                  <a:cubicBezTo>
                    <a:pt x="243" y="162"/>
                    <a:pt x="236" y="163"/>
                    <a:pt x="233" y="170"/>
                  </a:cubicBezTo>
                  <a:cubicBezTo>
                    <a:pt x="229" y="180"/>
                    <a:pt x="253" y="212"/>
                    <a:pt x="304" y="266"/>
                  </a:cubicBezTo>
                  <a:lnTo>
                    <a:pt x="337" y="301"/>
                  </a:lnTo>
                  <a:lnTo>
                    <a:pt x="321" y="304"/>
                  </a:lnTo>
                  <a:cubicBezTo>
                    <a:pt x="231" y="323"/>
                    <a:pt x="158" y="374"/>
                    <a:pt x="144" y="427"/>
                  </a:cubicBezTo>
                  <a:cubicBezTo>
                    <a:pt x="139" y="447"/>
                    <a:pt x="140" y="451"/>
                    <a:pt x="148" y="458"/>
                  </a:cubicBezTo>
                  <a:cubicBezTo>
                    <a:pt x="158" y="466"/>
                    <a:pt x="160" y="466"/>
                    <a:pt x="232" y="453"/>
                  </a:cubicBezTo>
                  <a:cubicBezTo>
                    <a:pt x="317" y="436"/>
                    <a:pt x="413" y="445"/>
                    <a:pt x="522" y="479"/>
                  </a:cubicBezTo>
                  <a:cubicBezTo>
                    <a:pt x="557" y="488"/>
                    <a:pt x="660" y="527"/>
                    <a:pt x="753" y="563"/>
                  </a:cubicBezTo>
                  <a:cubicBezTo>
                    <a:pt x="1013" y="664"/>
                    <a:pt x="1052" y="675"/>
                    <a:pt x="1178" y="675"/>
                  </a:cubicBezTo>
                  <a:lnTo>
                    <a:pt x="1259" y="675"/>
                  </a:lnTo>
                  <a:lnTo>
                    <a:pt x="1232" y="684"/>
                  </a:lnTo>
                  <a:cubicBezTo>
                    <a:pt x="1189" y="699"/>
                    <a:pt x="1112" y="714"/>
                    <a:pt x="1047" y="720"/>
                  </a:cubicBezTo>
                  <a:cubicBezTo>
                    <a:pt x="1009" y="724"/>
                    <a:pt x="892" y="725"/>
                    <a:pt x="742" y="724"/>
                  </a:cubicBezTo>
                  <a:cubicBezTo>
                    <a:pt x="529" y="723"/>
                    <a:pt x="490" y="724"/>
                    <a:pt x="441" y="732"/>
                  </a:cubicBezTo>
                  <a:cubicBezTo>
                    <a:pt x="314" y="753"/>
                    <a:pt x="237" y="786"/>
                    <a:pt x="181" y="842"/>
                  </a:cubicBezTo>
                  <a:cubicBezTo>
                    <a:pt x="162" y="861"/>
                    <a:pt x="141" y="888"/>
                    <a:pt x="135" y="901"/>
                  </a:cubicBezTo>
                  <a:cubicBezTo>
                    <a:pt x="95" y="989"/>
                    <a:pt x="115" y="1104"/>
                    <a:pt x="184" y="1177"/>
                  </a:cubicBezTo>
                  <a:cubicBezTo>
                    <a:pt x="219" y="1213"/>
                    <a:pt x="246" y="1230"/>
                    <a:pt x="291" y="1244"/>
                  </a:cubicBezTo>
                  <a:cubicBezTo>
                    <a:pt x="392" y="1278"/>
                    <a:pt x="499" y="1254"/>
                    <a:pt x="565" y="1182"/>
                  </a:cubicBezTo>
                  <a:cubicBezTo>
                    <a:pt x="597" y="1148"/>
                    <a:pt x="606" y="1126"/>
                    <a:pt x="606" y="1085"/>
                  </a:cubicBezTo>
                  <a:cubicBezTo>
                    <a:pt x="606" y="1049"/>
                    <a:pt x="590" y="1020"/>
                    <a:pt x="565" y="1012"/>
                  </a:cubicBezTo>
                  <a:cubicBezTo>
                    <a:pt x="514" y="995"/>
                    <a:pt x="471" y="1009"/>
                    <a:pt x="443" y="1053"/>
                  </a:cubicBezTo>
                  <a:cubicBezTo>
                    <a:pt x="398" y="1123"/>
                    <a:pt x="367" y="1144"/>
                    <a:pt x="302" y="1149"/>
                  </a:cubicBezTo>
                  <a:cubicBezTo>
                    <a:pt x="259" y="1151"/>
                    <a:pt x="258" y="1151"/>
                    <a:pt x="236" y="1134"/>
                  </a:cubicBezTo>
                  <a:cubicBezTo>
                    <a:pt x="194" y="1104"/>
                    <a:pt x="181" y="1071"/>
                    <a:pt x="191" y="1013"/>
                  </a:cubicBezTo>
                  <a:cubicBezTo>
                    <a:pt x="207" y="917"/>
                    <a:pt x="269" y="851"/>
                    <a:pt x="378" y="816"/>
                  </a:cubicBezTo>
                  <a:cubicBezTo>
                    <a:pt x="457" y="791"/>
                    <a:pt x="493" y="788"/>
                    <a:pt x="782" y="784"/>
                  </a:cubicBezTo>
                  <a:cubicBezTo>
                    <a:pt x="1072" y="779"/>
                    <a:pt x="1084" y="778"/>
                    <a:pt x="1195" y="749"/>
                  </a:cubicBezTo>
                  <a:cubicBezTo>
                    <a:pt x="1221" y="742"/>
                    <a:pt x="1259" y="730"/>
                    <a:pt x="1277" y="722"/>
                  </a:cubicBezTo>
                  <a:cubicBezTo>
                    <a:pt x="1294" y="715"/>
                    <a:pt x="1313" y="708"/>
                    <a:pt x="1317" y="706"/>
                  </a:cubicBezTo>
                  <a:cubicBezTo>
                    <a:pt x="1331" y="702"/>
                    <a:pt x="1270" y="740"/>
                    <a:pt x="1217" y="770"/>
                  </a:cubicBezTo>
                  <a:cubicBezTo>
                    <a:pt x="1149" y="809"/>
                    <a:pt x="973" y="868"/>
                    <a:pt x="868" y="887"/>
                  </a:cubicBezTo>
                  <a:cubicBezTo>
                    <a:pt x="826" y="896"/>
                    <a:pt x="789" y="904"/>
                    <a:pt x="784" y="908"/>
                  </a:cubicBezTo>
                  <a:cubicBezTo>
                    <a:pt x="779" y="911"/>
                    <a:pt x="771" y="944"/>
                    <a:pt x="760" y="1001"/>
                  </a:cubicBezTo>
                  <a:cubicBezTo>
                    <a:pt x="720" y="1223"/>
                    <a:pt x="668" y="1345"/>
                    <a:pt x="542" y="1514"/>
                  </a:cubicBezTo>
                  <a:cubicBezTo>
                    <a:pt x="467" y="1615"/>
                    <a:pt x="476" y="1623"/>
                    <a:pt x="577" y="1548"/>
                  </a:cubicBezTo>
                  <a:cubicBezTo>
                    <a:pt x="746" y="1422"/>
                    <a:pt x="868" y="1371"/>
                    <a:pt x="1089" y="1331"/>
                  </a:cubicBezTo>
                  <a:cubicBezTo>
                    <a:pt x="1147" y="1320"/>
                    <a:pt x="1179" y="1312"/>
                    <a:pt x="1183" y="1306"/>
                  </a:cubicBezTo>
                  <a:cubicBezTo>
                    <a:pt x="1186" y="1301"/>
                    <a:pt x="1195" y="1264"/>
                    <a:pt x="1203" y="1223"/>
                  </a:cubicBezTo>
                  <a:cubicBezTo>
                    <a:pt x="1223" y="1118"/>
                    <a:pt x="1281" y="941"/>
                    <a:pt x="1320" y="874"/>
                  </a:cubicBezTo>
                  <a:cubicBezTo>
                    <a:pt x="1350" y="820"/>
                    <a:pt x="1389" y="760"/>
                    <a:pt x="1384" y="773"/>
                  </a:cubicBezTo>
                  <a:cubicBezTo>
                    <a:pt x="1383" y="777"/>
                    <a:pt x="1375" y="796"/>
                    <a:pt x="1368" y="814"/>
                  </a:cubicBezTo>
                  <a:cubicBezTo>
                    <a:pt x="1361" y="832"/>
                    <a:pt x="1349" y="868"/>
                    <a:pt x="1341" y="896"/>
                  </a:cubicBezTo>
                  <a:cubicBezTo>
                    <a:pt x="1312" y="1007"/>
                    <a:pt x="1311" y="1019"/>
                    <a:pt x="1307" y="1309"/>
                  </a:cubicBezTo>
                  <a:cubicBezTo>
                    <a:pt x="1302" y="1597"/>
                    <a:pt x="1300" y="1634"/>
                    <a:pt x="1274" y="1712"/>
                  </a:cubicBezTo>
                  <a:cubicBezTo>
                    <a:pt x="1239" y="1821"/>
                    <a:pt x="1173" y="1883"/>
                    <a:pt x="1078" y="1899"/>
                  </a:cubicBezTo>
                  <a:cubicBezTo>
                    <a:pt x="1020" y="1909"/>
                    <a:pt x="987" y="1897"/>
                    <a:pt x="956" y="1855"/>
                  </a:cubicBezTo>
                  <a:cubicBezTo>
                    <a:pt x="940" y="1833"/>
                    <a:pt x="939" y="1831"/>
                    <a:pt x="942" y="1789"/>
                  </a:cubicBezTo>
                  <a:cubicBezTo>
                    <a:pt x="946" y="1724"/>
                    <a:pt x="967" y="1692"/>
                    <a:pt x="1038" y="1647"/>
                  </a:cubicBezTo>
                  <a:cubicBezTo>
                    <a:pt x="1080" y="1620"/>
                    <a:pt x="1095" y="1576"/>
                    <a:pt x="1079" y="1525"/>
                  </a:cubicBezTo>
                  <a:cubicBezTo>
                    <a:pt x="1070" y="1500"/>
                    <a:pt x="1042" y="1485"/>
                    <a:pt x="1005" y="1485"/>
                  </a:cubicBezTo>
                  <a:cubicBezTo>
                    <a:pt x="964" y="1485"/>
                    <a:pt x="943" y="1494"/>
                    <a:pt x="908" y="1525"/>
                  </a:cubicBezTo>
                  <a:cubicBezTo>
                    <a:pt x="836" y="1591"/>
                    <a:pt x="812" y="1699"/>
                    <a:pt x="846" y="1800"/>
                  </a:cubicBezTo>
                  <a:cubicBezTo>
                    <a:pt x="861" y="1845"/>
                    <a:pt x="877" y="1871"/>
                    <a:pt x="914" y="1906"/>
                  </a:cubicBezTo>
                  <a:cubicBezTo>
                    <a:pt x="987" y="1976"/>
                    <a:pt x="1102" y="1996"/>
                    <a:pt x="1189" y="1956"/>
                  </a:cubicBezTo>
                  <a:cubicBezTo>
                    <a:pt x="1203" y="1949"/>
                    <a:pt x="1229" y="1929"/>
                    <a:pt x="1249" y="1909"/>
                  </a:cubicBezTo>
                  <a:cubicBezTo>
                    <a:pt x="1304" y="1854"/>
                    <a:pt x="1337" y="1777"/>
                    <a:pt x="1358" y="1649"/>
                  </a:cubicBezTo>
                  <a:cubicBezTo>
                    <a:pt x="1367" y="1600"/>
                    <a:pt x="1368" y="1562"/>
                    <a:pt x="1367" y="1349"/>
                  </a:cubicBezTo>
                  <a:cubicBezTo>
                    <a:pt x="1365" y="1199"/>
                    <a:pt x="1367" y="1081"/>
                    <a:pt x="1371" y="1043"/>
                  </a:cubicBezTo>
                  <a:cubicBezTo>
                    <a:pt x="1377" y="978"/>
                    <a:pt x="1392" y="902"/>
                    <a:pt x="1407" y="859"/>
                  </a:cubicBezTo>
                  <a:lnTo>
                    <a:pt x="1415" y="832"/>
                  </a:lnTo>
                  <a:lnTo>
                    <a:pt x="1415" y="912"/>
                  </a:lnTo>
                  <a:cubicBezTo>
                    <a:pt x="1416" y="1038"/>
                    <a:pt x="1426" y="1078"/>
                    <a:pt x="1528" y="1337"/>
                  </a:cubicBezTo>
                  <a:cubicBezTo>
                    <a:pt x="1564" y="1431"/>
                    <a:pt x="1602" y="1534"/>
                    <a:pt x="1612" y="1569"/>
                  </a:cubicBezTo>
                  <a:cubicBezTo>
                    <a:pt x="1646" y="1677"/>
                    <a:pt x="1654" y="1773"/>
                    <a:pt x="1638" y="1859"/>
                  </a:cubicBezTo>
                  <a:cubicBezTo>
                    <a:pt x="1624" y="1930"/>
                    <a:pt x="1624" y="1933"/>
                    <a:pt x="1633" y="1942"/>
                  </a:cubicBezTo>
                  <a:cubicBezTo>
                    <a:pt x="1640" y="1951"/>
                    <a:pt x="1643" y="1952"/>
                    <a:pt x="1664" y="1946"/>
                  </a:cubicBezTo>
                  <a:cubicBezTo>
                    <a:pt x="1716" y="1932"/>
                    <a:pt x="1767" y="1859"/>
                    <a:pt x="1786" y="1769"/>
                  </a:cubicBezTo>
                  <a:lnTo>
                    <a:pt x="1790" y="1754"/>
                  </a:lnTo>
                  <a:lnTo>
                    <a:pt x="1825" y="1787"/>
                  </a:lnTo>
                  <a:cubicBezTo>
                    <a:pt x="1879" y="1838"/>
                    <a:pt x="1911" y="1861"/>
                    <a:pt x="1920" y="1858"/>
                  </a:cubicBezTo>
                  <a:cubicBezTo>
                    <a:pt x="1927" y="1855"/>
                    <a:pt x="1929" y="1848"/>
                    <a:pt x="1926" y="1821"/>
                  </a:cubicBezTo>
                  <a:cubicBezTo>
                    <a:pt x="1924" y="1794"/>
                    <a:pt x="1917" y="1774"/>
                    <a:pt x="1892" y="1721"/>
                  </a:cubicBezTo>
                  <a:cubicBezTo>
                    <a:pt x="1850" y="1636"/>
                    <a:pt x="1829" y="1604"/>
                    <a:pt x="1739" y="1490"/>
                  </a:cubicBezTo>
                  <a:cubicBezTo>
                    <a:pt x="1617" y="1336"/>
                    <a:pt x="1575" y="1268"/>
                    <a:pt x="1534" y="1166"/>
                  </a:cubicBezTo>
                  <a:cubicBezTo>
                    <a:pt x="1498" y="1075"/>
                    <a:pt x="1485" y="1008"/>
                    <a:pt x="1485" y="911"/>
                  </a:cubicBezTo>
                  <a:cubicBezTo>
                    <a:pt x="1484" y="819"/>
                    <a:pt x="1491" y="775"/>
                    <a:pt x="1521" y="688"/>
                  </a:cubicBezTo>
                  <a:lnTo>
                    <a:pt x="1537" y="638"/>
                  </a:lnTo>
                  <a:lnTo>
                    <a:pt x="1541" y="707"/>
                  </a:lnTo>
                  <a:cubicBezTo>
                    <a:pt x="1546" y="810"/>
                    <a:pt x="1571" y="886"/>
                    <a:pt x="1627" y="974"/>
                  </a:cubicBezTo>
                  <a:cubicBezTo>
                    <a:pt x="1656" y="1019"/>
                    <a:pt x="1716" y="1083"/>
                    <a:pt x="1760" y="1116"/>
                  </a:cubicBezTo>
                  <a:cubicBezTo>
                    <a:pt x="1812" y="1156"/>
                    <a:pt x="1948" y="1213"/>
                    <a:pt x="1989" y="1213"/>
                  </a:cubicBezTo>
                  <a:cubicBezTo>
                    <a:pt x="1996" y="1213"/>
                    <a:pt x="2003" y="1217"/>
                    <a:pt x="2004" y="1220"/>
                  </a:cubicBezTo>
                  <a:cubicBezTo>
                    <a:pt x="2006" y="1224"/>
                    <a:pt x="2013" y="1289"/>
                    <a:pt x="2021" y="1365"/>
                  </a:cubicBezTo>
                  <a:cubicBezTo>
                    <a:pt x="2036" y="1495"/>
                    <a:pt x="2037" y="1520"/>
                    <a:pt x="2039" y="1789"/>
                  </a:cubicBezTo>
                  <a:cubicBezTo>
                    <a:pt x="2041" y="2055"/>
                    <a:pt x="2042" y="2075"/>
                    <a:pt x="2051" y="2081"/>
                  </a:cubicBezTo>
                  <a:cubicBezTo>
                    <a:pt x="2065" y="2091"/>
                    <a:pt x="2081" y="2085"/>
                    <a:pt x="2086" y="2069"/>
                  </a:cubicBezTo>
                  <a:cubicBezTo>
                    <a:pt x="2088" y="2061"/>
                    <a:pt x="2090" y="1855"/>
                    <a:pt x="2090" y="1609"/>
                  </a:cubicBezTo>
                  <a:cubicBezTo>
                    <a:pt x="2089" y="1104"/>
                    <a:pt x="2091" y="1132"/>
                    <a:pt x="2050" y="1131"/>
                  </a:cubicBezTo>
                  <a:cubicBezTo>
                    <a:pt x="2018" y="1129"/>
                    <a:pt x="1938" y="1112"/>
                    <a:pt x="1900" y="1098"/>
                  </a:cubicBezTo>
                  <a:cubicBezTo>
                    <a:pt x="1786" y="1055"/>
                    <a:pt x="1665" y="916"/>
                    <a:pt x="1631" y="789"/>
                  </a:cubicBezTo>
                  <a:cubicBezTo>
                    <a:pt x="1607" y="701"/>
                    <a:pt x="1603" y="598"/>
                    <a:pt x="1621" y="546"/>
                  </a:cubicBezTo>
                  <a:cubicBezTo>
                    <a:pt x="1626" y="530"/>
                    <a:pt x="1642" y="494"/>
                    <a:pt x="1655" y="466"/>
                  </a:cubicBezTo>
                  <a:cubicBezTo>
                    <a:pt x="1668" y="439"/>
                    <a:pt x="1678" y="416"/>
                    <a:pt x="1677" y="414"/>
                  </a:cubicBezTo>
                  <a:cubicBezTo>
                    <a:pt x="1675" y="413"/>
                    <a:pt x="1652" y="422"/>
                    <a:pt x="1624" y="435"/>
                  </a:cubicBezTo>
                  <a:cubicBezTo>
                    <a:pt x="1597" y="449"/>
                    <a:pt x="1561" y="464"/>
                    <a:pt x="1544" y="470"/>
                  </a:cubicBezTo>
                  <a:cubicBezTo>
                    <a:pt x="1493" y="487"/>
                    <a:pt x="1390" y="483"/>
                    <a:pt x="1301" y="460"/>
                  </a:cubicBezTo>
                  <a:cubicBezTo>
                    <a:pt x="1175" y="426"/>
                    <a:pt x="1036" y="303"/>
                    <a:pt x="993" y="190"/>
                  </a:cubicBezTo>
                  <a:cubicBezTo>
                    <a:pt x="979" y="152"/>
                    <a:pt x="961" y="73"/>
                    <a:pt x="960" y="41"/>
                  </a:cubicBezTo>
                  <a:cubicBezTo>
                    <a:pt x="959" y="20"/>
                    <a:pt x="957" y="16"/>
                    <a:pt x="944" y="10"/>
                  </a:cubicBezTo>
                  <a:cubicBezTo>
                    <a:pt x="933" y="5"/>
                    <a:pt x="852" y="3"/>
                    <a:pt x="554" y="1"/>
                  </a:cubicBezTo>
                  <a:cubicBezTo>
                    <a:pt x="348" y="0"/>
                    <a:pt x="146" y="0"/>
                    <a:pt x="105" y="2"/>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159" name="Freeform 67">
              <a:extLst>
                <a:ext uri="{FF2B5EF4-FFF2-40B4-BE49-F238E27FC236}">
                  <a16:creationId xmlns:a16="http://schemas.microsoft.com/office/drawing/2014/main" id="{9E2DF161-ABE5-2E40-89D5-0C2126C66CA7}"/>
                </a:ext>
              </a:extLst>
            </p:cNvPr>
            <p:cNvSpPr>
              <a:spLocks noChangeArrowheads="1"/>
            </p:cNvSpPr>
            <p:nvPr/>
          </p:nvSpPr>
          <p:spPr bwMode="auto">
            <a:xfrm>
              <a:off x="7964488" y="458788"/>
              <a:ext cx="144462" cy="130175"/>
            </a:xfrm>
            <a:custGeom>
              <a:avLst/>
              <a:gdLst>
                <a:gd name="T0" fmla="*/ 3973 w 400"/>
                <a:gd name="T1" fmla="*/ 6130 h 361"/>
                <a:gd name="T2" fmla="*/ 3973 w 400"/>
                <a:gd name="T3" fmla="*/ 6130 h 361"/>
                <a:gd name="T4" fmla="*/ 3612 w 400"/>
                <a:gd name="T5" fmla="*/ 31372 h 361"/>
                <a:gd name="T6" fmla="*/ 3612 w 400"/>
                <a:gd name="T7" fmla="*/ 31372 h 361"/>
                <a:gd name="T8" fmla="*/ 108708 w 400"/>
                <a:gd name="T9" fmla="*/ 114309 h 361"/>
                <a:gd name="T10" fmla="*/ 108708 w 400"/>
                <a:gd name="T11" fmla="*/ 114309 h 361"/>
                <a:gd name="T12" fmla="*/ 141934 w 400"/>
                <a:gd name="T13" fmla="*/ 125127 h 361"/>
                <a:gd name="T14" fmla="*/ 141934 w 400"/>
                <a:gd name="T15" fmla="*/ 125127 h 361"/>
                <a:gd name="T16" fmla="*/ 141212 w 400"/>
                <a:gd name="T17" fmla="*/ 120800 h 361"/>
                <a:gd name="T18" fmla="*/ 141212 w 400"/>
                <a:gd name="T19" fmla="*/ 120800 h 361"/>
                <a:gd name="T20" fmla="*/ 134711 w 400"/>
                <a:gd name="T21" fmla="*/ 116112 h 361"/>
                <a:gd name="T22" fmla="*/ 134711 w 400"/>
                <a:gd name="T23" fmla="*/ 116112 h 361"/>
                <a:gd name="T24" fmla="*/ 83427 w 400"/>
                <a:gd name="T25" fmla="*/ 70316 h 361"/>
                <a:gd name="T26" fmla="*/ 83427 w 400"/>
                <a:gd name="T27" fmla="*/ 70316 h 361"/>
                <a:gd name="T28" fmla="*/ 53812 w 400"/>
                <a:gd name="T29" fmla="*/ 34257 h 361"/>
                <a:gd name="T30" fmla="*/ 53812 w 400"/>
                <a:gd name="T31" fmla="*/ 34257 h 361"/>
                <a:gd name="T32" fmla="*/ 27448 w 400"/>
                <a:gd name="T33" fmla="*/ 6851 h 361"/>
                <a:gd name="T34" fmla="*/ 27448 w 400"/>
                <a:gd name="T35" fmla="*/ 6851 h 361"/>
                <a:gd name="T36" fmla="*/ 3973 w 400"/>
                <a:gd name="T37" fmla="*/ 6130 h 36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400" h="361">
                  <a:moveTo>
                    <a:pt x="11" y="17"/>
                  </a:moveTo>
                  <a:lnTo>
                    <a:pt x="11" y="17"/>
                  </a:lnTo>
                  <a:cubicBezTo>
                    <a:pt x="1" y="32"/>
                    <a:pt x="0" y="63"/>
                    <a:pt x="10" y="87"/>
                  </a:cubicBezTo>
                  <a:cubicBezTo>
                    <a:pt x="34" y="145"/>
                    <a:pt x="177" y="258"/>
                    <a:pt x="301" y="317"/>
                  </a:cubicBezTo>
                  <a:cubicBezTo>
                    <a:pt x="376" y="353"/>
                    <a:pt x="399" y="360"/>
                    <a:pt x="393" y="347"/>
                  </a:cubicBezTo>
                  <a:cubicBezTo>
                    <a:pt x="392" y="342"/>
                    <a:pt x="391" y="336"/>
                    <a:pt x="391" y="335"/>
                  </a:cubicBezTo>
                  <a:cubicBezTo>
                    <a:pt x="391" y="332"/>
                    <a:pt x="383" y="327"/>
                    <a:pt x="373" y="322"/>
                  </a:cubicBezTo>
                  <a:cubicBezTo>
                    <a:pt x="351" y="311"/>
                    <a:pt x="271" y="240"/>
                    <a:pt x="231" y="195"/>
                  </a:cubicBezTo>
                  <a:cubicBezTo>
                    <a:pt x="214" y="175"/>
                    <a:pt x="177" y="130"/>
                    <a:pt x="149" y="95"/>
                  </a:cubicBezTo>
                  <a:cubicBezTo>
                    <a:pt x="120" y="61"/>
                    <a:pt x="87" y="26"/>
                    <a:pt x="76" y="19"/>
                  </a:cubicBezTo>
                  <a:cubicBezTo>
                    <a:pt x="50" y="1"/>
                    <a:pt x="22" y="0"/>
                    <a:pt x="11" y="1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160" name="Freeform 69">
              <a:extLst>
                <a:ext uri="{FF2B5EF4-FFF2-40B4-BE49-F238E27FC236}">
                  <a16:creationId xmlns:a16="http://schemas.microsoft.com/office/drawing/2014/main" id="{484D0312-2305-D243-9813-5B7A7C1AA904}"/>
                </a:ext>
              </a:extLst>
            </p:cNvPr>
            <p:cNvSpPr>
              <a:spLocks noChangeArrowheads="1"/>
            </p:cNvSpPr>
            <p:nvPr/>
          </p:nvSpPr>
          <p:spPr bwMode="auto">
            <a:xfrm>
              <a:off x="8531225" y="736600"/>
              <a:ext cx="22225" cy="609600"/>
            </a:xfrm>
            <a:custGeom>
              <a:avLst/>
              <a:gdLst>
                <a:gd name="T0" fmla="*/ 4586 w 63"/>
                <a:gd name="T1" fmla="*/ 3596 h 1695"/>
                <a:gd name="T2" fmla="*/ 0 w 63"/>
                <a:gd name="T3" fmla="*/ 5754 h 1695"/>
                <a:gd name="T4" fmla="*/ 0 w 63"/>
                <a:gd name="T5" fmla="*/ 300664 h 1695"/>
                <a:gd name="T6" fmla="*/ 0 w 63"/>
                <a:gd name="T7" fmla="*/ 300664 h 1695"/>
                <a:gd name="T8" fmla="*/ 2117 w 63"/>
                <a:gd name="T9" fmla="*/ 601328 h 1695"/>
                <a:gd name="T10" fmla="*/ 2117 w 63"/>
                <a:gd name="T11" fmla="*/ 601328 h 1695"/>
                <a:gd name="T12" fmla="*/ 14111 w 63"/>
                <a:gd name="T13" fmla="*/ 604565 h 1695"/>
                <a:gd name="T14" fmla="*/ 18697 w 63"/>
                <a:gd name="T15" fmla="*/ 600609 h 1695"/>
                <a:gd name="T16" fmla="*/ 20461 w 63"/>
                <a:gd name="T17" fmla="*/ 304620 h 1695"/>
                <a:gd name="T18" fmla="*/ 20461 w 63"/>
                <a:gd name="T19" fmla="*/ 304620 h 1695"/>
                <a:gd name="T20" fmla="*/ 18697 w 63"/>
                <a:gd name="T21" fmla="*/ 4675 h 1695"/>
                <a:gd name="T22" fmla="*/ 18697 w 63"/>
                <a:gd name="T23" fmla="*/ 4675 h 1695"/>
                <a:gd name="T24" fmla="*/ 4586 w 63"/>
                <a:gd name="T25" fmla="*/ 3596 h 169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63" h="1695">
                  <a:moveTo>
                    <a:pt x="13" y="10"/>
                  </a:moveTo>
                  <a:lnTo>
                    <a:pt x="0" y="16"/>
                  </a:lnTo>
                  <a:lnTo>
                    <a:pt x="0" y="836"/>
                  </a:lnTo>
                  <a:cubicBezTo>
                    <a:pt x="0" y="1395"/>
                    <a:pt x="2" y="1661"/>
                    <a:pt x="6" y="1672"/>
                  </a:cubicBezTo>
                  <a:cubicBezTo>
                    <a:pt x="13" y="1691"/>
                    <a:pt x="24" y="1694"/>
                    <a:pt x="40" y="1681"/>
                  </a:cubicBezTo>
                  <a:lnTo>
                    <a:pt x="53" y="1670"/>
                  </a:lnTo>
                  <a:lnTo>
                    <a:pt x="58" y="847"/>
                  </a:lnTo>
                  <a:cubicBezTo>
                    <a:pt x="62" y="63"/>
                    <a:pt x="62" y="22"/>
                    <a:pt x="53" y="13"/>
                  </a:cubicBezTo>
                  <a:cubicBezTo>
                    <a:pt x="42" y="1"/>
                    <a:pt x="32" y="0"/>
                    <a:pt x="13" y="1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161" name="Freeform 71">
              <a:extLst>
                <a:ext uri="{FF2B5EF4-FFF2-40B4-BE49-F238E27FC236}">
                  <a16:creationId xmlns:a16="http://schemas.microsoft.com/office/drawing/2014/main" id="{3E477353-1828-B24A-A063-56F7C082987C}"/>
                </a:ext>
              </a:extLst>
            </p:cNvPr>
            <p:cNvSpPr>
              <a:spLocks noChangeArrowheads="1"/>
            </p:cNvSpPr>
            <p:nvPr/>
          </p:nvSpPr>
          <p:spPr bwMode="auto">
            <a:xfrm>
              <a:off x="8299450" y="779463"/>
              <a:ext cx="127000" cy="146050"/>
            </a:xfrm>
            <a:custGeom>
              <a:avLst/>
              <a:gdLst>
                <a:gd name="T0" fmla="*/ 1443 w 352"/>
                <a:gd name="T1" fmla="*/ 5409 h 405"/>
                <a:gd name="T2" fmla="*/ 1443 w 352"/>
                <a:gd name="T3" fmla="*/ 5409 h 405"/>
                <a:gd name="T4" fmla="*/ 35719 w 352"/>
                <a:gd name="T5" fmla="*/ 73566 h 405"/>
                <a:gd name="T6" fmla="*/ 35719 w 352"/>
                <a:gd name="T7" fmla="*/ 73566 h 405"/>
                <a:gd name="T8" fmla="*/ 96693 w 352"/>
                <a:gd name="T9" fmla="*/ 139198 h 405"/>
                <a:gd name="T10" fmla="*/ 96693 w 352"/>
                <a:gd name="T11" fmla="*/ 139198 h 405"/>
                <a:gd name="T12" fmla="*/ 126639 w 352"/>
                <a:gd name="T13" fmla="*/ 129462 h 405"/>
                <a:gd name="T14" fmla="*/ 126639 w 352"/>
                <a:gd name="T15" fmla="*/ 129462 h 405"/>
                <a:gd name="T16" fmla="*/ 89116 w 352"/>
                <a:gd name="T17" fmla="*/ 85466 h 405"/>
                <a:gd name="T18" fmla="*/ 89116 w 352"/>
                <a:gd name="T19" fmla="*/ 85466 h 405"/>
                <a:gd name="T20" fmla="*/ 18401 w 352"/>
                <a:gd name="T21" fmla="*/ 17670 h 405"/>
                <a:gd name="T22" fmla="*/ 18401 w 352"/>
                <a:gd name="T23" fmla="*/ 17670 h 405"/>
                <a:gd name="T24" fmla="*/ 9381 w 352"/>
                <a:gd name="T25" fmla="*/ 4688 h 405"/>
                <a:gd name="T26" fmla="*/ 9381 w 352"/>
                <a:gd name="T27" fmla="*/ 4688 h 405"/>
                <a:gd name="T28" fmla="*/ 4330 w 352"/>
                <a:gd name="T29" fmla="*/ 1442 h 405"/>
                <a:gd name="T30" fmla="*/ 4330 w 352"/>
                <a:gd name="T31" fmla="*/ 1442 h 405"/>
                <a:gd name="T32" fmla="*/ 1443 w 352"/>
                <a:gd name="T33" fmla="*/ 5409 h 40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52" h="405">
                  <a:moveTo>
                    <a:pt x="4" y="15"/>
                  </a:moveTo>
                  <a:lnTo>
                    <a:pt x="4" y="15"/>
                  </a:lnTo>
                  <a:cubicBezTo>
                    <a:pt x="10" y="43"/>
                    <a:pt x="69" y="159"/>
                    <a:pt x="99" y="204"/>
                  </a:cubicBezTo>
                  <a:cubicBezTo>
                    <a:pt x="160" y="294"/>
                    <a:pt x="232" y="371"/>
                    <a:pt x="268" y="386"/>
                  </a:cubicBezTo>
                  <a:cubicBezTo>
                    <a:pt x="312" y="404"/>
                    <a:pt x="351" y="391"/>
                    <a:pt x="351" y="359"/>
                  </a:cubicBezTo>
                  <a:cubicBezTo>
                    <a:pt x="351" y="330"/>
                    <a:pt x="329" y="304"/>
                    <a:pt x="247" y="237"/>
                  </a:cubicBezTo>
                  <a:cubicBezTo>
                    <a:pt x="159" y="166"/>
                    <a:pt x="86" y="95"/>
                    <a:pt x="51" y="49"/>
                  </a:cubicBezTo>
                  <a:cubicBezTo>
                    <a:pt x="39" y="31"/>
                    <a:pt x="27" y="15"/>
                    <a:pt x="26" y="13"/>
                  </a:cubicBezTo>
                  <a:cubicBezTo>
                    <a:pt x="25" y="10"/>
                    <a:pt x="19" y="6"/>
                    <a:pt x="12" y="4"/>
                  </a:cubicBezTo>
                  <a:cubicBezTo>
                    <a:pt x="1" y="0"/>
                    <a:pt x="0" y="1"/>
                    <a:pt x="4" y="1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162" name="Freeform 73">
              <a:extLst>
                <a:ext uri="{FF2B5EF4-FFF2-40B4-BE49-F238E27FC236}">
                  <a16:creationId xmlns:a16="http://schemas.microsoft.com/office/drawing/2014/main" id="{6DA2774F-1038-DE41-8AE1-78B1331E6176}"/>
                </a:ext>
              </a:extLst>
            </p:cNvPr>
            <p:cNvSpPr>
              <a:spLocks noChangeArrowheads="1"/>
            </p:cNvSpPr>
            <p:nvPr/>
          </p:nvSpPr>
          <p:spPr bwMode="auto">
            <a:xfrm>
              <a:off x="8453438" y="1184275"/>
              <a:ext cx="34925" cy="33338"/>
            </a:xfrm>
            <a:custGeom>
              <a:avLst/>
              <a:gdLst>
                <a:gd name="T0" fmla="*/ 12005 w 96"/>
                <a:gd name="T1" fmla="*/ 3192 h 94"/>
                <a:gd name="T2" fmla="*/ 12005 w 96"/>
                <a:gd name="T3" fmla="*/ 3192 h 94"/>
                <a:gd name="T4" fmla="*/ 6548 w 96"/>
                <a:gd name="T5" fmla="*/ 27663 h 94"/>
                <a:gd name="T6" fmla="*/ 6548 w 96"/>
                <a:gd name="T7" fmla="*/ 27663 h 94"/>
                <a:gd name="T8" fmla="*/ 18190 w 96"/>
                <a:gd name="T9" fmla="*/ 31919 h 94"/>
                <a:gd name="T10" fmla="*/ 18190 w 96"/>
                <a:gd name="T11" fmla="*/ 31919 h 94"/>
                <a:gd name="T12" fmla="*/ 29468 w 96"/>
                <a:gd name="T13" fmla="*/ 27663 h 94"/>
                <a:gd name="T14" fmla="*/ 29468 w 96"/>
                <a:gd name="T15" fmla="*/ 27663 h 94"/>
                <a:gd name="T16" fmla="*/ 29104 w 96"/>
                <a:gd name="T17" fmla="*/ 7448 h 94"/>
                <a:gd name="T18" fmla="*/ 29104 w 96"/>
                <a:gd name="T19" fmla="*/ 7448 h 94"/>
                <a:gd name="T20" fmla="*/ 12005 w 96"/>
                <a:gd name="T21" fmla="*/ 3192 h 9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6" h="94">
                  <a:moveTo>
                    <a:pt x="33" y="9"/>
                  </a:moveTo>
                  <a:lnTo>
                    <a:pt x="33" y="9"/>
                  </a:lnTo>
                  <a:cubicBezTo>
                    <a:pt x="7" y="22"/>
                    <a:pt x="0" y="54"/>
                    <a:pt x="18" y="78"/>
                  </a:cubicBezTo>
                  <a:cubicBezTo>
                    <a:pt x="28" y="91"/>
                    <a:pt x="32" y="93"/>
                    <a:pt x="50" y="90"/>
                  </a:cubicBezTo>
                  <a:cubicBezTo>
                    <a:pt x="62" y="89"/>
                    <a:pt x="75" y="83"/>
                    <a:pt x="81" y="78"/>
                  </a:cubicBezTo>
                  <a:cubicBezTo>
                    <a:pt x="95" y="65"/>
                    <a:pt x="95" y="38"/>
                    <a:pt x="80" y="21"/>
                  </a:cubicBezTo>
                  <a:cubicBezTo>
                    <a:pt x="64" y="4"/>
                    <a:pt x="50" y="0"/>
                    <a:pt x="33" y="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163" name="Freeform 75">
              <a:extLst>
                <a:ext uri="{FF2B5EF4-FFF2-40B4-BE49-F238E27FC236}">
                  <a16:creationId xmlns:a16="http://schemas.microsoft.com/office/drawing/2014/main" id="{A59C8876-4A5D-974C-B387-023A89C81840}"/>
                </a:ext>
              </a:extLst>
            </p:cNvPr>
            <p:cNvSpPr>
              <a:spLocks noChangeArrowheads="1"/>
            </p:cNvSpPr>
            <p:nvPr/>
          </p:nvSpPr>
          <p:spPr bwMode="auto">
            <a:xfrm>
              <a:off x="8516938" y="1385888"/>
              <a:ext cx="42862" cy="39687"/>
            </a:xfrm>
            <a:custGeom>
              <a:avLst/>
              <a:gdLst>
                <a:gd name="T0" fmla="*/ 12398 w 121"/>
                <a:gd name="T1" fmla="*/ 7151 h 111"/>
                <a:gd name="T2" fmla="*/ 12398 w 121"/>
                <a:gd name="T3" fmla="*/ 7151 h 111"/>
                <a:gd name="T4" fmla="*/ 27984 w 121"/>
                <a:gd name="T5" fmla="*/ 39329 h 111"/>
                <a:gd name="T6" fmla="*/ 27984 w 121"/>
                <a:gd name="T7" fmla="*/ 39329 h 111"/>
                <a:gd name="T8" fmla="*/ 42508 w 121"/>
                <a:gd name="T9" fmla="*/ 22883 h 111"/>
                <a:gd name="T10" fmla="*/ 42508 w 121"/>
                <a:gd name="T11" fmla="*/ 22883 h 111"/>
                <a:gd name="T12" fmla="*/ 31527 w 121"/>
                <a:gd name="T13" fmla="*/ 4290 h 111"/>
                <a:gd name="T14" fmla="*/ 31527 w 121"/>
                <a:gd name="T15" fmla="*/ 4290 h 111"/>
                <a:gd name="T16" fmla="*/ 12398 w 121"/>
                <a:gd name="T17" fmla="*/ 7151 h 1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21" h="111">
                  <a:moveTo>
                    <a:pt x="35" y="20"/>
                  </a:moveTo>
                  <a:lnTo>
                    <a:pt x="35" y="20"/>
                  </a:lnTo>
                  <a:cubicBezTo>
                    <a:pt x="0" y="54"/>
                    <a:pt x="27" y="110"/>
                    <a:pt x="79" y="110"/>
                  </a:cubicBezTo>
                  <a:cubicBezTo>
                    <a:pt x="102" y="110"/>
                    <a:pt x="120" y="90"/>
                    <a:pt x="120" y="64"/>
                  </a:cubicBezTo>
                  <a:cubicBezTo>
                    <a:pt x="120" y="40"/>
                    <a:pt x="110" y="23"/>
                    <a:pt x="89" y="12"/>
                  </a:cubicBezTo>
                  <a:cubicBezTo>
                    <a:pt x="66" y="0"/>
                    <a:pt x="53" y="2"/>
                    <a:pt x="35" y="2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164" name="Freeform 77">
              <a:extLst>
                <a:ext uri="{FF2B5EF4-FFF2-40B4-BE49-F238E27FC236}">
                  <a16:creationId xmlns:a16="http://schemas.microsoft.com/office/drawing/2014/main" id="{A914E4C8-5C2B-0549-8CB2-242DA812CF98}"/>
                </a:ext>
              </a:extLst>
            </p:cNvPr>
            <p:cNvSpPr>
              <a:spLocks noChangeArrowheads="1"/>
            </p:cNvSpPr>
            <p:nvPr/>
          </p:nvSpPr>
          <p:spPr bwMode="auto">
            <a:xfrm>
              <a:off x="8524875" y="1471613"/>
              <a:ext cx="41275" cy="44450"/>
            </a:xfrm>
            <a:custGeom>
              <a:avLst/>
              <a:gdLst>
                <a:gd name="T0" fmla="*/ 8184 w 116"/>
                <a:gd name="T1" fmla="*/ 6558 h 122"/>
                <a:gd name="T2" fmla="*/ 8184 w 116"/>
                <a:gd name="T3" fmla="*/ 6558 h 122"/>
                <a:gd name="T4" fmla="*/ 6049 w 116"/>
                <a:gd name="T5" fmla="*/ 31334 h 122"/>
                <a:gd name="T6" fmla="*/ 6049 w 116"/>
                <a:gd name="T7" fmla="*/ 31334 h 122"/>
                <a:gd name="T8" fmla="*/ 35582 w 116"/>
                <a:gd name="T9" fmla="*/ 28055 h 122"/>
                <a:gd name="T10" fmla="*/ 35582 w 116"/>
                <a:gd name="T11" fmla="*/ 28055 h 122"/>
                <a:gd name="T12" fmla="*/ 19570 w 116"/>
                <a:gd name="T13" fmla="*/ 0 h 122"/>
                <a:gd name="T14" fmla="*/ 19570 w 116"/>
                <a:gd name="T15" fmla="*/ 0 h 122"/>
                <a:gd name="T16" fmla="*/ 8184 w 116"/>
                <a:gd name="T17" fmla="*/ 6558 h 12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16" h="122">
                  <a:moveTo>
                    <a:pt x="23" y="18"/>
                  </a:moveTo>
                  <a:lnTo>
                    <a:pt x="23" y="18"/>
                  </a:lnTo>
                  <a:cubicBezTo>
                    <a:pt x="2" y="39"/>
                    <a:pt x="0" y="59"/>
                    <a:pt x="17" y="86"/>
                  </a:cubicBezTo>
                  <a:cubicBezTo>
                    <a:pt x="37" y="121"/>
                    <a:pt x="81" y="116"/>
                    <a:pt x="100" y="77"/>
                  </a:cubicBezTo>
                  <a:cubicBezTo>
                    <a:pt x="115" y="48"/>
                    <a:pt x="87" y="0"/>
                    <a:pt x="55" y="0"/>
                  </a:cubicBezTo>
                  <a:cubicBezTo>
                    <a:pt x="48" y="0"/>
                    <a:pt x="34" y="7"/>
                    <a:pt x="23" y="1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sp>
        <p:nvSpPr>
          <p:cNvPr id="5123" name="Freeform 79">
            <a:extLst>
              <a:ext uri="{FF2B5EF4-FFF2-40B4-BE49-F238E27FC236}">
                <a16:creationId xmlns:a16="http://schemas.microsoft.com/office/drawing/2014/main" id="{5DFC59CA-1E17-604F-8BB7-7B72A335BB77}"/>
              </a:ext>
            </a:extLst>
          </p:cNvPr>
          <p:cNvSpPr>
            <a:spLocks noChangeAspect="1" noChangeArrowheads="1"/>
          </p:cNvSpPr>
          <p:nvPr/>
        </p:nvSpPr>
        <p:spPr bwMode="auto">
          <a:xfrm>
            <a:off x="11867899" y="1460313"/>
            <a:ext cx="24483" cy="3957536"/>
          </a:xfrm>
          <a:custGeom>
            <a:avLst/>
            <a:gdLst>
              <a:gd name="T0" fmla="*/ 6285 w 73"/>
              <a:gd name="T1" fmla="*/ 4680 h 12118"/>
              <a:gd name="T2" fmla="*/ 6285 w 73"/>
              <a:gd name="T3" fmla="*/ 4680 h 12118"/>
              <a:gd name="T4" fmla="*/ 1109 w 73"/>
              <a:gd name="T5" fmla="*/ 45360 h 12118"/>
              <a:gd name="T6" fmla="*/ 1109 w 73"/>
              <a:gd name="T7" fmla="*/ 45360 h 12118"/>
              <a:gd name="T8" fmla="*/ 370 w 73"/>
              <a:gd name="T9" fmla="*/ 2216145 h 12118"/>
              <a:gd name="T10" fmla="*/ 370 w 73"/>
              <a:gd name="T11" fmla="*/ 2216145 h 12118"/>
              <a:gd name="T12" fmla="*/ 3327 w 73"/>
              <a:gd name="T13" fmla="*/ 4354890 h 12118"/>
              <a:gd name="T14" fmla="*/ 3327 w 73"/>
              <a:gd name="T15" fmla="*/ 4354890 h 12118"/>
              <a:gd name="T16" fmla="*/ 17745 w 73"/>
              <a:gd name="T17" fmla="*/ 4358130 h 12118"/>
              <a:gd name="T18" fmla="*/ 17745 w 73"/>
              <a:gd name="T19" fmla="*/ 4358130 h 12118"/>
              <a:gd name="T20" fmla="*/ 23290 w 73"/>
              <a:gd name="T21" fmla="*/ 4318170 h 12118"/>
              <a:gd name="T22" fmla="*/ 23290 w 73"/>
              <a:gd name="T23" fmla="*/ 4318170 h 12118"/>
              <a:gd name="T24" fmla="*/ 23290 w 73"/>
              <a:gd name="T25" fmla="*/ 43920 h 12118"/>
              <a:gd name="T26" fmla="*/ 23290 w 73"/>
              <a:gd name="T27" fmla="*/ 43920 h 12118"/>
              <a:gd name="T28" fmla="*/ 18115 w 73"/>
              <a:gd name="T29" fmla="*/ 4680 h 12118"/>
              <a:gd name="T30" fmla="*/ 18115 w 73"/>
              <a:gd name="T31" fmla="*/ 4680 h 12118"/>
              <a:gd name="T32" fmla="*/ 6285 w 73"/>
              <a:gd name="T33" fmla="*/ 4680 h 1211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73" h="12118">
                <a:moveTo>
                  <a:pt x="17" y="13"/>
                </a:moveTo>
                <a:lnTo>
                  <a:pt x="17" y="13"/>
                </a:lnTo>
                <a:cubicBezTo>
                  <a:pt x="7" y="22"/>
                  <a:pt x="6" y="35"/>
                  <a:pt x="3" y="126"/>
                </a:cubicBezTo>
                <a:cubicBezTo>
                  <a:pt x="1" y="182"/>
                  <a:pt x="0" y="2896"/>
                  <a:pt x="1" y="6156"/>
                </a:cubicBezTo>
                <a:cubicBezTo>
                  <a:pt x="2" y="10884"/>
                  <a:pt x="4" y="12087"/>
                  <a:pt x="9" y="12097"/>
                </a:cubicBezTo>
                <a:cubicBezTo>
                  <a:pt x="19" y="12113"/>
                  <a:pt x="36" y="12117"/>
                  <a:pt x="48" y="12106"/>
                </a:cubicBezTo>
                <a:cubicBezTo>
                  <a:pt x="55" y="12097"/>
                  <a:pt x="58" y="12079"/>
                  <a:pt x="63" y="11995"/>
                </a:cubicBezTo>
                <a:cubicBezTo>
                  <a:pt x="72" y="11851"/>
                  <a:pt x="72" y="265"/>
                  <a:pt x="63" y="122"/>
                </a:cubicBezTo>
                <a:cubicBezTo>
                  <a:pt x="59" y="46"/>
                  <a:pt x="55" y="19"/>
                  <a:pt x="49" y="13"/>
                </a:cubicBezTo>
                <a:cubicBezTo>
                  <a:pt x="39" y="0"/>
                  <a:pt x="29" y="0"/>
                  <a:pt x="17" y="13"/>
                </a:cubicBezTo>
              </a:path>
            </a:pathLst>
          </a:custGeom>
          <a:solidFill>
            <a:schemeClr val="accent3"/>
          </a:solidFill>
          <a:ln>
            <a:noFill/>
          </a:ln>
          <a:effectLst/>
        </p:spPr>
        <p:txBody>
          <a:bodyPr wrap="none" anchor="ctr"/>
          <a:lstStyle/>
          <a:p>
            <a:endParaRPr lang="es-ES_tradnl" sz="1633"/>
          </a:p>
        </p:txBody>
      </p:sp>
      <p:grpSp>
        <p:nvGrpSpPr>
          <p:cNvPr id="5125" name="Group 3">
            <a:extLst>
              <a:ext uri="{FF2B5EF4-FFF2-40B4-BE49-F238E27FC236}">
                <a16:creationId xmlns:a16="http://schemas.microsoft.com/office/drawing/2014/main" id="{5CD19329-20BA-B44D-8AD9-0E1A984E16F9}"/>
              </a:ext>
            </a:extLst>
          </p:cNvPr>
          <p:cNvGrpSpPr>
            <a:grpSpLocks noChangeAspect="1"/>
          </p:cNvGrpSpPr>
          <p:nvPr/>
        </p:nvGrpSpPr>
        <p:grpSpPr bwMode="auto">
          <a:xfrm>
            <a:off x="10819469" y="5505699"/>
            <a:ext cx="1095956" cy="1093075"/>
            <a:chOff x="7370763" y="6069013"/>
            <a:chExt cx="1208087" cy="1204912"/>
          </a:xfrm>
          <a:solidFill>
            <a:schemeClr val="accent3"/>
          </a:solidFill>
        </p:grpSpPr>
        <p:sp>
          <p:nvSpPr>
            <p:cNvPr id="5141" name="Freeform 81">
              <a:extLst>
                <a:ext uri="{FF2B5EF4-FFF2-40B4-BE49-F238E27FC236}">
                  <a16:creationId xmlns:a16="http://schemas.microsoft.com/office/drawing/2014/main" id="{B960BEB9-86BD-0340-B2F1-439C6CCAA7FD}"/>
                </a:ext>
              </a:extLst>
            </p:cNvPr>
            <p:cNvSpPr>
              <a:spLocks noChangeArrowheads="1"/>
            </p:cNvSpPr>
            <p:nvPr/>
          </p:nvSpPr>
          <p:spPr bwMode="auto">
            <a:xfrm>
              <a:off x="8526463" y="6069013"/>
              <a:ext cx="38100" cy="42862"/>
            </a:xfrm>
            <a:custGeom>
              <a:avLst/>
              <a:gdLst>
                <a:gd name="T0" fmla="*/ 10583 w 108"/>
                <a:gd name="T1" fmla="*/ 3632 h 118"/>
                <a:gd name="T2" fmla="*/ 10583 w 108"/>
                <a:gd name="T3" fmla="*/ 3632 h 118"/>
                <a:gd name="T4" fmla="*/ 0 w 108"/>
                <a:gd name="T5" fmla="*/ 23610 h 118"/>
                <a:gd name="T6" fmla="*/ 0 w 108"/>
                <a:gd name="T7" fmla="*/ 23610 h 118"/>
                <a:gd name="T8" fmla="*/ 17286 w 108"/>
                <a:gd name="T9" fmla="*/ 42499 h 118"/>
                <a:gd name="T10" fmla="*/ 17286 w 108"/>
                <a:gd name="T11" fmla="*/ 42499 h 118"/>
                <a:gd name="T12" fmla="*/ 33867 w 108"/>
                <a:gd name="T13" fmla="*/ 14893 h 118"/>
                <a:gd name="T14" fmla="*/ 33867 w 108"/>
                <a:gd name="T15" fmla="*/ 14893 h 118"/>
                <a:gd name="T16" fmla="*/ 10583 w 108"/>
                <a:gd name="T17" fmla="*/ 3632 h 11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08" h="118">
                  <a:moveTo>
                    <a:pt x="30" y="10"/>
                  </a:moveTo>
                  <a:lnTo>
                    <a:pt x="30" y="10"/>
                  </a:lnTo>
                  <a:cubicBezTo>
                    <a:pt x="17" y="16"/>
                    <a:pt x="0" y="46"/>
                    <a:pt x="0" y="65"/>
                  </a:cubicBezTo>
                  <a:cubicBezTo>
                    <a:pt x="0" y="86"/>
                    <a:pt x="30" y="117"/>
                    <a:pt x="49" y="117"/>
                  </a:cubicBezTo>
                  <a:cubicBezTo>
                    <a:pt x="79" y="117"/>
                    <a:pt x="107" y="72"/>
                    <a:pt x="96" y="41"/>
                  </a:cubicBezTo>
                  <a:cubicBezTo>
                    <a:pt x="86" y="15"/>
                    <a:pt x="55" y="0"/>
                    <a:pt x="30" y="1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142" name="Freeform 83">
              <a:extLst>
                <a:ext uri="{FF2B5EF4-FFF2-40B4-BE49-F238E27FC236}">
                  <a16:creationId xmlns:a16="http://schemas.microsoft.com/office/drawing/2014/main" id="{FE141E25-8309-B442-B641-8A0CD6DAB54C}"/>
                </a:ext>
              </a:extLst>
            </p:cNvPr>
            <p:cNvSpPr>
              <a:spLocks noChangeArrowheads="1"/>
            </p:cNvSpPr>
            <p:nvPr/>
          </p:nvSpPr>
          <p:spPr bwMode="auto">
            <a:xfrm>
              <a:off x="8520113" y="6153150"/>
              <a:ext cx="39687" cy="44450"/>
            </a:xfrm>
            <a:custGeom>
              <a:avLst/>
              <a:gdLst>
                <a:gd name="T0" fmla="*/ 13229 w 111"/>
                <a:gd name="T1" fmla="*/ 6923 h 122"/>
                <a:gd name="T2" fmla="*/ 13229 w 111"/>
                <a:gd name="T3" fmla="*/ 6923 h 122"/>
                <a:gd name="T4" fmla="*/ 8939 w 111"/>
                <a:gd name="T5" fmla="*/ 37527 h 122"/>
                <a:gd name="T6" fmla="*/ 8939 w 111"/>
                <a:gd name="T7" fmla="*/ 37527 h 122"/>
                <a:gd name="T8" fmla="*/ 28246 w 111"/>
                <a:gd name="T9" fmla="*/ 40078 h 122"/>
                <a:gd name="T10" fmla="*/ 28246 w 111"/>
                <a:gd name="T11" fmla="*/ 40078 h 122"/>
                <a:gd name="T12" fmla="*/ 39329 w 111"/>
                <a:gd name="T13" fmla="*/ 21132 h 122"/>
                <a:gd name="T14" fmla="*/ 39329 w 111"/>
                <a:gd name="T15" fmla="*/ 21132 h 122"/>
                <a:gd name="T16" fmla="*/ 13229 w 111"/>
                <a:gd name="T17" fmla="*/ 6923 h 12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11" h="122">
                  <a:moveTo>
                    <a:pt x="37" y="19"/>
                  </a:moveTo>
                  <a:lnTo>
                    <a:pt x="37" y="19"/>
                  </a:lnTo>
                  <a:cubicBezTo>
                    <a:pt x="6" y="36"/>
                    <a:pt x="0" y="78"/>
                    <a:pt x="25" y="103"/>
                  </a:cubicBezTo>
                  <a:cubicBezTo>
                    <a:pt x="43" y="120"/>
                    <a:pt x="56" y="121"/>
                    <a:pt x="79" y="110"/>
                  </a:cubicBezTo>
                  <a:cubicBezTo>
                    <a:pt x="100" y="99"/>
                    <a:pt x="110" y="82"/>
                    <a:pt x="110" y="58"/>
                  </a:cubicBezTo>
                  <a:cubicBezTo>
                    <a:pt x="110" y="20"/>
                    <a:pt x="72" y="0"/>
                    <a:pt x="37" y="1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143" name="Freeform 85">
              <a:extLst>
                <a:ext uri="{FF2B5EF4-FFF2-40B4-BE49-F238E27FC236}">
                  <a16:creationId xmlns:a16="http://schemas.microsoft.com/office/drawing/2014/main" id="{B6158856-57B9-5443-8776-A3688D19D042}"/>
                </a:ext>
              </a:extLst>
            </p:cNvPr>
            <p:cNvSpPr>
              <a:spLocks noChangeArrowheads="1"/>
            </p:cNvSpPr>
            <p:nvPr/>
          </p:nvSpPr>
          <p:spPr bwMode="auto">
            <a:xfrm>
              <a:off x="8531225" y="6235700"/>
              <a:ext cx="23813" cy="609600"/>
            </a:xfrm>
            <a:custGeom>
              <a:avLst/>
              <a:gdLst>
                <a:gd name="T0" fmla="*/ 5051 w 66"/>
                <a:gd name="T1" fmla="*/ 2881 h 1693"/>
                <a:gd name="T2" fmla="*/ 5051 w 66"/>
                <a:gd name="T3" fmla="*/ 2881 h 1693"/>
                <a:gd name="T4" fmla="*/ 0 w 66"/>
                <a:gd name="T5" fmla="*/ 315782 h 1693"/>
                <a:gd name="T6" fmla="*/ 0 w 66"/>
                <a:gd name="T7" fmla="*/ 315782 h 1693"/>
                <a:gd name="T8" fmla="*/ 2526 w 66"/>
                <a:gd name="T9" fmla="*/ 604559 h 1693"/>
                <a:gd name="T10" fmla="*/ 2526 w 66"/>
                <a:gd name="T11" fmla="*/ 604559 h 1693"/>
                <a:gd name="T12" fmla="*/ 19844 w 66"/>
                <a:gd name="T13" fmla="*/ 604919 h 1693"/>
                <a:gd name="T14" fmla="*/ 19844 w 66"/>
                <a:gd name="T15" fmla="*/ 604919 h 1693"/>
                <a:gd name="T16" fmla="*/ 22009 w 66"/>
                <a:gd name="T17" fmla="*/ 304620 h 1693"/>
                <a:gd name="T18" fmla="*/ 20205 w 66"/>
                <a:gd name="T19" fmla="*/ 8282 h 1693"/>
                <a:gd name="T20" fmla="*/ 15515 w 66"/>
                <a:gd name="T21" fmla="*/ 4681 h 1693"/>
                <a:gd name="T22" fmla="*/ 15515 w 66"/>
                <a:gd name="T23" fmla="*/ 4681 h 1693"/>
                <a:gd name="T24" fmla="*/ 5051 w 66"/>
                <a:gd name="T25" fmla="*/ 2881 h 169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66" h="1693">
                  <a:moveTo>
                    <a:pt x="14" y="8"/>
                  </a:moveTo>
                  <a:lnTo>
                    <a:pt x="14" y="8"/>
                  </a:lnTo>
                  <a:cubicBezTo>
                    <a:pt x="2" y="27"/>
                    <a:pt x="0" y="133"/>
                    <a:pt x="0" y="877"/>
                  </a:cubicBezTo>
                  <a:cubicBezTo>
                    <a:pt x="0" y="1538"/>
                    <a:pt x="2" y="1674"/>
                    <a:pt x="7" y="1679"/>
                  </a:cubicBezTo>
                  <a:cubicBezTo>
                    <a:pt x="22" y="1691"/>
                    <a:pt x="45" y="1692"/>
                    <a:pt x="55" y="1680"/>
                  </a:cubicBezTo>
                  <a:cubicBezTo>
                    <a:pt x="65" y="1670"/>
                    <a:pt x="65" y="1642"/>
                    <a:pt x="61" y="846"/>
                  </a:cubicBezTo>
                  <a:lnTo>
                    <a:pt x="56" y="23"/>
                  </a:lnTo>
                  <a:lnTo>
                    <a:pt x="43" y="13"/>
                  </a:lnTo>
                  <a:cubicBezTo>
                    <a:pt x="30" y="2"/>
                    <a:pt x="19" y="0"/>
                    <a:pt x="14" y="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144" name="Freeform 87">
              <a:extLst>
                <a:ext uri="{FF2B5EF4-FFF2-40B4-BE49-F238E27FC236}">
                  <a16:creationId xmlns:a16="http://schemas.microsoft.com/office/drawing/2014/main" id="{4940012B-FB0F-2048-9B7A-A05133AF1241}"/>
                </a:ext>
              </a:extLst>
            </p:cNvPr>
            <p:cNvSpPr>
              <a:spLocks noChangeArrowheads="1"/>
            </p:cNvSpPr>
            <p:nvPr/>
          </p:nvSpPr>
          <p:spPr bwMode="auto">
            <a:xfrm>
              <a:off x="8451850" y="6364288"/>
              <a:ext cx="39688" cy="31750"/>
            </a:xfrm>
            <a:custGeom>
              <a:avLst/>
              <a:gdLst>
                <a:gd name="T0" fmla="*/ 8224 w 111"/>
                <a:gd name="T1" fmla="*/ 5051 h 88"/>
                <a:gd name="T2" fmla="*/ 8224 w 111"/>
                <a:gd name="T3" fmla="*/ 5051 h 88"/>
                <a:gd name="T4" fmla="*/ 19665 w 111"/>
                <a:gd name="T5" fmla="*/ 31389 h 88"/>
                <a:gd name="T6" fmla="*/ 19665 w 111"/>
                <a:gd name="T7" fmla="*/ 31389 h 88"/>
                <a:gd name="T8" fmla="*/ 30749 w 111"/>
                <a:gd name="T9" fmla="*/ 5051 h 88"/>
                <a:gd name="T10" fmla="*/ 30749 w 111"/>
                <a:gd name="T11" fmla="*/ 5051 h 88"/>
                <a:gd name="T12" fmla="*/ 19665 w 111"/>
                <a:gd name="T13" fmla="*/ 722 h 88"/>
                <a:gd name="T14" fmla="*/ 19665 w 111"/>
                <a:gd name="T15" fmla="*/ 722 h 88"/>
                <a:gd name="T16" fmla="*/ 8224 w 111"/>
                <a:gd name="T17" fmla="*/ 5051 h 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11" h="88">
                  <a:moveTo>
                    <a:pt x="23" y="14"/>
                  </a:moveTo>
                  <a:lnTo>
                    <a:pt x="23" y="14"/>
                  </a:lnTo>
                  <a:cubicBezTo>
                    <a:pt x="0" y="43"/>
                    <a:pt x="19" y="87"/>
                    <a:pt x="55" y="87"/>
                  </a:cubicBezTo>
                  <a:cubicBezTo>
                    <a:pt x="89" y="87"/>
                    <a:pt x="110" y="36"/>
                    <a:pt x="86" y="14"/>
                  </a:cubicBezTo>
                  <a:cubicBezTo>
                    <a:pt x="80" y="8"/>
                    <a:pt x="67" y="4"/>
                    <a:pt x="55" y="2"/>
                  </a:cubicBezTo>
                  <a:cubicBezTo>
                    <a:pt x="37" y="0"/>
                    <a:pt x="33" y="1"/>
                    <a:pt x="23" y="1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145" name="Freeform 89">
              <a:extLst>
                <a:ext uri="{FF2B5EF4-FFF2-40B4-BE49-F238E27FC236}">
                  <a16:creationId xmlns:a16="http://schemas.microsoft.com/office/drawing/2014/main" id="{EE0B30C7-1270-724A-AED7-B6D428B85801}"/>
                </a:ext>
              </a:extLst>
            </p:cNvPr>
            <p:cNvSpPr>
              <a:spLocks noChangeArrowheads="1"/>
            </p:cNvSpPr>
            <p:nvPr/>
          </p:nvSpPr>
          <p:spPr bwMode="auto">
            <a:xfrm>
              <a:off x="7731125" y="6427788"/>
              <a:ext cx="754063" cy="754062"/>
            </a:xfrm>
            <a:custGeom>
              <a:avLst/>
              <a:gdLst>
                <a:gd name="T0" fmla="*/ 401350 w 2093"/>
                <a:gd name="T1" fmla="*/ 303354 h 2093"/>
                <a:gd name="T2" fmla="*/ 462598 w 2093"/>
                <a:gd name="T3" fmla="*/ 462597 h 2093"/>
                <a:gd name="T4" fmla="*/ 303715 w 2093"/>
                <a:gd name="T5" fmla="*/ 401350 h 2093"/>
                <a:gd name="T6" fmla="*/ 266606 w 2093"/>
                <a:gd name="T7" fmla="*/ 266606 h 2093"/>
                <a:gd name="T8" fmla="*/ 739292 w 2093"/>
                <a:gd name="T9" fmla="*/ 3603 h 2093"/>
                <a:gd name="T10" fmla="*/ 728483 w 2093"/>
                <a:gd name="T11" fmla="*/ 261562 h 2093"/>
                <a:gd name="T12" fmla="*/ 716954 w 2093"/>
                <a:gd name="T13" fmla="*/ 315964 h 2093"/>
                <a:gd name="T14" fmla="*/ 560954 w 2093"/>
                <a:gd name="T15" fmla="*/ 458634 h 2093"/>
                <a:gd name="T16" fmla="*/ 548344 w 2093"/>
                <a:gd name="T17" fmla="*/ 505470 h 2093"/>
                <a:gd name="T18" fmla="*/ 553028 w 2093"/>
                <a:gd name="T19" fmla="*/ 333617 h 2093"/>
                <a:gd name="T20" fmla="*/ 682007 w 2093"/>
                <a:gd name="T21" fmla="*/ 133303 h 2093"/>
                <a:gd name="T22" fmla="*/ 692095 w 2093"/>
                <a:gd name="T23" fmla="*/ 83945 h 2093"/>
                <a:gd name="T24" fmla="*/ 643818 w 2093"/>
                <a:gd name="T25" fmla="*/ 115649 h 2093"/>
                <a:gd name="T26" fmla="*/ 588695 w 2093"/>
                <a:gd name="T27" fmla="*/ 53681 h 2093"/>
                <a:gd name="T28" fmla="*/ 581129 w 2093"/>
                <a:gd name="T29" fmla="*/ 188425 h 2093"/>
                <a:gd name="T30" fmla="*/ 510154 w 2093"/>
                <a:gd name="T31" fmla="*/ 424408 h 2093"/>
                <a:gd name="T32" fmla="*/ 494302 w 2093"/>
                <a:gd name="T33" fmla="*/ 377211 h 2093"/>
                <a:gd name="T34" fmla="*/ 489619 w 2093"/>
                <a:gd name="T35" fmla="*/ 159243 h 2093"/>
                <a:gd name="T36" fmla="*/ 428731 w 2093"/>
                <a:gd name="T37" fmla="*/ 48998 h 2093"/>
                <a:gd name="T38" fmla="*/ 305156 w 2093"/>
                <a:gd name="T39" fmla="*/ 104841 h 2093"/>
                <a:gd name="T40" fmla="*/ 362440 w 2093"/>
                <a:gd name="T41" fmla="*/ 218689 h 2093"/>
                <a:gd name="T42" fmla="*/ 374329 w 2093"/>
                <a:gd name="T43" fmla="*/ 159963 h 2093"/>
                <a:gd name="T44" fmla="*/ 344787 w 2093"/>
                <a:gd name="T45" fmla="*/ 85026 h 2093"/>
                <a:gd name="T46" fmla="*/ 459355 w 2093"/>
                <a:gd name="T47" fmla="*/ 136545 h 2093"/>
                <a:gd name="T48" fmla="*/ 483494 w 2093"/>
                <a:gd name="T49" fmla="*/ 430532 h 2093"/>
                <a:gd name="T50" fmla="*/ 498986 w 2093"/>
                <a:gd name="T51" fmla="*/ 474846 h 2093"/>
                <a:gd name="T52" fmla="*/ 433775 w 2093"/>
                <a:gd name="T53" fmla="*/ 313082 h 2093"/>
                <a:gd name="T54" fmla="*/ 392704 w 2093"/>
                <a:gd name="T55" fmla="*/ 274172 h 2093"/>
                <a:gd name="T56" fmla="*/ 195631 w 2093"/>
                <a:gd name="T57" fmla="*/ 208241 h 2093"/>
                <a:gd name="T58" fmla="*/ 282819 w 2093"/>
                <a:gd name="T59" fmla="*/ 426569 h 2093"/>
                <a:gd name="T60" fmla="*/ 438819 w 2093"/>
                <a:gd name="T61" fmla="*/ 475567 h 2093"/>
                <a:gd name="T62" fmla="*/ 460436 w 2093"/>
                <a:gd name="T63" fmla="*/ 493221 h 2093"/>
                <a:gd name="T64" fmla="*/ 282098 w 2093"/>
                <a:gd name="T65" fmla="*/ 471244 h 2093"/>
                <a:gd name="T66" fmla="*/ 69173 w 2093"/>
                <a:gd name="T67" fmla="*/ 388380 h 2093"/>
                <a:gd name="T68" fmla="*/ 109164 w 2093"/>
                <a:gd name="T69" fmla="*/ 339382 h 2093"/>
                <a:gd name="T70" fmla="*/ 203918 w 2093"/>
                <a:gd name="T71" fmla="*/ 388740 h 2093"/>
                <a:gd name="T72" fmla="*/ 203918 w 2093"/>
                <a:gd name="T73" fmla="*/ 327493 h 2093"/>
                <a:gd name="T74" fmla="*/ 66652 w 2093"/>
                <a:gd name="T75" fmla="*/ 329654 h 2093"/>
                <a:gd name="T76" fmla="*/ 65571 w 2093"/>
                <a:gd name="T77" fmla="*/ 449987 h 2093"/>
                <a:gd name="T78" fmla="*/ 267687 w 2093"/>
                <a:gd name="T79" fmla="*/ 492500 h 2093"/>
                <a:gd name="T80" fmla="*/ 444223 w 2093"/>
                <a:gd name="T81" fmla="*/ 506911 h 2093"/>
                <a:gd name="T82" fmla="*/ 271650 w 2093"/>
                <a:gd name="T83" fmla="*/ 550505 h 2093"/>
                <a:gd name="T84" fmla="*/ 83945 w 2093"/>
                <a:gd name="T85" fmla="*/ 590496 h 2093"/>
                <a:gd name="T86" fmla="*/ 52240 w 2093"/>
                <a:gd name="T87" fmla="*/ 599503 h 2093"/>
                <a:gd name="T88" fmla="*/ 109885 w 2093"/>
                <a:gd name="T89" fmla="*/ 657868 h 2093"/>
                <a:gd name="T90" fmla="*/ 97275 w 2093"/>
                <a:gd name="T91" fmla="*/ 694256 h 2093"/>
                <a:gd name="T92" fmla="*/ 216888 w 2093"/>
                <a:gd name="T93" fmla="*/ 626884 h 2093"/>
                <a:gd name="T94" fmla="*/ 425129 w 2093"/>
                <a:gd name="T95" fmla="*/ 535013 h 2093"/>
                <a:gd name="T96" fmla="*/ 498986 w 2093"/>
                <a:gd name="T97" fmla="*/ 555189 h 2093"/>
                <a:gd name="T98" fmla="*/ 351272 w 2093"/>
                <a:gd name="T99" fmla="*/ 634450 h 2093"/>
                <a:gd name="T100" fmla="*/ 313803 w 2093"/>
                <a:gd name="T101" fmla="*/ 722358 h 2093"/>
                <a:gd name="T102" fmla="*/ 109164 w 2093"/>
                <a:gd name="T103" fmla="*/ 734967 h 2093"/>
                <a:gd name="T104" fmla="*/ 7926 w 2093"/>
                <a:gd name="T105" fmla="*/ 751540 h 2093"/>
                <a:gd name="T106" fmla="*/ 346228 w 2093"/>
                <a:gd name="T107" fmla="*/ 738570 h 2093"/>
                <a:gd name="T108" fmla="*/ 469083 w 2093"/>
                <a:gd name="T109" fmla="*/ 587974 h 2093"/>
                <a:gd name="T110" fmla="*/ 585453 w 2093"/>
                <a:gd name="T111" fmla="*/ 596620 h 2093"/>
                <a:gd name="T112" fmla="*/ 596621 w 2093"/>
                <a:gd name="T113" fmla="*/ 585452 h 2093"/>
                <a:gd name="T114" fmla="*/ 587975 w 2093"/>
                <a:gd name="T115" fmla="*/ 469082 h 2093"/>
                <a:gd name="T116" fmla="*/ 738931 w 2093"/>
                <a:gd name="T117" fmla="*/ 345867 h 2093"/>
                <a:gd name="T118" fmla="*/ 751901 w 2093"/>
                <a:gd name="T119" fmla="*/ 7926 h 2093"/>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2093" h="2093">
                  <a:moveTo>
                    <a:pt x="918" y="800"/>
                  </a:moveTo>
                  <a:lnTo>
                    <a:pt x="918" y="800"/>
                  </a:lnTo>
                  <a:cubicBezTo>
                    <a:pt x="967" y="813"/>
                    <a:pt x="1032" y="827"/>
                    <a:pt x="1061" y="832"/>
                  </a:cubicBezTo>
                  <a:lnTo>
                    <a:pt x="1114" y="842"/>
                  </a:lnTo>
                  <a:lnTo>
                    <a:pt x="1115" y="882"/>
                  </a:lnTo>
                  <a:cubicBezTo>
                    <a:pt x="1117" y="971"/>
                    <a:pt x="1164" y="1093"/>
                    <a:pt x="1251" y="1230"/>
                  </a:cubicBezTo>
                  <a:lnTo>
                    <a:pt x="1284" y="1284"/>
                  </a:lnTo>
                  <a:lnTo>
                    <a:pt x="1231" y="1250"/>
                  </a:lnTo>
                  <a:cubicBezTo>
                    <a:pt x="1093" y="1164"/>
                    <a:pt x="971" y="1117"/>
                    <a:pt x="883" y="1114"/>
                  </a:cubicBezTo>
                  <a:lnTo>
                    <a:pt x="843" y="1114"/>
                  </a:lnTo>
                  <a:lnTo>
                    <a:pt x="833" y="1061"/>
                  </a:lnTo>
                  <a:cubicBezTo>
                    <a:pt x="817" y="972"/>
                    <a:pt x="779" y="829"/>
                    <a:pt x="759" y="784"/>
                  </a:cubicBezTo>
                  <a:lnTo>
                    <a:pt x="740" y="740"/>
                  </a:lnTo>
                  <a:lnTo>
                    <a:pt x="784" y="759"/>
                  </a:lnTo>
                  <a:cubicBezTo>
                    <a:pt x="808" y="769"/>
                    <a:pt x="868" y="788"/>
                    <a:pt x="918" y="800"/>
                  </a:cubicBezTo>
                  <a:close/>
                  <a:moveTo>
                    <a:pt x="2052" y="10"/>
                  </a:moveTo>
                  <a:lnTo>
                    <a:pt x="2052" y="10"/>
                  </a:lnTo>
                  <a:cubicBezTo>
                    <a:pt x="2043" y="16"/>
                    <a:pt x="2042" y="35"/>
                    <a:pt x="2040" y="303"/>
                  </a:cubicBezTo>
                  <a:cubicBezTo>
                    <a:pt x="2038" y="571"/>
                    <a:pt x="2037" y="596"/>
                    <a:pt x="2022" y="726"/>
                  </a:cubicBezTo>
                  <a:cubicBezTo>
                    <a:pt x="2014" y="802"/>
                    <a:pt x="2007" y="867"/>
                    <a:pt x="2005" y="871"/>
                  </a:cubicBezTo>
                  <a:cubicBezTo>
                    <a:pt x="2004" y="874"/>
                    <a:pt x="1997" y="877"/>
                    <a:pt x="1990" y="877"/>
                  </a:cubicBezTo>
                  <a:cubicBezTo>
                    <a:pt x="1970" y="877"/>
                    <a:pt x="1893" y="903"/>
                    <a:pt x="1841" y="927"/>
                  </a:cubicBezTo>
                  <a:cubicBezTo>
                    <a:pt x="1708" y="990"/>
                    <a:pt x="1597" y="1125"/>
                    <a:pt x="1557" y="1273"/>
                  </a:cubicBezTo>
                  <a:cubicBezTo>
                    <a:pt x="1549" y="1301"/>
                    <a:pt x="1544" y="1339"/>
                    <a:pt x="1542" y="1384"/>
                  </a:cubicBezTo>
                  <a:lnTo>
                    <a:pt x="1538" y="1453"/>
                  </a:lnTo>
                  <a:lnTo>
                    <a:pt x="1522" y="1403"/>
                  </a:lnTo>
                  <a:cubicBezTo>
                    <a:pt x="1492" y="1316"/>
                    <a:pt x="1485" y="1272"/>
                    <a:pt x="1486" y="1180"/>
                  </a:cubicBezTo>
                  <a:cubicBezTo>
                    <a:pt x="1486" y="1083"/>
                    <a:pt x="1499" y="1016"/>
                    <a:pt x="1535" y="926"/>
                  </a:cubicBezTo>
                  <a:cubicBezTo>
                    <a:pt x="1576" y="823"/>
                    <a:pt x="1618" y="755"/>
                    <a:pt x="1740" y="601"/>
                  </a:cubicBezTo>
                  <a:cubicBezTo>
                    <a:pt x="1830" y="488"/>
                    <a:pt x="1851" y="455"/>
                    <a:pt x="1893" y="370"/>
                  </a:cubicBezTo>
                  <a:cubicBezTo>
                    <a:pt x="1918" y="317"/>
                    <a:pt x="1925" y="297"/>
                    <a:pt x="1927" y="270"/>
                  </a:cubicBezTo>
                  <a:cubicBezTo>
                    <a:pt x="1930" y="243"/>
                    <a:pt x="1928" y="236"/>
                    <a:pt x="1921" y="233"/>
                  </a:cubicBezTo>
                  <a:cubicBezTo>
                    <a:pt x="1912" y="230"/>
                    <a:pt x="1880" y="254"/>
                    <a:pt x="1826" y="304"/>
                  </a:cubicBezTo>
                  <a:lnTo>
                    <a:pt x="1791" y="337"/>
                  </a:lnTo>
                  <a:lnTo>
                    <a:pt x="1787" y="321"/>
                  </a:lnTo>
                  <a:cubicBezTo>
                    <a:pt x="1768" y="232"/>
                    <a:pt x="1717" y="159"/>
                    <a:pt x="1665" y="145"/>
                  </a:cubicBezTo>
                  <a:cubicBezTo>
                    <a:pt x="1644" y="140"/>
                    <a:pt x="1641" y="140"/>
                    <a:pt x="1634" y="149"/>
                  </a:cubicBezTo>
                  <a:cubicBezTo>
                    <a:pt x="1625" y="159"/>
                    <a:pt x="1625" y="161"/>
                    <a:pt x="1639" y="233"/>
                  </a:cubicBezTo>
                  <a:cubicBezTo>
                    <a:pt x="1655" y="317"/>
                    <a:pt x="1647" y="414"/>
                    <a:pt x="1613" y="523"/>
                  </a:cubicBezTo>
                  <a:cubicBezTo>
                    <a:pt x="1603" y="557"/>
                    <a:pt x="1565" y="661"/>
                    <a:pt x="1529" y="754"/>
                  </a:cubicBezTo>
                  <a:cubicBezTo>
                    <a:pt x="1427" y="1014"/>
                    <a:pt x="1417" y="1053"/>
                    <a:pt x="1416" y="1178"/>
                  </a:cubicBezTo>
                  <a:lnTo>
                    <a:pt x="1416" y="1259"/>
                  </a:lnTo>
                  <a:lnTo>
                    <a:pt x="1408" y="1232"/>
                  </a:lnTo>
                  <a:cubicBezTo>
                    <a:pt x="1393" y="1189"/>
                    <a:pt x="1378" y="1113"/>
                    <a:pt x="1372" y="1047"/>
                  </a:cubicBezTo>
                  <a:cubicBezTo>
                    <a:pt x="1368" y="1010"/>
                    <a:pt x="1366" y="892"/>
                    <a:pt x="1368" y="742"/>
                  </a:cubicBezTo>
                  <a:cubicBezTo>
                    <a:pt x="1369" y="529"/>
                    <a:pt x="1368" y="490"/>
                    <a:pt x="1359" y="442"/>
                  </a:cubicBezTo>
                  <a:cubicBezTo>
                    <a:pt x="1338" y="314"/>
                    <a:pt x="1305" y="237"/>
                    <a:pt x="1250" y="182"/>
                  </a:cubicBezTo>
                  <a:cubicBezTo>
                    <a:pt x="1230" y="163"/>
                    <a:pt x="1204" y="142"/>
                    <a:pt x="1190" y="136"/>
                  </a:cubicBezTo>
                  <a:cubicBezTo>
                    <a:pt x="1103" y="95"/>
                    <a:pt x="988" y="116"/>
                    <a:pt x="915" y="185"/>
                  </a:cubicBezTo>
                  <a:cubicBezTo>
                    <a:pt x="878" y="220"/>
                    <a:pt x="862" y="246"/>
                    <a:pt x="847" y="291"/>
                  </a:cubicBezTo>
                  <a:cubicBezTo>
                    <a:pt x="813" y="392"/>
                    <a:pt x="837" y="499"/>
                    <a:pt x="909" y="566"/>
                  </a:cubicBezTo>
                  <a:cubicBezTo>
                    <a:pt x="944" y="598"/>
                    <a:pt x="965" y="607"/>
                    <a:pt x="1006" y="607"/>
                  </a:cubicBezTo>
                  <a:cubicBezTo>
                    <a:pt x="1043" y="607"/>
                    <a:pt x="1071" y="591"/>
                    <a:pt x="1080" y="566"/>
                  </a:cubicBezTo>
                  <a:cubicBezTo>
                    <a:pt x="1096" y="515"/>
                    <a:pt x="1081" y="471"/>
                    <a:pt x="1039" y="444"/>
                  </a:cubicBezTo>
                  <a:cubicBezTo>
                    <a:pt x="968" y="399"/>
                    <a:pt x="947" y="367"/>
                    <a:pt x="943" y="303"/>
                  </a:cubicBezTo>
                  <a:cubicBezTo>
                    <a:pt x="940" y="260"/>
                    <a:pt x="941" y="258"/>
                    <a:pt x="957" y="236"/>
                  </a:cubicBezTo>
                  <a:cubicBezTo>
                    <a:pt x="988" y="195"/>
                    <a:pt x="1021" y="182"/>
                    <a:pt x="1079" y="192"/>
                  </a:cubicBezTo>
                  <a:cubicBezTo>
                    <a:pt x="1174" y="207"/>
                    <a:pt x="1240" y="270"/>
                    <a:pt x="1275" y="379"/>
                  </a:cubicBezTo>
                  <a:cubicBezTo>
                    <a:pt x="1301" y="458"/>
                    <a:pt x="1303" y="493"/>
                    <a:pt x="1308" y="782"/>
                  </a:cubicBezTo>
                  <a:cubicBezTo>
                    <a:pt x="1312" y="1072"/>
                    <a:pt x="1313" y="1085"/>
                    <a:pt x="1342" y="1195"/>
                  </a:cubicBezTo>
                  <a:cubicBezTo>
                    <a:pt x="1350" y="1222"/>
                    <a:pt x="1362" y="1259"/>
                    <a:pt x="1369" y="1277"/>
                  </a:cubicBezTo>
                  <a:cubicBezTo>
                    <a:pt x="1376" y="1295"/>
                    <a:pt x="1384" y="1313"/>
                    <a:pt x="1385" y="1318"/>
                  </a:cubicBezTo>
                  <a:cubicBezTo>
                    <a:pt x="1390" y="1332"/>
                    <a:pt x="1351" y="1271"/>
                    <a:pt x="1321" y="1217"/>
                  </a:cubicBezTo>
                  <a:cubicBezTo>
                    <a:pt x="1282" y="1149"/>
                    <a:pt x="1224" y="974"/>
                    <a:pt x="1204" y="869"/>
                  </a:cubicBezTo>
                  <a:cubicBezTo>
                    <a:pt x="1196" y="827"/>
                    <a:pt x="1187" y="790"/>
                    <a:pt x="1184" y="785"/>
                  </a:cubicBezTo>
                  <a:cubicBezTo>
                    <a:pt x="1180" y="780"/>
                    <a:pt x="1148" y="771"/>
                    <a:pt x="1090" y="761"/>
                  </a:cubicBezTo>
                  <a:cubicBezTo>
                    <a:pt x="869" y="720"/>
                    <a:pt x="747" y="669"/>
                    <a:pt x="578" y="543"/>
                  </a:cubicBezTo>
                  <a:cubicBezTo>
                    <a:pt x="477" y="468"/>
                    <a:pt x="468" y="477"/>
                    <a:pt x="543" y="578"/>
                  </a:cubicBezTo>
                  <a:cubicBezTo>
                    <a:pt x="669" y="747"/>
                    <a:pt x="721" y="869"/>
                    <a:pt x="761" y="1089"/>
                  </a:cubicBezTo>
                  <a:cubicBezTo>
                    <a:pt x="772" y="1148"/>
                    <a:pt x="780" y="1179"/>
                    <a:pt x="785" y="1184"/>
                  </a:cubicBezTo>
                  <a:cubicBezTo>
                    <a:pt x="790" y="1187"/>
                    <a:pt x="827" y="1196"/>
                    <a:pt x="869" y="1204"/>
                  </a:cubicBezTo>
                  <a:cubicBezTo>
                    <a:pt x="974" y="1223"/>
                    <a:pt x="1150" y="1282"/>
                    <a:pt x="1218" y="1320"/>
                  </a:cubicBezTo>
                  <a:cubicBezTo>
                    <a:pt x="1271" y="1351"/>
                    <a:pt x="1332" y="1390"/>
                    <a:pt x="1318" y="1385"/>
                  </a:cubicBezTo>
                  <a:cubicBezTo>
                    <a:pt x="1314" y="1383"/>
                    <a:pt x="1295" y="1376"/>
                    <a:pt x="1278" y="1369"/>
                  </a:cubicBezTo>
                  <a:cubicBezTo>
                    <a:pt x="1260" y="1361"/>
                    <a:pt x="1222" y="1349"/>
                    <a:pt x="1196" y="1342"/>
                  </a:cubicBezTo>
                  <a:cubicBezTo>
                    <a:pt x="1085" y="1313"/>
                    <a:pt x="1073" y="1312"/>
                    <a:pt x="783" y="1308"/>
                  </a:cubicBezTo>
                  <a:cubicBezTo>
                    <a:pt x="494" y="1303"/>
                    <a:pt x="458" y="1300"/>
                    <a:pt x="379" y="1275"/>
                  </a:cubicBezTo>
                  <a:cubicBezTo>
                    <a:pt x="270" y="1240"/>
                    <a:pt x="208" y="1174"/>
                    <a:pt x="192" y="1078"/>
                  </a:cubicBezTo>
                  <a:cubicBezTo>
                    <a:pt x="182" y="1021"/>
                    <a:pt x="195" y="987"/>
                    <a:pt x="237" y="956"/>
                  </a:cubicBezTo>
                  <a:cubicBezTo>
                    <a:pt x="259" y="940"/>
                    <a:pt x="260" y="940"/>
                    <a:pt x="303" y="942"/>
                  </a:cubicBezTo>
                  <a:cubicBezTo>
                    <a:pt x="368" y="946"/>
                    <a:pt x="399" y="967"/>
                    <a:pt x="444" y="1038"/>
                  </a:cubicBezTo>
                  <a:cubicBezTo>
                    <a:pt x="472" y="1081"/>
                    <a:pt x="515" y="1096"/>
                    <a:pt x="566" y="1079"/>
                  </a:cubicBezTo>
                  <a:cubicBezTo>
                    <a:pt x="591" y="1071"/>
                    <a:pt x="607" y="1043"/>
                    <a:pt x="607" y="1006"/>
                  </a:cubicBezTo>
                  <a:cubicBezTo>
                    <a:pt x="607" y="965"/>
                    <a:pt x="598" y="943"/>
                    <a:pt x="566" y="909"/>
                  </a:cubicBezTo>
                  <a:cubicBezTo>
                    <a:pt x="500" y="837"/>
                    <a:pt x="393" y="813"/>
                    <a:pt x="292" y="846"/>
                  </a:cubicBezTo>
                  <a:cubicBezTo>
                    <a:pt x="247" y="862"/>
                    <a:pt x="220" y="878"/>
                    <a:pt x="185" y="915"/>
                  </a:cubicBezTo>
                  <a:cubicBezTo>
                    <a:pt x="116" y="987"/>
                    <a:pt x="96" y="1102"/>
                    <a:pt x="136" y="1189"/>
                  </a:cubicBezTo>
                  <a:cubicBezTo>
                    <a:pt x="142" y="1203"/>
                    <a:pt x="163" y="1230"/>
                    <a:pt x="182" y="1249"/>
                  </a:cubicBezTo>
                  <a:cubicBezTo>
                    <a:pt x="238" y="1305"/>
                    <a:pt x="315" y="1338"/>
                    <a:pt x="442" y="1359"/>
                  </a:cubicBezTo>
                  <a:cubicBezTo>
                    <a:pt x="491" y="1368"/>
                    <a:pt x="530" y="1368"/>
                    <a:pt x="743" y="1367"/>
                  </a:cubicBezTo>
                  <a:cubicBezTo>
                    <a:pt x="893" y="1366"/>
                    <a:pt x="1010" y="1368"/>
                    <a:pt x="1048" y="1371"/>
                  </a:cubicBezTo>
                  <a:cubicBezTo>
                    <a:pt x="1113" y="1377"/>
                    <a:pt x="1190" y="1392"/>
                    <a:pt x="1233" y="1407"/>
                  </a:cubicBezTo>
                  <a:lnTo>
                    <a:pt x="1260" y="1416"/>
                  </a:lnTo>
                  <a:lnTo>
                    <a:pt x="1179" y="1416"/>
                  </a:lnTo>
                  <a:cubicBezTo>
                    <a:pt x="1053" y="1416"/>
                    <a:pt x="1014" y="1427"/>
                    <a:pt x="754" y="1528"/>
                  </a:cubicBezTo>
                  <a:cubicBezTo>
                    <a:pt x="661" y="1564"/>
                    <a:pt x="558" y="1602"/>
                    <a:pt x="523" y="1613"/>
                  </a:cubicBezTo>
                  <a:cubicBezTo>
                    <a:pt x="414" y="1646"/>
                    <a:pt x="318" y="1655"/>
                    <a:pt x="233" y="1639"/>
                  </a:cubicBezTo>
                  <a:cubicBezTo>
                    <a:pt x="161" y="1625"/>
                    <a:pt x="159" y="1625"/>
                    <a:pt x="149" y="1633"/>
                  </a:cubicBezTo>
                  <a:cubicBezTo>
                    <a:pt x="141" y="1640"/>
                    <a:pt x="140" y="1644"/>
                    <a:pt x="145" y="1664"/>
                  </a:cubicBezTo>
                  <a:cubicBezTo>
                    <a:pt x="159" y="1717"/>
                    <a:pt x="232" y="1767"/>
                    <a:pt x="322" y="1787"/>
                  </a:cubicBezTo>
                  <a:lnTo>
                    <a:pt x="338" y="1790"/>
                  </a:lnTo>
                  <a:lnTo>
                    <a:pt x="305" y="1826"/>
                  </a:lnTo>
                  <a:cubicBezTo>
                    <a:pt x="254" y="1879"/>
                    <a:pt x="230" y="1911"/>
                    <a:pt x="234" y="1921"/>
                  </a:cubicBezTo>
                  <a:cubicBezTo>
                    <a:pt x="237" y="1928"/>
                    <a:pt x="244" y="1929"/>
                    <a:pt x="270" y="1927"/>
                  </a:cubicBezTo>
                  <a:cubicBezTo>
                    <a:pt x="298" y="1925"/>
                    <a:pt x="318" y="1918"/>
                    <a:pt x="370" y="1892"/>
                  </a:cubicBezTo>
                  <a:cubicBezTo>
                    <a:pt x="455" y="1851"/>
                    <a:pt x="488" y="1830"/>
                    <a:pt x="602" y="1740"/>
                  </a:cubicBezTo>
                  <a:cubicBezTo>
                    <a:pt x="756" y="1618"/>
                    <a:pt x="823" y="1575"/>
                    <a:pt x="926" y="1535"/>
                  </a:cubicBezTo>
                  <a:cubicBezTo>
                    <a:pt x="1017" y="1499"/>
                    <a:pt x="1083" y="1486"/>
                    <a:pt x="1180" y="1485"/>
                  </a:cubicBezTo>
                  <a:cubicBezTo>
                    <a:pt x="1272" y="1485"/>
                    <a:pt x="1317" y="1492"/>
                    <a:pt x="1403" y="1521"/>
                  </a:cubicBezTo>
                  <a:lnTo>
                    <a:pt x="1453" y="1538"/>
                  </a:lnTo>
                  <a:lnTo>
                    <a:pt x="1385" y="1541"/>
                  </a:lnTo>
                  <a:cubicBezTo>
                    <a:pt x="1281" y="1546"/>
                    <a:pt x="1205" y="1571"/>
                    <a:pt x="1117" y="1628"/>
                  </a:cubicBezTo>
                  <a:cubicBezTo>
                    <a:pt x="1073" y="1656"/>
                    <a:pt x="1008" y="1717"/>
                    <a:pt x="975" y="1761"/>
                  </a:cubicBezTo>
                  <a:cubicBezTo>
                    <a:pt x="935" y="1813"/>
                    <a:pt x="878" y="1948"/>
                    <a:pt x="878" y="1989"/>
                  </a:cubicBezTo>
                  <a:cubicBezTo>
                    <a:pt x="878" y="1997"/>
                    <a:pt x="875" y="2003"/>
                    <a:pt x="871" y="2005"/>
                  </a:cubicBezTo>
                  <a:cubicBezTo>
                    <a:pt x="867" y="2006"/>
                    <a:pt x="802" y="2013"/>
                    <a:pt x="726" y="2022"/>
                  </a:cubicBezTo>
                  <a:cubicBezTo>
                    <a:pt x="596" y="2037"/>
                    <a:pt x="571" y="2038"/>
                    <a:pt x="303" y="2040"/>
                  </a:cubicBezTo>
                  <a:cubicBezTo>
                    <a:pt x="36" y="2042"/>
                    <a:pt x="17" y="2043"/>
                    <a:pt x="10" y="2052"/>
                  </a:cubicBezTo>
                  <a:cubicBezTo>
                    <a:pt x="0" y="2065"/>
                    <a:pt x="6" y="2082"/>
                    <a:pt x="22" y="2086"/>
                  </a:cubicBezTo>
                  <a:cubicBezTo>
                    <a:pt x="30" y="2089"/>
                    <a:pt x="237" y="2090"/>
                    <a:pt x="482" y="2090"/>
                  </a:cubicBezTo>
                  <a:cubicBezTo>
                    <a:pt x="988" y="2090"/>
                    <a:pt x="959" y="2092"/>
                    <a:pt x="961" y="2050"/>
                  </a:cubicBezTo>
                  <a:cubicBezTo>
                    <a:pt x="962" y="2018"/>
                    <a:pt x="980" y="1939"/>
                    <a:pt x="994" y="1901"/>
                  </a:cubicBezTo>
                  <a:cubicBezTo>
                    <a:pt x="1037" y="1787"/>
                    <a:pt x="1176" y="1665"/>
                    <a:pt x="1302" y="1632"/>
                  </a:cubicBezTo>
                  <a:cubicBezTo>
                    <a:pt x="1391" y="1608"/>
                    <a:pt x="1494" y="1604"/>
                    <a:pt x="1545" y="1621"/>
                  </a:cubicBezTo>
                  <a:cubicBezTo>
                    <a:pt x="1562" y="1627"/>
                    <a:pt x="1598" y="1642"/>
                    <a:pt x="1625" y="1656"/>
                  </a:cubicBezTo>
                  <a:cubicBezTo>
                    <a:pt x="1653" y="1669"/>
                    <a:pt x="1676" y="1679"/>
                    <a:pt x="1678" y="1677"/>
                  </a:cubicBezTo>
                  <a:cubicBezTo>
                    <a:pt x="1679" y="1676"/>
                    <a:pt x="1669" y="1652"/>
                    <a:pt x="1656" y="1625"/>
                  </a:cubicBezTo>
                  <a:cubicBezTo>
                    <a:pt x="1643" y="1598"/>
                    <a:pt x="1627" y="1562"/>
                    <a:pt x="1622" y="1545"/>
                  </a:cubicBezTo>
                  <a:cubicBezTo>
                    <a:pt x="1604" y="1494"/>
                    <a:pt x="1608" y="1390"/>
                    <a:pt x="1632" y="1302"/>
                  </a:cubicBezTo>
                  <a:cubicBezTo>
                    <a:pt x="1666" y="1176"/>
                    <a:pt x="1787" y="1037"/>
                    <a:pt x="1901" y="994"/>
                  </a:cubicBezTo>
                  <a:cubicBezTo>
                    <a:pt x="1939" y="980"/>
                    <a:pt x="2019" y="962"/>
                    <a:pt x="2051" y="960"/>
                  </a:cubicBezTo>
                  <a:cubicBezTo>
                    <a:pt x="2092" y="959"/>
                    <a:pt x="2090" y="987"/>
                    <a:pt x="2091" y="482"/>
                  </a:cubicBezTo>
                  <a:cubicBezTo>
                    <a:pt x="2091" y="237"/>
                    <a:pt x="2089" y="30"/>
                    <a:pt x="2087" y="22"/>
                  </a:cubicBezTo>
                  <a:cubicBezTo>
                    <a:pt x="2082" y="5"/>
                    <a:pt x="2066" y="0"/>
                    <a:pt x="2052" y="10"/>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146" name="Freeform 91">
              <a:extLst>
                <a:ext uri="{FF2B5EF4-FFF2-40B4-BE49-F238E27FC236}">
                  <a16:creationId xmlns:a16="http://schemas.microsoft.com/office/drawing/2014/main" id="{1FE74B75-6835-A949-8932-DF651D6BC098}"/>
                </a:ext>
              </a:extLst>
            </p:cNvPr>
            <p:cNvSpPr>
              <a:spLocks noChangeArrowheads="1"/>
            </p:cNvSpPr>
            <p:nvPr/>
          </p:nvSpPr>
          <p:spPr bwMode="auto">
            <a:xfrm>
              <a:off x="8299450" y="6661150"/>
              <a:ext cx="128588" cy="142875"/>
            </a:xfrm>
            <a:custGeom>
              <a:avLst/>
              <a:gdLst>
                <a:gd name="T0" fmla="*/ 96441 w 356"/>
                <a:gd name="T1" fmla="*/ 3599 h 397"/>
                <a:gd name="T2" fmla="*/ 96441 w 356"/>
                <a:gd name="T3" fmla="*/ 3599 h 397"/>
                <a:gd name="T4" fmla="*/ 35759 w 356"/>
                <a:gd name="T5" fmla="*/ 69098 h 397"/>
                <a:gd name="T6" fmla="*/ 35759 w 356"/>
                <a:gd name="T7" fmla="*/ 69098 h 397"/>
                <a:gd name="T8" fmla="*/ 1445 w 356"/>
                <a:gd name="T9" fmla="*/ 137117 h 397"/>
                <a:gd name="T10" fmla="*/ 1445 w 356"/>
                <a:gd name="T11" fmla="*/ 137117 h 397"/>
                <a:gd name="T12" fmla="*/ 4334 w 356"/>
                <a:gd name="T13" fmla="*/ 141076 h 397"/>
                <a:gd name="T14" fmla="*/ 4334 w 356"/>
                <a:gd name="T15" fmla="*/ 141076 h 397"/>
                <a:gd name="T16" fmla="*/ 9391 w 356"/>
                <a:gd name="T17" fmla="*/ 137837 h 397"/>
                <a:gd name="T18" fmla="*/ 9391 w 356"/>
                <a:gd name="T19" fmla="*/ 137837 h 397"/>
                <a:gd name="T20" fmla="*/ 18060 w 356"/>
                <a:gd name="T21" fmla="*/ 125600 h 397"/>
                <a:gd name="T22" fmla="*/ 18060 w 356"/>
                <a:gd name="T23" fmla="*/ 125600 h 397"/>
                <a:gd name="T24" fmla="*/ 88856 w 356"/>
                <a:gd name="T25" fmla="*/ 57222 h 397"/>
                <a:gd name="T26" fmla="*/ 88856 w 356"/>
                <a:gd name="T27" fmla="*/ 57222 h 397"/>
                <a:gd name="T28" fmla="*/ 121725 w 356"/>
                <a:gd name="T29" fmla="*/ 27351 h 397"/>
                <a:gd name="T30" fmla="*/ 121725 w 356"/>
                <a:gd name="T31" fmla="*/ 27351 h 397"/>
                <a:gd name="T32" fmla="*/ 122448 w 356"/>
                <a:gd name="T33" fmla="*/ 3599 h 397"/>
                <a:gd name="T34" fmla="*/ 122448 w 356"/>
                <a:gd name="T35" fmla="*/ 3599 h 397"/>
                <a:gd name="T36" fmla="*/ 96441 w 356"/>
                <a:gd name="T37" fmla="*/ 3599 h 39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356" h="397">
                  <a:moveTo>
                    <a:pt x="267" y="10"/>
                  </a:moveTo>
                  <a:lnTo>
                    <a:pt x="267" y="10"/>
                  </a:lnTo>
                  <a:cubicBezTo>
                    <a:pt x="231" y="26"/>
                    <a:pt x="160" y="104"/>
                    <a:pt x="99" y="192"/>
                  </a:cubicBezTo>
                  <a:cubicBezTo>
                    <a:pt x="69" y="237"/>
                    <a:pt x="10" y="353"/>
                    <a:pt x="4" y="381"/>
                  </a:cubicBezTo>
                  <a:cubicBezTo>
                    <a:pt x="0" y="395"/>
                    <a:pt x="1" y="396"/>
                    <a:pt x="12" y="392"/>
                  </a:cubicBezTo>
                  <a:cubicBezTo>
                    <a:pt x="19" y="390"/>
                    <a:pt x="25" y="386"/>
                    <a:pt x="26" y="383"/>
                  </a:cubicBezTo>
                  <a:cubicBezTo>
                    <a:pt x="27" y="381"/>
                    <a:pt x="38" y="365"/>
                    <a:pt x="50" y="349"/>
                  </a:cubicBezTo>
                  <a:cubicBezTo>
                    <a:pt x="85" y="301"/>
                    <a:pt x="160" y="229"/>
                    <a:pt x="246" y="159"/>
                  </a:cubicBezTo>
                  <a:cubicBezTo>
                    <a:pt x="289" y="124"/>
                    <a:pt x="329" y="87"/>
                    <a:pt x="337" y="76"/>
                  </a:cubicBezTo>
                  <a:cubicBezTo>
                    <a:pt x="355" y="50"/>
                    <a:pt x="355" y="22"/>
                    <a:pt x="339" y="10"/>
                  </a:cubicBezTo>
                  <a:cubicBezTo>
                    <a:pt x="324" y="0"/>
                    <a:pt x="290" y="0"/>
                    <a:pt x="267" y="1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147" name="Freeform 93">
              <a:extLst>
                <a:ext uri="{FF2B5EF4-FFF2-40B4-BE49-F238E27FC236}">
                  <a16:creationId xmlns:a16="http://schemas.microsoft.com/office/drawing/2014/main" id="{6287D5FB-1052-FB48-84DE-3B3DDDFF0507}"/>
                </a:ext>
              </a:extLst>
            </p:cNvPr>
            <p:cNvSpPr>
              <a:spLocks noChangeArrowheads="1"/>
            </p:cNvSpPr>
            <p:nvPr/>
          </p:nvSpPr>
          <p:spPr bwMode="auto">
            <a:xfrm>
              <a:off x="8147050" y="6846888"/>
              <a:ext cx="431800" cy="427037"/>
            </a:xfrm>
            <a:custGeom>
              <a:avLst/>
              <a:gdLst>
                <a:gd name="T0" fmla="*/ 311155 w 1199"/>
                <a:gd name="T1" fmla="*/ 1438 h 1188"/>
                <a:gd name="T2" fmla="*/ 246331 w 1199"/>
                <a:gd name="T3" fmla="*/ 31632 h 1188"/>
                <a:gd name="T4" fmla="*/ 200954 w 1199"/>
                <a:gd name="T5" fmla="*/ 146659 h 1188"/>
                <a:gd name="T6" fmla="*/ 224003 w 1199"/>
                <a:gd name="T7" fmla="*/ 219629 h 1188"/>
                <a:gd name="T8" fmla="*/ 218601 w 1199"/>
                <a:gd name="T9" fmla="*/ 216754 h 1188"/>
                <a:gd name="T10" fmla="*/ 151256 w 1199"/>
                <a:gd name="T11" fmla="*/ 196624 h 1188"/>
                <a:gd name="T12" fmla="*/ 53300 w 1199"/>
                <a:gd name="T13" fmla="*/ 224302 h 1188"/>
                <a:gd name="T14" fmla="*/ 5042 w 1199"/>
                <a:gd name="T15" fmla="*/ 308416 h 1188"/>
                <a:gd name="T16" fmla="*/ 83911 w 1199"/>
                <a:gd name="T17" fmla="*/ 400437 h 1188"/>
                <a:gd name="T18" fmla="*/ 165661 w 1199"/>
                <a:gd name="T19" fmla="*/ 364491 h 1188"/>
                <a:gd name="T20" fmla="*/ 169983 w 1199"/>
                <a:gd name="T21" fmla="*/ 343283 h 1188"/>
                <a:gd name="T22" fmla="*/ 160620 w 1199"/>
                <a:gd name="T23" fmla="*/ 321356 h 1188"/>
                <a:gd name="T24" fmla="*/ 121365 w 1199"/>
                <a:gd name="T25" fmla="*/ 294397 h 1188"/>
                <a:gd name="T26" fmla="*/ 91474 w 1199"/>
                <a:gd name="T27" fmla="*/ 308775 h 1188"/>
                <a:gd name="T28" fmla="*/ 90033 w 1199"/>
                <a:gd name="T29" fmla="*/ 322794 h 1188"/>
                <a:gd name="T30" fmla="*/ 115243 w 1199"/>
                <a:gd name="T31" fmla="*/ 337532 h 1188"/>
                <a:gd name="T32" fmla="*/ 145854 w 1199"/>
                <a:gd name="T33" fmla="*/ 357661 h 1188"/>
                <a:gd name="T34" fmla="*/ 121725 w 1199"/>
                <a:gd name="T35" fmla="*/ 379948 h 1188"/>
                <a:gd name="T36" fmla="*/ 72027 w 1199"/>
                <a:gd name="T37" fmla="*/ 379588 h 1188"/>
                <a:gd name="T38" fmla="*/ 29531 w 1199"/>
                <a:gd name="T39" fmla="*/ 317043 h 1188"/>
                <a:gd name="T40" fmla="*/ 108400 w 1199"/>
                <a:gd name="T41" fmla="*/ 221067 h 1188"/>
                <a:gd name="T42" fmla="*/ 220402 w 1199"/>
                <a:gd name="T43" fmla="*/ 247667 h 1188"/>
                <a:gd name="T44" fmla="*/ 284866 w 1199"/>
                <a:gd name="T45" fmla="*/ 296553 h 1188"/>
                <a:gd name="T46" fmla="*/ 332043 w 1199"/>
                <a:gd name="T47" fmla="*/ 342924 h 1188"/>
                <a:gd name="T48" fmla="*/ 317638 w 1199"/>
                <a:gd name="T49" fmla="*/ 338610 h 1188"/>
                <a:gd name="T50" fmla="*/ 229405 w 1199"/>
                <a:gd name="T51" fmla="*/ 337532 h 1188"/>
                <a:gd name="T52" fmla="*/ 190150 w 1199"/>
                <a:gd name="T53" fmla="*/ 361256 h 1188"/>
                <a:gd name="T54" fmla="*/ 184028 w 1199"/>
                <a:gd name="T55" fmla="*/ 373478 h 1188"/>
                <a:gd name="T56" fmla="*/ 204916 w 1199"/>
                <a:gd name="T57" fmla="*/ 400437 h 1188"/>
                <a:gd name="T58" fmla="*/ 227964 w 1199"/>
                <a:gd name="T59" fmla="*/ 387137 h 1188"/>
                <a:gd name="T60" fmla="*/ 244891 w 1199"/>
                <a:gd name="T61" fmla="*/ 373837 h 1188"/>
                <a:gd name="T62" fmla="*/ 346088 w 1199"/>
                <a:gd name="T63" fmla="*/ 372759 h 1188"/>
                <a:gd name="T64" fmla="*/ 395787 w 1199"/>
                <a:gd name="T65" fmla="*/ 403672 h 1188"/>
                <a:gd name="T66" fmla="*/ 408751 w 1199"/>
                <a:gd name="T67" fmla="*/ 390732 h 1188"/>
                <a:gd name="T68" fmla="*/ 377780 w 1199"/>
                <a:gd name="T69" fmla="*/ 341126 h 1188"/>
                <a:gd name="T70" fmla="*/ 378860 w 1199"/>
                <a:gd name="T71" fmla="*/ 240478 h 1188"/>
                <a:gd name="T72" fmla="*/ 392185 w 1199"/>
                <a:gd name="T73" fmla="*/ 223583 h 1188"/>
                <a:gd name="T74" fmla="*/ 405510 w 1199"/>
                <a:gd name="T75" fmla="*/ 200219 h 1188"/>
                <a:gd name="T76" fmla="*/ 378140 w 1199"/>
                <a:gd name="T77" fmla="*/ 179370 h 1188"/>
                <a:gd name="T78" fmla="*/ 365896 w 1199"/>
                <a:gd name="T79" fmla="*/ 185481 h 1188"/>
                <a:gd name="T80" fmla="*/ 342127 w 1199"/>
                <a:gd name="T81" fmla="*/ 225021 h 1188"/>
                <a:gd name="T82" fmla="*/ 343567 w 1199"/>
                <a:gd name="T83" fmla="*/ 312729 h 1188"/>
                <a:gd name="T84" fmla="*/ 347529 w 1199"/>
                <a:gd name="T85" fmla="*/ 327467 h 1188"/>
                <a:gd name="T86" fmla="*/ 301432 w 1199"/>
                <a:gd name="T87" fmla="*/ 280378 h 1188"/>
                <a:gd name="T88" fmla="*/ 252093 w 1199"/>
                <a:gd name="T89" fmla="*/ 216035 h 1188"/>
                <a:gd name="T90" fmla="*/ 225444 w 1199"/>
                <a:gd name="T91" fmla="*/ 103884 h 1188"/>
                <a:gd name="T92" fmla="*/ 321599 w 1199"/>
                <a:gd name="T93" fmla="*/ 25162 h 1188"/>
                <a:gd name="T94" fmla="*/ 384623 w 1199"/>
                <a:gd name="T95" fmla="*/ 67938 h 1188"/>
                <a:gd name="T96" fmla="*/ 384623 w 1199"/>
                <a:gd name="T97" fmla="*/ 117543 h 1188"/>
                <a:gd name="T98" fmla="*/ 362294 w 1199"/>
                <a:gd name="T99" fmla="*/ 141627 h 1188"/>
                <a:gd name="T100" fmla="*/ 342127 w 1199"/>
                <a:gd name="T101" fmla="*/ 110713 h 1188"/>
                <a:gd name="T102" fmla="*/ 327361 w 1199"/>
                <a:gd name="T103" fmla="*/ 85911 h 1188"/>
                <a:gd name="T104" fmla="*/ 313676 w 1199"/>
                <a:gd name="T105" fmla="*/ 86989 h 1188"/>
                <a:gd name="T106" fmla="*/ 298911 w 1199"/>
                <a:gd name="T107" fmla="*/ 117184 h 1188"/>
                <a:gd name="T108" fmla="*/ 325921 w 1199"/>
                <a:gd name="T109" fmla="*/ 156365 h 1188"/>
                <a:gd name="T110" fmla="*/ 347889 w 1199"/>
                <a:gd name="T111" fmla="*/ 165710 h 1188"/>
                <a:gd name="T112" fmla="*/ 369137 w 1199"/>
                <a:gd name="T113" fmla="*/ 161038 h 1188"/>
                <a:gd name="T114" fmla="*/ 405510 w 1199"/>
                <a:gd name="T115" fmla="*/ 79800 h 1188"/>
                <a:gd name="T116" fmla="*/ 334564 w 1199"/>
                <a:gd name="T117" fmla="*/ 2876 h 1188"/>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1199" h="1188">
                  <a:moveTo>
                    <a:pt x="864" y="4"/>
                  </a:moveTo>
                  <a:lnTo>
                    <a:pt x="864" y="4"/>
                  </a:lnTo>
                  <a:cubicBezTo>
                    <a:pt x="811" y="11"/>
                    <a:pt x="734" y="47"/>
                    <a:pt x="684" y="88"/>
                  </a:cubicBezTo>
                  <a:cubicBezTo>
                    <a:pt x="599" y="157"/>
                    <a:pt x="544" y="296"/>
                    <a:pt x="558" y="408"/>
                  </a:cubicBezTo>
                  <a:cubicBezTo>
                    <a:pt x="563" y="451"/>
                    <a:pt x="597" y="562"/>
                    <a:pt x="615" y="596"/>
                  </a:cubicBezTo>
                  <a:lnTo>
                    <a:pt x="622" y="611"/>
                  </a:lnTo>
                  <a:lnTo>
                    <a:pt x="607" y="603"/>
                  </a:lnTo>
                  <a:cubicBezTo>
                    <a:pt x="573" y="586"/>
                    <a:pt x="462" y="552"/>
                    <a:pt x="420" y="547"/>
                  </a:cubicBezTo>
                  <a:cubicBezTo>
                    <a:pt x="333" y="536"/>
                    <a:pt x="228" y="566"/>
                    <a:pt x="148" y="624"/>
                  </a:cubicBezTo>
                  <a:cubicBezTo>
                    <a:pt x="85" y="671"/>
                    <a:pt x="27" y="773"/>
                    <a:pt x="14" y="858"/>
                  </a:cubicBezTo>
                  <a:cubicBezTo>
                    <a:pt x="0" y="962"/>
                    <a:pt x="117" y="1098"/>
                    <a:pt x="233" y="1114"/>
                  </a:cubicBezTo>
                  <a:cubicBezTo>
                    <a:pt x="330" y="1128"/>
                    <a:pt x="419" y="1089"/>
                    <a:pt x="460" y="1014"/>
                  </a:cubicBezTo>
                  <a:cubicBezTo>
                    <a:pt x="472" y="990"/>
                    <a:pt x="474" y="982"/>
                    <a:pt x="472" y="955"/>
                  </a:cubicBezTo>
                  <a:cubicBezTo>
                    <a:pt x="470" y="928"/>
                    <a:pt x="467" y="920"/>
                    <a:pt x="446" y="894"/>
                  </a:cubicBezTo>
                  <a:cubicBezTo>
                    <a:pt x="413" y="851"/>
                    <a:pt x="370" y="822"/>
                    <a:pt x="337" y="819"/>
                  </a:cubicBezTo>
                  <a:cubicBezTo>
                    <a:pt x="304" y="816"/>
                    <a:pt x="269" y="834"/>
                    <a:pt x="254" y="859"/>
                  </a:cubicBezTo>
                  <a:cubicBezTo>
                    <a:pt x="245" y="875"/>
                    <a:pt x="245" y="879"/>
                    <a:pt x="250" y="898"/>
                  </a:cubicBezTo>
                  <a:cubicBezTo>
                    <a:pt x="260" y="934"/>
                    <a:pt x="270" y="939"/>
                    <a:pt x="320" y="939"/>
                  </a:cubicBezTo>
                  <a:cubicBezTo>
                    <a:pt x="385" y="939"/>
                    <a:pt x="411" y="956"/>
                    <a:pt x="405" y="995"/>
                  </a:cubicBezTo>
                  <a:cubicBezTo>
                    <a:pt x="402" y="1012"/>
                    <a:pt x="368" y="1044"/>
                    <a:pt x="338" y="1057"/>
                  </a:cubicBezTo>
                  <a:cubicBezTo>
                    <a:pt x="300" y="1073"/>
                    <a:pt x="234" y="1073"/>
                    <a:pt x="200" y="1056"/>
                  </a:cubicBezTo>
                  <a:cubicBezTo>
                    <a:pt x="136" y="1025"/>
                    <a:pt x="87" y="952"/>
                    <a:pt x="82" y="882"/>
                  </a:cubicBezTo>
                  <a:cubicBezTo>
                    <a:pt x="74" y="765"/>
                    <a:pt x="178" y="637"/>
                    <a:pt x="301" y="615"/>
                  </a:cubicBezTo>
                  <a:cubicBezTo>
                    <a:pt x="379" y="601"/>
                    <a:pt x="519" y="633"/>
                    <a:pt x="612" y="689"/>
                  </a:cubicBezTo>
                  <a:cubicBezTo>
                    <a:pt x="656" y="714"/>
                    <a:pt x="738" y="777"/>
                    <a:pt x="791" y="825"/>
                  </a:cubicBezTo>
                  <a:cubicBezTo>
                    <a:pt x="849" y="877"/>
                    <a:pt x="925" y="952"/>
                    <a:pt x="922" y="954"/>
                  </a:cubicBezTo>
                  <a:cubicBezTo>
                    <a:pt x="922" y="955"/>
                    <a:pt x="904" y="949"/>
                    <a:pt x="882" y="942"/>
                  </a:cubicBezTo>
                  <a:cubicBezTo>
                    <a:pt x="797" y="915"/>
                    <a:pt x="703" y="914"/>
                    <a:pt x="637" y="939"/>
                  </a:cubicBezTo>
                  <a:cubicBezTo>
                    <a:pt x="604" y="952"/>
                    <a:pt x="542" y="988"/>
                    <a:pt x="528" y="1005"/>
                  </a:cubicBezTo>
                  <a:cubicBezTo>
                    <a:pt x="522" y="1011"/>
                    <a:pt x="514" y="1026"/>
                    <a:pt x="511" y="1039"/>
                  </a:cubicBezTo>
                  <a:cubicBezTo>
                    <a:pt x="500" y="1080"/>
                    <a:pt x="526" y="1114"/>
                    <a:pt x="569" y="1114"/>
                  </a:cubicBezTo>
                  <a:cubicBezTo>
                    <a:pt x="591" y="1114"/>
                    <a:pt x="600" y="1109"/>
                    <a:pt x="633" y="1077"/>
                  </a:cubicBezTo>
                  <a:cubicBezTo>
                    <a:pt x="648" y="1062"/>
                    <a:pt x="669" y="1046"/>
                    <a:pt x="680" y="1040"/>
                  </a:cubicBezTo>
                  <a:cubicBezTo>
                    <a:pt x="751" y="1004"/>
                    <a:pt x="851" y="1003"/>
                    <a:pt x="961" y="1037"/>
                  </a:cubicBezTo>
                  <a:cubicBezTo>
                    <a:pt x="1000" y="1050"/>
                    <a:pt x="1034" y="1071"/>
                    <a:pt x="1099" y="1123"/>
                  </a:cubicBezTo>
                  <a:cubicBezTo>
                    <a:pt x="1176" y="1187"/>
                    <a:pt x="1198" y="1165"/>
                    <a:pt x="1135" y="1087"/>
                  </a:cubicBezTo>
                  <a:cubicBezTo>
                    <a:pt x="1082" y="1022"/>
                    <a:pt x="1061" y="989"/>
                    <a:pt x="1049" y="949"/>
                  </a:cubicBezTo>
                  <a:cubicBezTo>
                    <a:pt x="1015" y="839"/>
                    <a:pt x="1015" y="740"/>
                    <a:pt x="1052" y="669"/>
                  </a:cubicBezTo>
                  <a:cubicBezTo>
                    <a:pt x="1057" y="657"/>
                    <a:pt x="1074" y="637"/>
                    <a:pt x="1089" y="622"/>
                  </a:cubicBezTo>
                  <a:cubicBezTo>
                    <a:pt x="1121" y="589"/>
                    <a:pt x="1126" y="579"/>
                    <a:pt x="1126" y="557"/>
                  </a:cubicBezTo>
                  <a:cubicBezTo>
                    <a:pt x="1126" y="515"/>
                    <a:pt x="1091" y="488"/>
                    <a:pt x="1050" y="499"/>
                  </a:cubicBezTo>
                  <a:cubicBezTo>
                    <a:pt x="1038" y="502"/>
                    <a:pt x="1022" y="510"/>
                    <a:pt x="1016" y="516"/>
                  </a:cubicBezTo>
                  <a:cubicBezTo>
                    <a:pt x="1000" y="531"/>
                    <a:pt x="963" y="593"/>
                    <a:pt x="950" y="626"/>
                  </a:cubicBezTo>
                  <a:cubicBezTo>
                    <a:pt x="925" y="692"/>
                    <a:pt x="927" y="785"/>
                    <a:pt x="954" y="870"/>
                  </a:cubicBezTo>
                  <a:cubicBezTo>
                    <a:pt x="961" y="892"/>
                    <a:pt x="966" y="910"/>
                    <a:pt x="965" y="911"/>
                  </a:cubicBezTo>
                  <a:cubicBezTo>
                    <a:pt x="963" y="914"/>
                    <a:pt x="888" y="837"/>
                    <a:pt x="837" y="780"/>
                  </a:cubicBezTo>
                  <a:cubicBezTo>
                    <a:pt x="788" y="727"/>
                    <a:pt x="726" y="644"/>
                    <a:pt x="700" y="601"/>
                  </a:cubicBezTo>
                  <a:cubicBezTo>
                    <a:pt x="645" y="507"/>
                    <a:pt x="612" y="368"/>
                    <a:pt x="626" y="289"/>
                  </a:cubicBezTo>
                  <a:cubicBezTo>
                    <a:pt x="649" y="166"/>
                    <a:pt x="777" y="62"/>
                    <a:pt x="893" y="70"/>
                  </a:cubicBezTo>
                  <a:cubicBezTo>
                    <a:pt x="964" y="75"/>
                    <a:pt x="1037" y="125"/>
                    <a:pt x="1068" y="189"/>
                  </a:cubicBezTo>
                  <a:cubicBezTo>
                    <a:pt x="1084" y="223"/>
                    <a:pt x="1084" y="289"/>
                    <a:pt x="1068" y="327"/>
                  </a:cubicBezTo>
                  <a:cubicBezTo>
                    <a:pt x="1055" y="357"/>
                    <a:pt x="1023" y="391"/>
                    <a:pt x="1006" y="394"/>
                  </a:cubicBezTo>
                  <a:cubicBezTo>
                    <a:pt x="967" y="399"/>
                    <a:pt x="950" y="374"/>
                    <a:pt x="950" y="308"/>
                  </a:cubicBezTo>
                  <a:cubicBezTo>
                    <a:pt x="950" y="259"/>
                    <a:pt x="945" y="249"/>
                    <a:pt x="909" y="239"/>
                  </a:cubicBezTo>
                  <a:cubicBezTo>
                    <a:pt x="891" y="233"/>
                    <a:pt x="886" y="233"/>
                    <a:pt x="871" y="242"/>
                  </a:cubicBezTo>
                  <a:cubicBezTo>
                    <a:pt x="845" y="257"/>
                    <a:pt x="828" y="293"/>
                    <a:pt x="830" y="326"/>
                  </a:cubicBezTo>
                  <a:cubicBezTo>
                    <a:pt x="833" y="358"/>
                    <a:pt x="863" y="402"/>
                    <a:pt x="905" y="435"/>
                  </a:cubicBezTo>
                  <a:cubicBezTo>
                    <a:pt x="931" y="455"/>
                    <a:pt x="939" y="458"/>
                    <a:pt x="966" y="461"/>
                  </a:cubicBezTo>
                  <a:cubicBezTo>
                    <a:pt x="993" y="462"/>
                    <a:pt x="1001" y="461"/>
                    <a:pt x="1025" y="448"/>
                  </a:cubicBezTo>
                  <a:cubicBezTo>
                    <a:pt x="1100" y="407"/>
                    <a:pt x="1140" y="319"/>
                    <a:pt x="1126" y="222"/>
                  </a:cubicBezTo>
                  <a:cubicBezTo>
                    <a:pt x="1112" y="129"/>
                    <a:pt x="1021" y="30"/>
                    <a:pt x="929" y="8"/>
                  </a:cubicBezTo>
                  <a:cubicBezTo>
                    <a:pt x="895" y="0"/>
                    <a:pt x="892" y="0"/>
                    <a:pt x="864" y="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148" name="Freeform 95">
              <a:extLst>
                <a:ext uri="{FF2B5EF4-FFF2-40B4-BE49-F238E27FC236}">
                  <a16:creationId xmlns:a16="http://schemas.microsoft.com/office/drawing/2014/main" id="{14BA6BB2-CF53-8A47-A65B-FB68BC45D4B6}"/>
                </a:ext>
              </a:extLst>
            </p:cNvPr>
            <p:cNvSpPr>
              <a:spLocks noChangeArrowheads="1"/>
            </p:cNvSpPr>
            <p:nvPr/>
          </p:nvSpPr>
          <p:spPr bwMode="auto">
            <a:xfrm>
              <a:off x="7961313" y="6996113"/>
              <a:ext cx="146050" cy="127000"/>
            </a:xfrm>
            <a:custGeom>
              <a:avLst/>
              <a:gdLst>
                <a:gd name="T0" fmla="*/ 137797 w 407"/>
                <a:gd name="T1" fmla="*/ 1447 h 351"/>
                <a:gd name="T2" fmla="*/ 137797 w 407"/>
                <a:gd name="T3" fmla="*/ 1447 h 351"/>
                <a:gd name="T4" fmla="*/ 72128 w 407"/>
                <a:gd name="T5" fmla="*/ 35821 h 351"/>
                <a:gd name="T6" fmla="*/ 72128 w 407"/>
                <a:gd name="T7" fmla="*/ 35821 h 351"/>
                <a:gd name="T8" fmla="*/ 6459 w 407"/>
                <a:gd name="T9" fmla="*/ 96969 h 351"/>
                <a:gd name="T10" fmla="*/ 6459 w 407"/>
                <a:gd name="T11" fmla="*/ 96969 h 351"/>
                <a:gd name="T12" fmla="*/ 16507 w 407"/>
                <a:gd name="T13" fmla="*/ 126638 h 351"/>
                <a:gd name="T14" fmla="*/ 16507 w 407"/>
                <a:gd name="T15" fmla="*/ 126638 h 351"/>
                <a:gd name="T16" fmla="*/ 60286 w 407"/>
                <a:gd name="T17" fmla="*/ 88647 h 351"/>
                <a:gd name="T18" fmla="*/ 60286 w 407"/>
                <a:gd name="T19" fmla="*/ 88647 h 351"/>
                <a:gd name="T20" fmla="*/ 128108 w 407"/>
                <a:gd name="T21" fmla="*/ 18091 h 351"/>
                <a:gd name="T22" fmla="*/ 128108 w 407"/>
                <a:gd name="T23" fmla="*/ 18091 h 351"/>
                <a:gd name="T24" fmla="*/ 140308 w 407"/>
                <a:gd name="T25" fmla="*/ 9407 h 351"/>
                <a:gd name="T26" fmla="*/ 140308 w 407"/>
                <a:gd name="T27" fmla="*/ 9407 h 351"/>
                <a:gd name="T28" fmla="*/ 143538 w 407"/>
                <a:gd name="T29" fmla="*/ 0 h 351"/>
                <a:gd name="T30" fmla="*/ 143538 w 407"/>
                <a:gd name="T31" fmla="*/ 0 h 351"/>
                <a:gd name="T32" fmla="*/ 137797 w 407"/>
                <a:gd name="T33" fmla="*/ 1447 h 35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07" h="351">
                  <a:moveTo>
                    <a:pt x="384" y="4"/>
                  </a:moveTo>
                  <a:lnTo>
                    <a:pt x="384" y="4"/>
                  </a:lnTo>
                  <a:cubicBezTo>
                    <a:pt x="360" y="10"/>
                    <a:pt x="242" y="71"/>
                    <a:pt x="201" y="99"/>
                  </a:cubicBezTo>
                  <a:cubicBezTo>
                    <a:pt x="111" y="160"/>
                    <a:pt x="33" y="232"/>
                    <a:pt x="18" y="268"/>
                  </a:cubicBezTo>
                  <a:cubicBezTo>
                    <a:pt x="0" y="310"/>
                    <a:pt x="13" y="350"/>
                    <a:pt x="46" y="350"/>
                  </a:cubicBezTo>
                  <a:cubicBezTo>
                    <a:pt x="75" y="350"/>
                    <a:pt x="100" y="328"/>
                    <a:pt x="168" y="245"/>
                  </a:cubicBezTo>
                  <a:cubicBezTo>
                    <a:pt x="237" y="159"/>
                    <a:pt x="310" y="84"/>
                    <a:pt x="357" y="50"/>
                  </a:cubicBezTo>
                  <a:cubicBezTo>
                    <a:pt x="373" y="37"/>
                    <a:pt x="389" y="27"/>
                    <a:pt x="391" y="26"/>
                  </a:cubicBezTo>
                  <a:cubicBezTo>
                    <a:pt x="398" y="23"/>
                    <a:pt x="406" y="0"/>
                    <a:pt x="400" y="0"/>
                  </a:cubicBezTo>
                  <a:cubicBezTo>
                    <a:pt x="397" y="1"/>
                    <a:pt x="391" y="2"/>
                    <a:pt x="384" y="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149" name="Freeform 97">
              <a:extLst>
                <a:ext uri="{FF2B5EF4-FFF2-40B4-BE49-F238E27FC236}">
                  <a16:creationId xmlns:a16="http://schemas.microsoft.com/office/drawing/2014/main" id="{2E37C14D-5A18-E542-8A17-74B77545E585}"/>
                </a:ext>
              </a:extLst>
            </p:cNvPr>
            <p:cNvSpPr>
              <a:spLocks noChangeArrowheads="1"/>
            </p:cNvSpPr>
            <p:nvPr/>
          </p:nvSpPr>
          <p:spPr bwMode="auto">
            <a:xfrm>
              <a:off x="7669213" y="7148513"/>
              <a:ext cx="31750" cy="39687"/>
            </a:xfrm>
            <a:custGeom>
              <a:avLst/>
              <a:gdLst>
                <a:gd name="T0" fmla="*/ 5412 w 88"/>
                <a:gd name="T1" fmla="*/ 7866 h 111"/>
                <a:gd name="T2" fmla="*/ 5412 w 88"/>
                <a:gd name="T3" fmla="*/ 7866 h 111"/>
                <a:gd name="T4" fmla="*/ 722 w 88"/>
                <a:gd name="T5" fmla="*/ 19665 h 111"/>
                <a:gd name="T6" fmla="*/ 722 w 88"/>
                <a:gd name="T7" fmla="*/ 19665 h 111"/>
                <a:gd name="T8" fmla="*/ 5412 w 88"/>
                <a:gd name="T9" fmla="*/ 30748 h 111"/>
                <a:gd name="T10" fmla="*/ 5412 w 88"/>
                <a:gd name="T11" fmla="*/ 30748 h 111"/>
                <a:gd name="T12" fmla="*/ 31389 w 88"/>
                <a:gd name="T13" fmla="*/ 19307 h 111"/>
                <a:gd name="T14" fmla="*/ 31389 w 88"/>
                <a:gd name="T15" fmla="*/ 19307 h 111"/>
                <a:gd name="T16" fmla="*/ 5412 w 88"/>
                <a:gd name="T17" fmla="*/ 7866 h 1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8" h="111">
                  <a:moveTo>
                    <a:pt x="15" y="22"/>
                  </a:moveTo>
                  <a:lnTo>
                    <a:pt x="15" y="22"/>
                  </a:lnTo>
                  <a:cubicBezTo>
                    <a:pt x="2" y="33"/>
                    <a:pt x="0" y="37"/>
                    <a:pt x="2" y="55"/>
                  </a:cubicBezTo>
                  <a:cubicBezTo>
                    <a:pt x="4" y="67"/>
                    <a:pt x="9" y="80"/>
                    <a:pt x="15" y="86"/>
                  </a:cubicBezTo>
                  <a:cubicBezTo>
                    <a:pt x="36" y="110"/>
                    <a:pt x="87" y="88"/>
                    <a:pt x="87" y="54"/>
                  </a:cubicBezTo>
                  <a:cubicBezTo>
                    <a:pt x="87" y="19"/>
                    <a:pt x="43" y="0"/>
                    <a:pt x="15" y="2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150" name="Freeform 99">
              <a:extLst>
                <a:ext uri="{FF2B5EF4-FFF2-40B4-BE49-F238E27FC236}">
                  <a16:creationId xmlns:a16="http://schemas.microsoft.com/office/drawing/2014/main" id="{7FD446CD-0F6B-484D-997D-432DB248F91C}"/>
                </a:ext>
              </a:extLst>
            </p:cNvPr>
            <p:cNvSpPr>
              <a:spLocks noChangeArrowheads="1"/>
            </p:cNvSpPr>
            <p:nvPr/>
          </p:nvSpPr>
          <p:spPr bwMode="auto">
            <a:xfrm>
              <a:off x="7458075" y="7216775"/>
              <a:ext cx="42863" cy="42863"/>
            </a:xfrm>
            <a:custGeom>
              <a:avLst/>
              <a:gdLst>
                <a:gd name="T0" fmla="*/ 12859 w 120"/>
                <a:gd name="T1" fmla="*/ 4722 h 118"/>
                <a:gd name="T2" fmla="*/ 12859 w 120"/>
                <a:gd name="T3" fmla="*/ 4722 h 118"/>
                <a:gd name="T4" fmla="*/ 8215 w 120"/>
                <a:gd name="T5" fmla="*/ 33782 h 118"/>
                <a:gd name="T6" fmla="*/ 8215 w 120"/>
                <a:gd name="T7" fmla="*/ 33782 h 118"/>
                <a:gd name="T8" fmla="*/ 38577 w 120"/>
                <a:gd name="T9" fmla="*/ 26880 h 118"/>
                <a:gd name="T10" fmla="*/ 38577 w 120"/>
                <a:gd name="T11" fmla="*/ 26880 h 118"/>
                <a:gd name="T12" fmla="*/ 35719 w 120"/>
                <a:gd name="T13" fmla="*/ 7265 h 118"/>
                <a:gd name="T14" fmla="*/ 35719 w 120"/>
                <a:gd name="T15" fmla="*/ 7265 h 118"/>
                <a:gd name="T16" fmla="*/ 12859 w 120"/>
                <a:gd name="T17" fmla="*/ 4722 h 11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20" h="118">
                  <a:moveTo>
                    <a:pt x="36" y="13"/>
                  </a:moveTo>
                  <a:lnTo>
                    <a:pt x="36" y="13"/>
                  </a:lnTo>
                  <a:cubicBezTo>
                    <a:pt x="7" y="29"/>
                    <a:pt x="0" y="70"/>
                    <a:pt x="23" y="93"/>
                  </a:cubicBezTo>
                  <a:cubicBezTo>
                    <a:pt x="47" y="117"/>
                    <a:pt x="90" y="107"/>
                    <a:pt x="108" y="74"/>
                  </a:cubicBezTo>
                  <a:cubicBezTo>
                    <a:pt x="119" y="51"/>
                    <a:pt x="117" y="38"/>
                    <a:pt x="100" y="20"/>
                  </a:cubicBezTo>
                  <a:cubicBezTo>
                    <a:pt x="82" y="3"/>
                    <a:pt x="58" y="0"/>
                    <a:pt x="36" y="1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151" name="Freeform 102">
              <a:extLst>
                <a:ext uri="{FF2B5EF4-FFF2-40B4-BE49-F238E27FC236}">
                  <a16:creationId xmlns:a16="http://schemas.microsoft.com/office/drawing/2014/main" id="{6C8F4A5E-E452-8143-B04A-68C16CDFB53C}"/>
                </a:ext>
              </a:extLst>
            </p:cNvPr>
            <p:cNvSpPr>
              <a:spLocks noChangeArrowheads="1"/>
            </p:cNvSpPr>
            <p:nvPr/>
          </p:nvSpPr>
          <p:spPr bwMode="auto">
            <a:xfrm>
              <a:off x="7370763" y="7221538"/>
              <a:ext cx="44450" cy="41275"/>
            </a:xfrm>
            <a:custGeom>
              <a:avLst/>
              <a:gdLst>
                <a:gd name="T0" fmla="*/ 11659 w 122"/>
                <a:gd name="T1" fmla="*/ 6102 h 115"/>
                <a:gd name="T2" fmla="*/ 11659 w 122"/>
                <a:gd name="T3" fmla="*/ 6102 h 115"/>
                <a:gd name="T4" fmla="*/ 15667 w 122"/>
                <a:gd name="T5" fmla="*/ 35891 h 115"/>
                <a:gd name="T6" fmla="*/ 15667 w 122"/>
                <a:gd name="T7" fmla="*/ 35891 h 115"/>
                <a:gd name="T8" fmla="*/ 44086 w 122"/>
                <a:gd name="T9" fmla="*/ 19381 h 115"/>
                <a:gd name="T10" fmla="*/ 44086 w 122"/>
                <a:gd name="T11" fmla="*/ 19381 h 115"/>
                <a:gd name="T12" fmla="*/ 37527 w 122"/>
                <a:gd name="T13" fmla="*/ 8255 h 115"/>
                <a:gd name="T14" fmla="*/ 37527 w 122"/>
                <a:gd name="T15" fmla="*/ 8255 h 115"/>
                <a:gd name="T16" fmla="*/ 11659 w 122"/>
                <a:gd name="T17" fmla="*/ 6102 h 1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22" h="115">
                  <a:moveTo>
                    <a:pt x="32" y="17"/>
                  </a:moveTo>
                  <a:lnTo>
                    <a:pt x="32" y="17"/>
                  </a:lnTo>
                  <a:cubicBezTo>
                    <a:pt x="0" y="37"/>
                    <a:pt x="5" y="81"/>
                    <a:pt x="43" y="100"/>
                  </a:cubicBezTo>
                  <a:cubicBezTo>
                    <a:pt x="73" y="114"/>
                    <a:pt x="121" y="87"/>
                    <a:pt x="121" y="54"/>
                  </a:cubicBezTo>
                  <a:cubicBezTo>
                    <a:pt x="121" y="47"/>
                    <a:pt x="114" y="34"/>
                    <a:pt x="103" y="23"/>
                  </a:cubicBezTo>
                  <a:cubicBezTo>
                    <a:pt x="82" y="2"/>
                    <a:pt x="59" y="0"/>
                    <a:pt x="32" y="1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152" name="Freeform 104">
              <a:extLst>
                <a:ext uri="{FF2B5EF4-FFF2-40B4-BE49-F238E27FC236}">
                  <a16:creationId xmlns:a16="http://schemas.microsoft.com/office/drawing/2014/main" id="{E19BB25E-28AB-3F4C-9379-5ACBF005769E}"/>
                </a:ext>
              </a:extLst>
            </p:cNvPr>
            <p:cNvSpPr>
              <a:spLocks noChangeArrowheads="1"/>
            </p:cNvSpPr>
            <p:nvPr/>
          </p:nvSpPr>
          <p:spPr bwMode="auto">
            <a:xfrm>
              <a:off x="7539038" y="7226300"/>
              <a:ext cx="609600" cy="23813"/>
            </a:xfrm>
            <a:custGeom>
              <a:avLst/>
              <a:gdLst>
                <a:gd name="T0" fmla="*/ 15114 w 1694"/>
                <a:gd name="T1" fmla="*/ 2165 h 66"/>
                <a:gd name="T2" fmla="*/ 15114 w 1694"/>
                <a:gd name="T3" fmla="*/ 2165 h 66"/>
                <a:gd name="T4" fmla="*/ 3599 w 1694"/>
                <a:gd name="T5" fmla="*/ 13350 h 66"/>
                <a:gd name="T6" fmla="*/ 3599 w 1694"/>
                <a:gd name="T7" fmla="*/ 13350 h 66"/>
                <a:gd name="T8" fmla="*/ 15114 w 1694"/>
                <a:gd name="T9" fmla="*/ 19483 h 66"/>
                <a:gd name="T10" fmla="*/ 15114 w 1694"/>
                <a:gd name="T11" fmla="*/ 19483 h 66"/>
                <a:gd name="T12" fmla="*/ 312717 w 1694"/>
                <a:gd name="T13" fmla="*/ 22009 h 66"/>
                <a:gd name="T14" fmla="*/ 602043 w 1694"/>
                <a:gd name="T15" fmla="*/ 23452 h 66"/>
                <a:gd name="T16" fmla="*/ 605642 w 1694"/>
                <a:gd name="T17" fmla="*/ 19483 h 66"/>
                <a:gd name="T18" fmla="*/ 605642 w 1694"/>
                <a:gd name="T19" fmla="*/ 19483 h 66"/>
                <a:gd name="T20" fmla="*/ 604562 w 1694"/>
                <a:gd name="T21" fmla="*/ 2526 h 66"/>
                <a:gd name="T22" fmla="*/ 604562 w 1694"/>
                <a:gd name="T23" fmla="*/ 2526 h 66"/>
                <a:gd name="T24" fmla="*/ 314156 w 1694"/>
                <a:gd name="T25" fmla="*/ 361 h 66"/>
                <a:gd name="T26" fmla="*/ 314156 w 1694"/>
                <a:gd name="T27" fmla="*/ 361 h 66"/>
                <a:gd name="T28" fmla="*/ 15114 w 1694"/>
                <a:gd name="T29" fmla="*/ 2165 h 6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694" h="66">
                  <a:moveTo>
                    <a:pt x="42" y="6"/>
                  </a:moveTo>
                  <a:lnTo>
                    <a:pt x="42" y="6"/>
                  </a:lnTo>
                  <a:cubicBezTo>
                    <a:pt x="5" y="13"/>
                    <a:pt x="0" y="18"/>
                    <a:pt x="10" y="37"/>
                  </a:cubicBezTo>
                  <a:cubicBezTo>
                    <a:pt x="16" y="47"/>
                    <a:pt x="23" y="51"/>
                    <a:pt x="42" y="54"/>
                  </a:cubicBezTo>
                  <a:cubicBezTo>
                    <a:pt x="55" y="56"/>
                    <a:pt x="427" y="59"/>
                    <a:pt x="869" y="61"/>
                  </a:cubicBezTo>
                  <a:lnTo>
                    <a:pt x="1673" y="65"/>
                  </a:lnTo>
                  <a:lnTo>
                    <a:pt x="1683" y="54"/>
                  </a:lnTo>
                  <a:cubicBezTo>
                    <a:pt x="1693" y="42"/>
                    <a:pt x="1692" y="21"/>
                    <a:pt x="1680" y="7"/>
                  </a:cubicBezTo>
                  <a:cubicBezTo>
                    <a:pt x="1676" y="1"/>
                    <a:pt x="1511" y="0"/>
                    <a:pt x="873" y="1"/>
                  </a:cubicBezTo>
                  <a:cubicBezTo>
                    <a:pt x="420" y="1"/>
                    <a:pt x="58" y="3"/>
                    <a:pt x="42" y="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sp>
        <p:nvSpPr>
          <p:cNvPr id="5126" name="Freeform 79">
            <a:extLst>
              <a:ext uri="{FF2B5EF4-FFF2-40B4-BE49-F238E27FC236}">
                <a16:creationId xmlns:a16="http://schemas.microsoft.com/office/drawing/2014/main" id="{27811A9A-D161-1D4A-820B-1E43FE7F27CF}"/>
              </a:ext>
            </a:extLst>
          </p:cNvPr>
          <p:cNvSpPr>
            <a:spLocks noChangeAspect="1" noChangeArrowheads="1"/>
          </p:cNvSpPr>
          <p:nvPr/>
        </p:nvSpPr>
        <p:spPr bwMode="auto">
          <a:xfrm>
            <a:off x="317049" y="1447352"/>
            <a:ext cx="24483" cy="3957536"/>
          </a:xfrm>
          <a:custGeom>
            <a:avLst/>
            <a:gdLst>
              <a:gd name="T0" fmla="*/ 6285 w 73"/>
              <a:gd name="T1" fmla="*/ 4680 h 12118"/>
              <a:gd name="T2" fmla="*/ 6285 w 73"/>
              <a:gd name="T3" fmla="*/ 4680 h 12118"/>
              <a:gd name="T4" fmla="*/ 1109 w 73"/>
              <a:gd name="T5" fmla="*/ 45360 h 12118"/>
              <a:gd name="T6" fmla="*/ 1109 w 73"/>
              <a:gd name="T7" fmla="*/ 45360 h 12118"/>
              <a:gd name="T8" fmla="*/ 370 w 73"/>
              <a:gd name="T9" fmla="*/ 2216145 h 12118"/>
              <a:gd name="T10" fmla="*/ 370 w 73"/>
              <a:gd name="T11" fmla="*/ 2216145 h 12118"/>
              <a:gd name="T12" fmla="*/ 3327 w 73"/>
              <a:gd name="T13" fmla="*/ 4354890 h 12118"/>
              <a:gd name="T14" fmla="*/ 3327 w 73"/>
              <a:gd name="T15" fmla="*/ 4354890 h 12118"/>
              <a:gd name="T16" fmla="*/ 17745 w 73"/>
              <a:gd name="T17" fmla="*/ 4358130 h 12118"/>
              <a:gd name="T18" fmla="*/ 17745 w 73"/>
              <a:gd name="T19" fmla="*/ 4358130 h 12118"/>
              <a:gd name="T20" fmla="*/ 23290 w 73"/>
              <a:gd name="T21" fmla="*/ 4318170 h 12118"/>
              <a:gd name="T22" fmla="*/ 23290 w 73"/>
              <a:gd name="T23" fmla="*/ 4318170 h 12118"/>
              <a:gd name="T24" fmla="*/ 23290 w 73"/>
              <a:gd name="T25" fmla="*/ 43920 h 12118"/>
              <a:gd name="T26" fmla="*/ 23290 w 73"/>
              <a:gd name="T27" fmla="*/ 43920 h 12118"/>
              <a:gd name="T28" fmla="*/ 18115 w 73"/>
              <a:gd name="T29" fmla="*/ 4680 h 12118"/>
              <a:gd name="T30" fmla="*/ 18115 w 73"/>
              <a:gd name="T31" fmla="*/ 4680 h 12118"/>
              <a:gd name="T32" fmla="*/ 6285 w 73"/>
              <a:gd name="T33" fmla="*/ 4680 h 1211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73" h="12118">
                <a:moveTo>
                  <a:pt x="17" y="13"/>
                </a:moveTo>
                <a:lnTo>
                  <a:pt x="17" y="13"/>
                </a:lnTo>
                <a:cubicBezTo>
                  <a:pt x="7" y="22"/>
                  <a:pt x="6" y="35"/>
                  <a:pt x="3" y="126"/>
                </a:cubicBezTo>
                <a:cubicBezTo>
                  <a:pt x="1" y="182"/>
                  <a:pt x="0" y="2896"/>
                  <a:pt x="1" y="6156"/>
                </a:cubicBezTo>
                <a:cubicBezTo>
                  <a:pt x="2" y="10884"/>
                  <a:pt x="4" y="12087"/>
                  <a:pt x="9" y="12097"/>
                </a:cubicBezTo>
                <a:cubicBezTo>
                  <a:pt x="19" y="12113"/>
                  <a:pt x="36" y="12117"/>
                  <a:pt x="48" y="12106"/>
                </a:cubicBezTo>
                <a:cubicBezTo>
                  <a:pt x="55" y="12097"/>
                  <a:pt x="58" y="12079"/>
                  <a:pt x="63" y="11995"/>
                </a:cubicBezTo>
                <a:cubicBezTo>
                  <a:pt x="72" y="11851"/>
                  <a:pt x="72" y="265"/>
                  <a:pt x="63" y="122"/>
                </a:cubicBezTo>
                <a:cubicBezTo>
                  <a:pt x="59" y="46"/>
                  <a:pt x="55" y="19"/>
                  <a:pt x="49" y="13"/>
                </a:cubicBezTo>
                <a:cubicBezTo>
                  <a:pt x="39" y="0"/>
                  <a:pt x="29" y="0"/>
                  <a:pt x="17" y="13"/>
                </a:cubicBezTo>
              </a:path>
            </a:pathLst>
          </a:custGeom>
          <a:solidFill>
            <a:schemeClr val="accent3"/>
          </a:solidFill>
          <a:ln>
            <a:noFill/>
          </a:ln>
          <a:effectLst/>
        </p:spPr>
        <p:txBody>
          <a:bodyPr wrap="none" anchor="ctr"/>
          <a:lstStyle/>
          <a:p>
            <a:endParaRPr lang="es-ES_tradnl" sz="1633"/>
          </a:p>
        </p:txBody>
      </p:sp>
      <p:grpSp>
        <p:nvGrpSpPr>
          <p:cNvPr id="5127" name="Group 130">
            <a:extLst>
              <a:ext uri="{FF2B5EF4-FFF2-40B4-BE49-F238E27FC236}">
                <a16:creationId xmlns:a16="http://schemas.microsoft.com/office/drawing/2014/main" id="{863DC437-D095-2A46-9C38-2455B8979397}"/>
              </a:ext>
            </a:extLst>
          </p:cNvPr>
          <p:cNvGrpSpPr>
            <a:grpSpLocks noChangeAspect="1"/>
          </p:cNvGrpSpPr>
          <p:nvPr/>
        </p:nvGrpSpPr>
        <p:grpSpPr bwMode="auto">
          <a:xfrm rot="5400000">
            <a:off x="288247" y="5491297"/>
            <a:ext cx="1095956" cy="1093075"/>
            <a:chOff x="7370763" y="6069013"/>
            <a:chExt cx="1208087" cy="1204912"/>
          </a:xfrm>
          <a:solidFill>
            <a:schemeClr val="accent3"/>
          </a:solidFill>
        </p:grpSpPr>
        <p:sp>
          <p:nvSpPr>
            <p:cNvPr id="5129" name="Freeform 81">
              <a:extLst>
                <a:ext uri="{FF2B5EF4-FFF2-40B4-BE49-F238E27FC236}">
                  <a16:creationId xmlns:a16="http://schemas.microsoft.com/office/drawing/2014/main" id="{6A3DB162-5D8C-4242-8E01-E803EE5546DA}"/>
                </a:ext>
              </a:extLst>
            </p:cNvPr>
            <p:cNvSpPr>
              <a:spLocks noChangeArrowheads="1"/>
            </p:cNvSpPr>
            <p:nvPr/>
          </p:nvSpPr>
          <p:spPr bwMode="auto">
            <a:xfrm>
              <a:off x="8526463" y="6069013"/>
              <a:ext cx="38100" cy="42862"/>
            </a:xfrm>
            <a:custGeom>
              <a:avLst/>
              <a:gdLst>
                <a:gd name="T0" fmla="*/ 10583 w 108"/>
                <a:gd name="T1" fmla="*/ 3632 h 118"/>
                <a:gd name="T2" fmla="*/ 10583 w 108"/>
                <a:gd name="T3" fmla="*/ 3632 h 118"/>
                <a:gd name="T4" fmla="*/ 0 w 108"/>
                <a:gd name="T5" fmla="*/ 23610 h 118"/>
                <a:gd name="T6" fmla="*/ 0 w 108"/>
                <a:gd name="T7" fmla="*/ 23610 h 118"/>
                <a:gd name="T8" fmla="*/ 17286 w 108"/>
                <a:gd name="T9" fmla="*/ 42499 h 118"/>
                <a:gd name="T10" fmla="*/ 17286 w 108"/>
                <a:gd name="T11" fmla="*/ 42499 h 118"/>
                <a:gd name="T12" fmla="*/ 33867 w 108"/>
                <a:gd name="T13" fmla="*/ 14893 h 118"/>
                <a:gd name="T14" fmla="*/ 33867 w 108"/>
                <a:gd name="T15" fmla="*/ 14893 h 118"/>
                <a:gd name="T16" fmla="*/ 10583 w 108"/>
                <a:gd name="T17" fmla="*/ 3632 h 11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08" h="118">
                  <a:moveTo>
                    <a:pt x="30" y="10"/>
                  </a:moveTo>
                  <a:lnTo>
                    <a:pt x="30" y="10"/>
                  </a:lnTo>
                  <a:cubicBezTo>
                    <a:pt x="17" y="16"/>
                    <a:pt x="0" y="46"/>
                    <a:pt x="0" y="65"/>
                  </a:cubicBezTo>
                  <a:cubicBezTo>
                    <a:pt x="0" y="86"/>
                    <a:pt x="30" y="117"/>
                    <a:pt x="49" y="117"/>
                  </a:cubicBezTo>
                  <a:cubicBezTo>
                    <a:pt x="79" y="117"/>
                    <a:pt x="107" y="72"/>
                    <a:pt x="96" y="41"/>
                  </a:cubicBezTo>
                  <a:cubicBezTo>
                    <a:pt x="86" y="15"/>
                    <a:pt x="55" y="0"/>
                    <a:pt x="30" y="1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130" name="Freeform 83">
              <a:extLst>
                <a:ext uri="{FF2B5EF4-FFF2-40B4-BE49-F238E27FC236}">
                  <a16:creationId xmlns:a16="http://schemas.microsoft.com/office/drawing/2014/main" id="{9B7EE34D-BBFC-A348-96F6-DBFEFF83F645}"/>
                </a:ext>
              </a:extLst>
            </p:cNvPr>
            <p:cNvSpPr>
              <a:spLocks noChangeArrowheads="1"/>
            </p:cNvSpPr>
            <p:nvPr/>
          </p:nvSpPr>
          <p:spPr bwMode="auto">
            <a:xfrm>
              <a:off x="8520113" y="6153150"/>
              <a:ext cx="39687" cy="44450"/>
            </a:xfrm>
            <a:custGeom>
              <a:avLst/>
              <a:gdLst>
                <a:gd name="T0" fmla="*/ 13229 w 111"/>
                <a:gd name="T1" fmla="*/ 6923 h 122"/>
                <a:gd name="T2" fmla="*/ 13229 w 111"/>
                <a:gd name="T3" fmla="*/ 6923 h 122"/>
                <a:gd name="T4" fmla="*/ 8939 w 111"/>
                <a:gd name="T5" fmla="*/ 37527 h 122"/>
                <a:gd name="T6" fmla="*/ 8939 w 111"/>
                <a:gd name="T7" fmla="*/ 37527 h 122"/>
                <a:gd name="T8" fmla="*/ 28246 w 111"/>
                <a:gd name="T9" fmla="*/ 40078 h 122"/>
                <a:gd name="T10" fmla="*/ 28246 w 111"/>
                <a:gd name="T11" fmla="*/ 40078 h 122"/>
                <a:gd name="T12" fmla="*/ 39329 w 111"/>
                <a:gd name="T13" fmla="*/ 21132 h 122"/>
                <a:gd name="T14" fmla="*/ 39329 w 111"/>
                <a:gd name="T15" fmla="*/ 21132 h 122"/>
                <a:gd name="T16" fmla="*/ 13229 w 111"/>
                <a:gd name="T17" fmla="*/ 6923 h 12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11" h="122">
                  <a:moveTo>
                    <a:pt x="37" y="19"/>
                  </a:moveTo>
                  <a:lnTo>
                    <a:pt x="37" y="19"/>
                  </a:lnTo>
                  <a:cubicBezTo>
                    <a:pt x="6" y="36"/>
                    <a:pt x="0" y="78"/>
                    <a:pt x="25" y="103"/>
                  </a:cubicBezTo>
                  <a:cubicBezTo>
                    <a:pt x="43" y="120"/>
                    <a:pt x="56" y="121"/>
                    <a:pt x="79" y="110"/>
                  </a:cubicBezTo>
                  <a:cubicBezTo>
                    <a:pt x="100" y="99"/>
                    <a:pt x="110" y="82"/>
                    <a:pt x="110" y="58"/>
                  </a:cubicBezTo>
                  <a:cubicBezTo>
                    <a:pt x="110" y="20"/>
                    <a:pt x="72" y="0"/>
                    <a:pt x="37" y="1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131" name="Freeform 85">
              <a:extLst>
                <a:ext uri="{FF2B5EF4-FFF2-40B4-BE49-F238E27FC236}">
                  <a16:creationId xmlns:a16="http://schemas.microsoft.com/office/drawing/2014/main" id="{A41C2A1E-BDD6-E04D-B9C6-6A8F452D1351}"/>
                </a:ext>
              </a:extLst>
            </p:cNvPr>
            <p:cNvSpPr>
              <a:spLocks noChangeArrowheads="1"/>
            </p:cNvSpPr>
            <p:nvPr/>
          </p:nvSpPr>
          <p:spPr bwMode="auto">
            <a:xfrm>
              <a:off x="8531225" y="6235700"/>
              <a:ext cx="23813" cy="609600"/>
            </a:xfrm>
            <a:custGeom>
              <a:avLst/>
              <a:gdLst>
                <a:gd name="T0" fmla="*/ 5051 w 66"/>
                <a:gd name="T1" fmla="*/ 2881 h 1693"/>
                <a:gd name="T2" fmla="*/ 5051 w 66"/>
                <a:gd name="T3" fmla="*/ 2881 h 1693"/>
                <a:gd name="T4" fmla="*/ 0 w 66"/>
                <a:gd name="T5" fmla="*/ 315782 h 1693"/>
                <a:gd name="T6" fmla="*/ 0 w 66"/>
                <a:gd name="T7" fmla="*/ 315782 h 1693"/>
                <a:gd name="T8" fmla="*/ 2526 w 66"/>
                <a:gd name="T9" fmla="*/ 604559 h 1693"/>
                <a:gd name="T10" fmla="*/ 2526 w 66"/>
                <a:gd name="T11" fmla="*/ 604559 h 1693"/>
                <a:gd name="T12" fmla="*/ 19844 w 66"/>
                <a:gd name="T13" fmla="*/ 604919 h 1693"/>
                <a:gd name="T14" fmla="*/ 19844 w 66"/>
                <a:gd name="T15" fmla="*/ 604919 h 1693"/>
                <a:gd name="T16" fmla="*/ 22009 w 66"/>
                <a:gd name="T17" fmla="*/ 304620 h 1693"/>
                <a:gd name="T18" fmla="*/ 20205 w 66"/>
                <a:gd name="T19" fmla="*/ 8282 h 1693"/>
                <a:gd name="T20" fmla="*/ 15515 w 66"/>
                <a:gd name="T21" fmla="*/ 4681 h 1693"/>
                <a:gd name="T22" fmla="*/ 15515 w 66"/>
                <a:gd name="T23" fmla="*/ 4681 h 1693"/>
                <a:gd name="T24" fmla="*/ 5051 w 66"/>
                <a:gd name="T25" fmla="*/ 2881 h 169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66" h="1693">
                  <a:moveTo>
                    <a:pt x="14" y="8"/>
                  </a:moveTo>
                  <a:lnTo>
                    <a:pt x="14" y="8"/>
                  </a:lnTo>
                  <a:cubicBezTo>
                    <a:pt x="2" y="27"/>
                    <a:pt x="0" y="133"/>
                    <a:pt x="0" y="877"/>
                  </a:cubicBezTo>
                  <a:cubicBezTo>
                    <a:pt x="0" y="1538"/>
                    <a:pt x="2" y="1674"/>
                    <a:pt x="7" y="1679"/>
                  </a:cubicBezTo>
                  <a:cubicBezTo>
                    <a:pt x="22" y="1691"/>
                    <a:pt x="45" y="1692"/>
                    <a:pt x="55" y="1680"/>
                  </a:cubicBezTo>
                  <a:cubicBezTo>
                    <a:pt x="65" y="1670"/>
                    <a:pt x="65" y="1642"/>
                    <a:pt x="61" y="846"/>
                  </a:cubicBezTo>
                  <a:lnTo>
                    <a:pt x="56" y="23"/>
                  </a:lnTo>
                  <a:lnTo>
                    <a:pt x="43" y="13"/>
                  </a:lnTo>
                  <a:cubicBezTo>
                    <a:pt x="30" y="2"/>
                    <a:pt x="19" y="0"/>
                    <a:pt x="14" y="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132" name="Freeform 87">
              <a:extLst>
                <a:ext uri="{FF2B5EF4-FFF2-40B4-BE49-F238E27FC236}">
                  <a16:creationId xmlns:a16="http://schemas.microsoft.com/office/drawing/2014/main" id="{3CFEE485-CAA6-4C44-9FC4-46159195B8BA}"/>
                </a:ext>
              </a:extLst>
            </p:cNvPr>
            <p:cNvSpPr>
              <a:spLocks noChangeArrowheads="1"/>
            </p:cNvSpPr>
            <p:nvPr/>
          </p:nvSpPr>
          <p:spPr bwMode="auto">
            <a:xfrm>
              <a:off x="8451850" y="6364288"/>
              <a:ext cx="39688" cy="31750"/>
            </a:xfrm>
            <a:custGeom>
              <a:avLst/>
              <a:gdLst>
                <a:gd name="T0" fmla="*/ 8224 w 111"/>
                <a:gd name="T1" fmla="*/ 5051 h 88"/>
                <a:gd name="T2" fmla="*/ 8224 w 111"/>
                <a:gd name="T3" fmla="*/ 5051 h 88"/>
                <a:gd name="T4" fmla="*/ 19665 w 111"/>
                <a:gd name="T5" fmla="*/ 31389 h 88"/>
                <a:gd name="T6" fmla="*/ 19665 w 111"/>
                <a:gd name="T7" fmla="*/ 31389 h 88"/>
                <a:gd name="T8" fmla="*/ 30749 w 111"/>
                <a:gd name="T9" fmla="*/ 5051 h 88"/>
                <a:gd name="T10" fmla="*/ 30749 w 111"/>
                <a:gd name="T11" fmla="*/ 5051 h 88"/>
                <a:gd name="T12" fmla="*/ 19665 w 111"/>
                <a:gd name="T13" fmla="*/ 722 h 88"/>
                <a:gd name="T14" fmla="*/ 19665 w 111"/>
                <a:gd name="T15" fmla="*/ 722 h 88"/>
                <a:gd name="T16" fmla="*/ 8224 w 111"/>
                <a:gd name="T17" fmla="*/ 5051 h 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11" h="88">
                  <a:moveTo>
                    <a:pt x="23" y="14"/>
                  </a:moveTo>
                  <a:lnTo>
                    <a:pt x="23" y="14"/>
                  </a:lnTo>
                  <a:cubicBezTo>
                    <a:pt x="0" y="43"/>
                    <a:pt x="19" y="87"/>
                    <a:pt x="55" y="87"/>
                  </a:cubicBezTo>
                  <a:cubicBezTo>
                    <a:pt x="89" y="87"/>
                    <a:pt x="110" y="36"/>
                    <a:pt x="86" y="14"/>
                  </a:cubicBezTo>
                  <a:cubicBezTo>
                    <a:pt x="80" y="8"/>
                    <a:pt x="67" y="4"/>
                    <a:pt x="55" y="2"/>
                  </a:cubicBezTo>
                  <a:cubicBezTo>
                    <a:pt x="37" y="0"/>
                    <a:pt x="33" y="1"/>
                    <a:pt x="23" y="1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133" name="Freeform 89">
              <a:extLst>
                <a:ext uri="{FF2B5EF4-FFF2-40B4-BE49-F238E27FC236}">
                  <a16:creationId xmlns:a16="http://schemas.microsoft.com/office/drawing/2014/main" id="{819AE2B2-86F0-A14C-94A2-E0784562D4F7}"/>
                </a:ext>
              </a:extLst>
            </p:cNvPr>
            <p:cNvSpPr>
              <a:spLocks noChangeArrowheads="1"/>
            </p:cNvSpPr>
            <p:nvPr/>
          </p:nvSpPr>
          <p:spPr bwMode="auto">
            <a:xfrm>
              <a:off x="7731125" y="6427788"/>
              <a:ext cx="754063" cy="754062"/>
            </a:xfrm>
            <a:custGeom>
              <a:avLst/>
              <a:gdLst>
                <a:gd name="T0" fmla="*/ 401350 w 2093"/>
                <a:gd name="T1" fmla="*/ 303354 h 2093"/>
                <a:gd name="T2" fmla="*/ 462598 w 2093"/>
                <a:gd name="T3" fmla="*/ 462597 h 2093"/>
                <a:gd name="T4" fmla="*/ 303715 w 2093"/>
                <a:gd name="T5" fmla="*/ 401350 h 2093"/>
                <a:gd name="T6" fmla="*/ 266606 w 2093"/>
                <a:gd name="T7" fmla="*/ 266606 h 2093"/>
                <a:gd name="T8" fmla="*/ 739292 w 2093"/>
                <a:gd name="T9" fmla="*/ 3603 h 2093"/>
                <a:gd name="T10" fmla="*/ 728483 w 2093"/>
                <a:gd name="T11" fmla="*/ 261562 h 2093"/>
                <a:gd name="T12" fmla="*/ 716954 w 2093"/>
                <a:gd name="T13" fmla="*/ 315964 h 2093"/>
                <a:gd name="T14" fmla="*/ 560954 w 2093"/>
                <a:gd name="T15" fmla="*/ 458634 h 2093"/>
                <a:gd name="T16" fmla="*/ 548344 w 2093"/>
                <a:gd name="T17" fmla="*/ 505470 h 2093"/>
                <a:gd name="T18" fmla="*/ 553028 w 2093"/>
                <a:gd name="T19" fmla="*/ 333617 h 2093"/>
                <a:gd name="T20" fmla="*/ 682007 w 2093"/>
                <a:gd name="T21" fmla="*/ 133303 h 2093"/>
                <a:gd name="T22" fmla="*/ 692095 w 2093"/>
                <a:gd name="T23" fmla="*/ 83945 h 2093"/>
                <a:gd name="T24" fmla="*/ 643818 w 2093"/>
                <a:gd name="T25" fmla="*/ 115649 h 2093"/>
                <a:gd name="T26" fmla="*/ 588695 w 2093"/>
                <a:gd name="T27" fmla="*/ 53681 h 2093"/>
                <a:gd name="T28" fmla="*/ 581129 w 2093"/>
                <a:gd name="T29" fmla="*/ 188425 h 2093"/>
                <a:gd name="T30" fmla="*/ 510154 w 2093"/>
                <a:gd name="T31" fmla="*/ 424408 h 2093"/>
                <a:gd name="T32" fmla="*/ 494302 w 2093"/>
                <a:gd name="T33" fmla="*/ 377211 h 2093"/>
                <a:gd name="T34" fmla="*/ 489619 w 2093"/>
                <a:gd name="T35" fmla="*/ 159243 h 2093"/>
                <a:gd name="T36" fmla="*/ 428731 w 2093"/>
                <a:gd name="T37" fmla="*/ 48998 h 2093"/>
                <a:gd name="T38" fmla="*/ 305156 w 2093"/>
                <a:gd name="T39" fmla="*/ 104841 h 2093"/>
                <a:gd name="T40" fmla="*/ 362440 w 2093"/>
                <a:gd name="T41" fmla="*/ 218689 h 2093"/>
                <a:gd name="T42" fmla="*/ 374329 w 2093"/>
                <a:gd name="T43" fmla="*/ 159963 h 2093"/>
                <a:gd name="T44" fmla="*/ 344787 w 2093"/>
                <a:gd name="T45" fmla="*/ 85026 h 2093"/>
                <a:gd name="T46" fmla="*/ 459355 w 2093"/>
                <a:gd name="T47" fmla="*/ 136545 h 2093"/>
                <a:gd name="T48" fmla="*/ 483494 w 2093"/>
                <a:gd name="T49" fmla="*/ 430532 h 2093"/>
                <a:gd name="T50" fmla="*/ 498986 w 2093"/>
                <a:gd name="T51" fmla="*/ 474846 h 2093"/>
                <a:gd name="T52" fmla="*/ 433775 w 2093"/>
                <a:gd name="T53" fmla="*/ 313082 h 2093"/>
                <a:gd name="T54" fmla="*/ 392704 w 2093"/>
                <a:gd name="T55" fmla="*/ 274172 h 2093"/>
                <a:gd name="T56" fmla="*/ 195631 w 2093"/>
                <a:gd name="T57" fmla="*/ 208241 h 2093"/>
                <a:gd name="T58" fmla="*/ 282819 w 2093"/>
                <a:gd name="T59" fmla="*/ 426569 h 2093"/>
                <a:gd name="T60" fmla="*/ 438819 w 2093"/>
                <a:gd name="T61" fmla="*/ 475567 h 2093"/>
                <a:gd name="T62" fmla="*/ 460436 w 2093"/>
                <a:gd name="T63" fmla="*/ 493221 h 2093"/>
                <a:gd name="T64" fmla="*/ 282098 w 2093"/>
                <a:gd name="T65" fmla="*/ 471244 h 2093"/>
                <a:gd name="T66" fmla="*/ 69173 w 2093"/>
                <a:gd name="T67" fmla="*/ 388380 h 2093"/>
                <a:gd name="T68" fmla="*/ 109164 w 2093"/>
                <a:gd name="T69" fmla="*/ 339382 h 2093"/>
                <a:gd name="T70" fmla="*/ 203918 w 2093"/>
                <a:gd name="T71" fmla="*/ 388740 h 2093"/>
                <a:gd name="T72" fmla="*/ 203918 w 2093"/>
                <a:gd name="T73" fmla="*/ 327493 h 2093"/>
                <a:gd name="T74" fmla="*/ 66652 w 2093"/>
                <a:gd name="T75" fmla="*/ 329654 h 2093"/>
                <a:gd name="T76" fmla="*/ 65571 w 2093"/>
                <a:gd name="T77" fmla="*/ 449987 h 2093"/>
                <a:gd name="T78" fmla="*/ 267687 w 2093"/>
                <a:gd name="T79" fmla="*/ 492500 h 2093"/>
                <a:gd name="T80" fmla="*/ 444223 w 2093"/>
                <a:gd name="T81" fmla="*/ 506911 h 2093"/>
                <a:gd name="T82" fmla="*/ 271650 w 2093"/>
                <a:gd name="T83" fmla="*/ 550505 h 2093"/>
                <a:gd name="T84" fmla="*/ 83945 w 2093"/>
                <a:gd name="T85" fmla="*/ 590496 h 2093"/>
                <a:gd name="T86" fmla="*/ 52240 w 2093"/>
                <a:gd name="T87" fmla="*/ 599503 h 2093"/>
                <a:gd name="T88" fmla="*/ 109885 w 2093"/>
                <a:gd name="T89" fmla="*/ 657868 h 2093"/>
                <a:gd name="T90" fmla="*/ 97275 w 2093"/>
                <a:gd name="T91" fmla="*/ 694256 h 2093"/>
                <a:gd name="T92" fmla="*/ 216888 w 2093"/>
                <a:gd name="T93" fmla="*/ 626884 h 2093"/>
                <a:gd name="T94" fmla="*/ 425129 w 2093"/>
                <a:gd name="T95" fmla="*/ 535013 h 2093"/>
                <a:gd name="T96" fmla="*/ 498986 w 2093"/>
                <a:gd name="T97" fmla="*/ 555189 h 2093"/>
                <a:gd name="T98" fmla="*/ 351272 w 2093"/>
                <a:gd name="T99" fmla="*/ 634450 h 2093"/>
                <a:gd name="T100" fmla="*/ 313803 w 2093"/>
                <a:gd name="T101" fmla="*/ 722358 h 2093"/>
                <a:gd name="T102" fmla="*/ 109164 w 2093"/>
                <a:gd name="T103" fmla="*/ 734967 h 2093"/>
                <a:gd name="T104" fmla="*/ 7926 w 2093"/>
                <a:gd name="T105" fmla="*/ 751540 h 2093"/>
                <a:gd name="T106" fmla="*/ 346228 w 2093"/>
                <a:gd name="T107" fmla="*/ 738570 h 2093"/>
                <a:gd name="T108" fmla="*/ 469083 w 2093"/>
                <a:gd name="T109" fmla="*/ 587974 h 2093"/>
                <a:gd name="T110" fmla="*/ 585453 w 2093"/>
                <a:gd name="T111" fmla="*/ 596620 h 2093"/>
                <a:gd name="T112" fmla="*/ 596621 w 2093"/>
                <a:gd name="T113" fmla="*/ 585452 h 2093"/>
                <a:gd name="T114" fmla="*/ 587975 w 2093"/>
                <a:gd name="T115" fmla="*/ 469082 h 2093"/>
                <a:gd name="T116" fmla="*/ 738931 w 2093"/>
                <a:gd name="T117" fmla="*/ 345867 h 2093"/>
                <a:gd name="T118" fmla="*/ 751901 w 2093"/>
                <a:gd name="T119" fmla="*/ 7926 h 2093"/>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2093" h="2093">
                  <a:moveTo>
                    <a:pt x="918" y="800"/>
                  </a:moveTo>
                  <a:lnTo>
                    <a:pt x="918" y="800"/>
                  </a:lnTo>
                  <a:cubicBezTo>
                    <a:pt x="967" y="813"/>
                    <a:pt x="1032" y="827"/>
                    <a:pt x="1061" y="832"/>
                  </a:cubicBezTo>
                  <a:lnTo>
                    <a:pt x="1114" y="842"/>
                  </a:lnTo>
                  <a:lnTo>
                    <a:pt x="1115" y="882"/>
                  </a:lnTo>
                  <a:cubicBezTo>
                    <a:pt x="1117" y="971"/>
                    <a:pt x="1164" y="1093"/>
                    <a:pt x="1251" y="1230"/>
                  </a:cubicBezTo>
                  <a:lnTo>
                    <a:pt x="1284" y="1284"/>
                  </a:lnTo>
                  <a:lnTo>
                    <a:pt x="1231" y="1250"/>
                  </a:lnTo>
                  <a:cubicBezTo>
                    <a:pt x="1093" y="1164"/>
                    <a:pt x="971" y="1117"/>
                    <a:pt x="883" y="1114"/>
                  </a:cubicBezTo>
                  <a:lnTo>
                    <a:pt x="843" y="1114"/>
                  </a:lnTo>
                  <a:lnTo>
                    <a:pt x="833" y="1061"/>
                  </a:lnTo>
                  <a:cubicBezTo>
                    <a:pt x="817" y="972"/>
                    <a:pt x="779" y="829"/>
                    <a:pt x="759" y="784"/>
                  </a:cubicBezTo>
                  <a:lnTo>
                    <a:pt x="740" y="740"/>
                  </a:lnTo>
                  <a:lnTo>
                    <a:pt x="784" y="759"/>
                  </a:lnTo>
                  <a:cubicBezTo>
                    <a:pt x="808" y="769"/>
                    <a:pt x="868" y="788"/>
                    <a:pt x="918" y="800"/>
                  </a:cubicBezTo>
                  <a:close/>
                  <a:moveTo>
                    <a:pt x="2052" y="10"/>
                  </a:moveTo>
                  <a:lnTo>
                    <a:pt x="2052" y="10"/>
                  </a:lnTo>
                  <a:cubicBezTo>
                    <a:pt x="2043" y="16"/>
                    <a:pt x="2042" y="35"/>
                    <a:pt x="2040" y="303"/>
                  </a:cubicBezTo>
                  <a:cubicBezTo>
                    <a:pt x="2038" y="571"/>
                    <a:pt x="2037" y="596"/>
                    <a:pt x="2022" y="726"/>
                  </a:cubicBezTo>
                  <a:cubicBezTo>
                    <a:pt x="2014" y="802"/>
                    <a:pt x="2007" y="867"/>
                    <a:pt x="2005" y="871"/>
                  </a:cubicBezTo>
                  <a:cubicBezTo>
                    <a:pt x="2004" y="874"/>
                    <a:pt x="1997" y="877"/>
                    <a:pt x="1990" y="877"/>
                  </a:cubicBezTo>
                  <a:cubicBezTo>
                    <a:pt x="1970" y="877"/>
                    <a:pt x="1893" y="903"/>
                    <a:pt x="1841" y="927"/>
                  </a:cubicBezTo>
                  <a:cubicBezTo>
                    <a:pt x="1708" y="990"/>
                    <a:pt x="1597" y="1125"/>
                    <a:pt x="1557" y="1273"/>
                  </a:cubicBezTo>
                  <a:cubicBezTo>
                    <a:pt x="1549" y="1301"/>
                    <a:pt x="1544" y="1339"/>
                    <a:pt x="1542" y="1384"/>
                  </a:cubicBezTo>
                  <a:lnTo>
                    <a:pt x="1538" y="1453"/>
                  </a:lnTo>
                  <a:lnTo>
                    <a:pt x="1522" y="1403"/>
                  </a:lnTo>
                  <a:cubicBezTo>
                    <a:pt x="1492" y="1316"/>
                    <a:pt x="1485" y="1272"/>
                    <a:pt x="1486" y="1180"/>
                  </a:cubicBezTo>
                  <a:cubicBezTo>
                    <a:pt x="1486" y="1083"/>
                    <a:pt x="1499" y="1016"/>
                    <a:pt x="1535" y="926"/>
                  </a:cubicBezTo>
                  <a:cubicBezTo>
                    <a:pt x="1576" y="823"/>
                    <a:pt x="1618" y="755"/>
                    <a:pt x="1740" y="601"/>
                  </a:cubicBezTo>
                  <a:cubicBezTo>
                    <a:pt x="1830" y="488"/>
                    <a:pt x="1851" y="455"/>
                    <a:pt x="1893" y="370"/>
                  </a:cubicBezTo>
                  <a:cubicBezTo>
                    <a:pt x="1918" y="317"/>
                    <a:pt x="1925" y="297"/>
                    <a:pt x="1927" y="270"/>
                  </a:cubicBezTo>
                  <a:cubicBezTo>
                    <a:pt x="1930" y="243"/>
                    <a:pt x="1928" y="236"/>
                    <a:pt x="1921" y="233"/>
                  </a:cubicBezTo>
                  <a:cubicBezTo>
                    <a:pt x="1912" y="230"/>
                    <a:pt x="1880" y="254"/>
                    <a:pt x="1826" y="304"/>
                  </a:cubicBezTo>
                  <a:lnTo>
                    <a:pt x="1791" y="337"/>
                  </a:lnTo>
                  <a:lnTo>
                    <a:pt x="1787" y="321"/>
                  </a:lnTo>
                  <a:cubicBezTo>
                    <a:pt x="1768" y="232"/>
                    <a:pt x="1717" y="159"/>
                    <a:pt x="1665" y="145"/>
                  </a:cubicBezTo>
                  <a:cubicBezTo>
                    <a:pt x="1644" y="140"/>
                    <a:pt x="1641" y="140"/>
                    <a:pt x="1634" y="149"/>
                  </a:cubicBezTo>
                  <a:cubicBezTo>
                    <a:pt x="1625" y="159"/>
                    <a:pt x="1625" y="161"/>
                    <a:pt x="1639" y="233"/>
                  </a:cubicBezTo>
                  <a:cubicBezTo>
                    <a:pt x="1655" y="317"/>
                    <a:pt x="1647" y="414"/>
                    <a:pt x="1613" y="523"/>
                  </a:cubicBezTo>
                  <a:cubicBezTo>
                    <a:pt x="1603" y="557"/>
                    <a:pt x="1565" y="661"/>
                    <a:pt x="1529" y="754"/>
                  </a:cubicBezTo>
                  <a:cubicBezTo>
                    <a:pt x="1427" y="1014"/>
                    <a:pt x="1417" y="1053"/>
                    <a:pt x="1416" y="1178"/>
                  </a:cubicBezTo>
                  <a:lnTo>
                    <a:pt x="1416" y="1259"/>
                  </a:lnTo>
                  <a:lnTo>
                    <a:pt x="1408" y="1232"/>
                  </a:lnTo>
                  <a:cubicBezTo>
                    <a:pt x="1393" y="1189"/>
                    <a:pt x="1378" y="1113"/>
                    <a:pt x="1372" y="1047"/>
                  </a:cubicBezTo>
                  <a:cubicBezTo>
                    <a:pt x="1368" y="1010"/>
                    <a:pt x="1366" y="892"/>
                    <a:pt x="1368" y="742"/>
                  </a:cubicBezTo>
                  <a:cubicBezTo>
                    <a:pt x="1369" y="529"/>
                    <a:pt x="1368" y="490"/>
                    <a:pt x="1359" y="442"/>
                  </a:cubicBezTo>
                  <a:cubicBezTo>
                    <a:pt x="1338" y="314"/>
                    <a:pt x="1305" y="237"/>
                    <a:pt x="1250" y="182"/>
                  </a:cubicBezTo>
                  <a:cubicBezTo>
                    <a:pt x="1230" y="163"/>
                    <a:pt x="1204" y="142"/>
                    <a:pt x="1190" y="136"/>
                  </a:cubicBezTo>
                  <a:cubicBezTo>
                    <a:pt x="1103" y="95"/>
                    <a:pt x="988" y="116"/>
                    <a:pt x="915" y="185"/>
                  </a:cubicBezTo>
                  <a:cubicBezTo>
                    <a:pt x="878" y="220"/>
                    <a:pt x="862" y="246"/>
                    <a:pt x="847" y="291"/>
                  </a:cubicBezTo>
                  <a:cubicBezTo>
                    <a:pt x="813" y="392"/>
                    <a:pt x="837" y="499"/>
                    <a:pt x="909" y="566"/>
                  </a:cubicBezTo>
                  <a:cubicBezTo>
                    <a:pt x="944" y="598"/>
                    <a:pt x="965" y="607"/>
                    <a:pt x="1006" y="607"/>
                  </a:cubicBezTo>
                  <a:cubicBezTo>
                    <a:pt x="1043" y="607"/>
                    <a:pt x="1071" y="591"/>
                    <a:pt x="1080" y="566"/>
                  </a:cubicBezTo>
                  <a:cubicBezTo>
                    <a:pt x="1096" y="515"/>
                    <a:pt x="1081" y="471"/>
                    <a:pt x="1039" y="444"/>
                  </a:cubicBezTo>
                  <a:cubicBezTo>
                    <a:pt x="968" y="399"/>
                    <a:pt x="947" y="367"/>
                    <a:pt x="943" y="303"/>
                  </a:cubicBezTo>
                  <a:cubicBezTo>
                    <a:pt x="940" y="260"/>
                    <a:pt x="941" y="258"/>
                    <a:pt x="957" y="236"/>
                  </a:cubicBezTo>
                  <a:cubicBezTo>
                    <a:pt x="988" y="195"/>
                    <a:pt x="1021" y="182"/>
                    <a:pt x="1079" y="192"/>
                  </a:cubicBezTo>
                  <a:cubicBezTo>
                    <a:pt x="1174" y="207"/>
                    <a:pt x="1240" y="270"/>
                    <a:pt x="1275" y="379"/>
                  </a:cubicBezTo>
                  <a:cubicBezTo>
                    <a:pt x="1301" y="458"/>
                    <a:pt x="1303" y="493"/>
                    <a:pt x="1308" y="782"/>
                  </a:cubicBezTo>
                  <a:cubicBezTo>
                    <a:pt x="1312" y="1072"/>
                    <a:pt x="1313" y="1085"/>
                    <a:pt x="1342" y="1195"/>
                  </a:cubicBezTo>
                  <a:cubicBezTo>
                    <a:pt x="1350" y="1222"/>
                    <a:pt x="1362" y="1259"/>
                    <a:pt x="1369" y="1277"/>
                  </a:cubicBezTo>
                  <a:cubicBezTo>
                    <a:pt x="1376" y="1295"/>
                    <a:pt x="1384" y="1313"/>
                    <a:pt x="1385" y="1318"/>
                  </a:cubicBezTo>
                  <a:cubicBezTo>
                    <a:pt x="1390" y="1332"/>
                    <a:pt x="1351" y="1271"/>
                    <a:pt x="1321" y="1217"/>
                  </a:cubicBezTo>
                  <a:cubicBezTo>
                    <a:pt x="1282" y="1149"/>
                    <a:pt x="1224" y="974"/>
                    <a:pt x="1204" y="869"/>
                  </a:cubicBezTo>
                  <a:cubicBezTo>
                    <a:pt x="1196" y="827"/>
                    <a:pt x="1187" y="790"/>
                    <a:pt x="1184" y="785"/>
                  </a:cubicBezTo>
                  <a:cubicBezTo>
                    <a:pt x="1180" y="780"/>
                    <a:pt x="1148" y="771"/>
                    <a:pt x="1090" y="761"/>
                  </a:cubicBezTo>
                  <a:cubicBezTo>
                    <a:pt x="869" y="720"/>
                    <a:pt x="747" y="669"/>
                    <a:pt x="578" y="543"/>
                  </a:cubicBezTo>
                  <a:cubicBezTo>
                    <a:pt x="477" y="468"/>
                    <a:pt x="468" y="477"/>
                    <a:pt x="543" y="578"/>
                  </a:cubicBezTo>
                  <a:cubicBezTo>
                    <a:pt x="669" y="747"/>
                    <a:pt x="721" y="869"/>
                    <a:pt x="761" y="1089"/>
                  </a:cubicBezTo>
                  <a:cubicBezTo>
                    <a:pt x="772" y="1148"/>
                    <a:pt x="780" y="1179"/>
                    <a:pt x="785" y="1184"/>
                  </a:cubicBezTo>
                  <a:cubicBezTo>
                    <a:pt x="790" y="1187"/>
                    <a:pt x="827" y="1196"/>
                    <a:pt x="869" y="1204"/>
                  </a:cubicBezTo>
                  <a:cubicBezTo>
                    <a:pt x="974" y="1223"/>
                    <a:pt x="1150" y="1282"/>
                    <a:pt x="1218" y="1320"/>
                  </a:cubicBezTo>
                  <a:cubicBezTo>
                    <a:pt x="1271" y="1351"/>
                    <a:pt x="1332" y="1390"/>
                    <a:pt x="1318" y="1385"/>
                  </a:cubicBezTo>
                  <a:cubicBezTo>
                    <a:pt x="1314" y="1383"/>
                    <a:pt x="1295" y="1376"/>
                    <a:pt x="1278" y="1369"/>
                  </a:cubicBezTo>
                  <a:cubicBezTo>
                    <a:pt x="1260" y="1361"/>
                    <a:pt x="1222" y="1349"/>
                    <a:pt x="1196" y="1342"/>
                  </a:cubicBezTo>
                  <a:cubicBezTo>
                    <a:pt x="1085" y="1313"/>
                    <a:pt x="1073" y="1312"/>
                    <a:pt x="783" y="1308"/>
                  </a:cubicBezTo>
                  <a:cubicBezTo>
                    <a:pt x="494" y="1303"/>
                    <a:pt x="458" y="1300"/>
                    <a:pt x="379" y="1275"/>
                  </a:cubicBezTo>
                  <a:cubicBezTo>
                    <a:pt x="270" y="1240"/>
                    <a:pt x="208" y="1174"/>
                    <a:pt x="192" y="1078"/>
                  </a:cubicBezTo>
                  <a:cubicBezTo>
                    <a:pt x="182" y="1021"/>
                    <a:pt x="195" y="987"/>
                    <a:pt x="237" y="956"/>
                  </a:cubicBezTo>
                  <a:cubicBezTo>
                    <a:pt x="259" y="940"/>
                    <a:pt x="260" y="940"/>
                    <a:pt x="303" y="942"/>
                  </a:cubicBezTo>
                  <a:cubicBezTo>
                    <a:pt x="368" y="946"/>
                    <a:pt x="399" y="967"/>
                    <a:pt x="444" y="1038"/>
                  </a:cubicBezTo>
                  <a:cubicBezTo>
                    <a:pt x="472" y="1081"/>
                    <a:pt x="515" y="1096"/>
                    <a:pt x="566" y="1079"/>
                  </a:cubicBezTo>
                  <a:cubicBezTo>
                    <a:pt x="591" y="1071"/>
                    <a:pt x="607" y="1043"/>
                    <a:pt x="607" y="1006"/>
                  </a:cubicBezTo>
                  <a:cubicBezTo>
                    <a:pt x="607" y="965"/>
                    <a:pt x="598" y="943"/>
                    <a:pt x="566" y="909"/>
                  </a:cubicBezTo>
                  <a:cubicBezTo>
                    <a:pt x="500" y="837"/>
                    <a:pt x="393" y="813"/>
                    <a:pt x="292" y="846"/>
                  </a:cubicBezTo>
                  <a:cubicBezTo>
                    <a:pt x="247" y="862"/>
                    <a:pt x="220" y="878"/>
                    <a:pt x="185" y="915"/>
                  </a:cubicBezTo>
                  <a:cubicBezTo>
                    <a:pt x="116" y="987"/>
                    <a:pt x="96" y="1102"/>
                    <a:pt x="136" y="1189"/>
                  </a:cubicBezTo>
                  <a:cubicBezTo>
                    <a:pt x="142" y="1203"/>
                    <a:pt x="163" y="1230"/>
                    <a:pt x="182" y="1249"/>
                  </a:cubicBezTo>
                  <a:cubicBezTo>
                    <a:pt x="238" y="1305"/>
                    <a:pt x="315" y="1338"/>
                    <a:pt x="442" y="1359"/>
                  </a:cubicBezTo>
                  <a:cubicBezTo>
                    <a:pt x="491" y="1368"/>
                    <a:pt x="530" y="1368"/>
                    <a:pt x="743" y="1367"/>
                  </a:cubicBezTo>
                  <a:cubicBezTo>
                    <a:pt x="893" y="1366"/>
                    <a:pt x="1010" y="1368"/>
                    <a:pt x="1048" y="1371"/>
                  </a:cubicBezTo>
                  <a:cubicBezTo>
                    <a:pt x="1113" y="1377"/>
                    <a:pt x="1190" y="1392"/>
                    <a:pt x="1233" y="1407"/>
                  </a:cubicBezTo>
                  <a:lnTo>
                    <a:pt x="1260" y="1416"/>
                  </a:lnTo>
                  <a:lnTo>
                    <a:pt x="1179" y="1416"/>
                  </a:lnTo>
                  <a:cubicBezTo>
                    <a:pt x="1053" y="1416"/>
                    <a:pt x="1014" y="1427"/>
                    <a:pt x="754" y="1528"/>
                  </a:cubicBezTo>
                  <a:cubicBezTo>
                    <a:pt x="661" y="1564"/>
                    <a:pt x="558" y="1602"/>
                    <a:pt x="523" y="1613"/>
                  </a:cubicBezTo>
                  <a:cubicBezTo>
                    <a:pt x="414" y="1646"/>
                    <a:pt x="318" y="1655"/>
                    <a:pt x="233" y="1639"/>
                  </a:cubicBezTo>
                  <a:cubicBezTo>
                    <a:pt x="161" y="1625"/>
                    <a:pt x="159" y="1625"/>
                    <a:pt x="149" y="1633"/>
                  </a:cubicBezTo>
                  <a:cubicBezTo>
                    <a:pt x="141" y="1640"/>
                    <a:pt x="140" y="1644"/>
                    <a:pt x="145" y="1664"/>
                  </a:cubicBezTo>
                  <a:cubicBezTo>
                    <a:pt x="159" y="1717"/>
                    <a:pt x="232" y="1767"/>
                    <a:pt x="322" y="1787"/>
                  </a:cubicBezTo>
                  <a:lnTo>
                    <a:pt x="338" y="1790"/>
                  </a:lnTo>
                  <a:lnTo>
                    <a:pt x="305" y="1826"/>
                  </a:lnTo>
                  <a:cubicBezTo>
                    <a:pt x="254" y="1879"/>
                    <a:pt x="230" y="1911"/>
                    <a:pt x="234" y="1921"/>
                  </a:cubicBezTo>
                  <a:cubicBezTo>
                    <a:pt x="237" y="1928"/>
                    <a:pt x="244" y="1929"/>
                    <a:pt x="270" y="1927"/>
                  </a:cubicBezTo>
                  <a:cubicBezTo>
                    <a:pt x="298" y="1925"/>
                    <a:pt x="318" y="1918"/>
                    <a:pt x="370" y="1892"/>
                  </a:cubicBezTo>
                  <a:cubicBezTo>
                    <a:pt x="455" y="1851"/>
                    <a:pt x="488" y="1830"/>
                    <a:pt x="602" y="1740"/>
                  </a:cubicBezTo>
                  <a:cubicBezTo>
                    <a:pt x="756" y="1618"/>
                    <a:pt x="823" y="1575"/>
                    <a:pt x="926" y="1535"/>
                  </a:cubicBezTo>
                  <a:cubicBezTo>
                    <a:pt x="1017" y="1499"/>
                    <a:pt x="1083" y="1486"/>
                    <a:pt x="1180" y="1485"/>
                  </a:cubicBezTo>
                  <a:cubicBezTo>
                    <a:pt x="1272" y="1485"/>
                    <a:pt x="1317" y="1492"/>
                    <a:pt x="1403" y="1521"/>
                  </a:cubicBezTo>
                  <a:lnTo>
                    <a:pt x="1453" y="1538"/>
                  </a:lnTo>
                  <a:lnTo>
                    <a:pt x="1385" y="1541"/>
                  </a:lnTo>
                  <a:cubicBezTo>
                    <a:pt x="1281" y="1546"/>
                    <a:pt x="1205" y="1571"/>
                    <a:pt x="1117" y="1628"/>
                  </a:cubicBezTo>
                  <a:cubicBezTo>
                    <a:pt x="1073" y="1656"/>
                    <a:pt x="1008" y="1717"/>
                    <a:pt x="975" y="1761"/>
                  </a:cubicBezTo>
                  <a:cubicBezTo>
                    <a:pt x="935" y="1813"/>
                    <a:pt x="878" y="1948"/>
                    <a:pt x="878" y="1989"/>
                  </a:cubicBezTo>
                  <a:cubicBezTo>
                    <a:pt x="878" y="1997"/>
                    <a:pt x="875" y="2003"/>
                    <a:pt x="871" y="2005"/>
                  </a:cubicBezTo>
                  <a:cubicBezTo>
                    <a:pt x="867" y="2006"/>
                    <a:pt x="802" y="2013"/>
                    <a:pt x="726" y="2022"/>
                  </a:cubicBezTo>
                  <a:cubicBezTo>
                    <a:pt x="596" y="2037"/>
                    <a:pt x="571" y="2038"/>
                    <a:pt x="303" y="2040"/>
                  </a:cubicBezTo>
                  <a:cubicBezTo>
                    <a:pt x="36" y="2042"/>
                    <a:pt x="17" y="2043"/>
                    <a:pt x="10" y="2052"/>
                  </a:cubicBezTo>
                  <a:cubicBezTo>
                    <a:pt x="0" y="2065"/>
                    <a:pt x="6" y="2082"/>
                    <a:pt x="22" y="2086"/>
                  </a:cubicBezTo>
                  <a:cubicBezTo>
                    <a:pt x="30" y="2089"/>
                    <a:pt x="237" y="2090"/>
                    <a:pt x="482" y="2090"/>
                  </a:cubicBezTo>
                  <a:cubicBezTo>
                    <a:pt x="988" y="2090"/>
                    <a:pt x="959" y="2092"/>
                    <a:pt x="961" y="2050"/>
                  </a:cubicBezTo>
                  <a:cubicBezTo>
                    <a:pt x="962" y="2018"/>
                    <a:pt x="980" y="1939"/>
                    <a:pt x="994" y="1901"/>
                  </a:cubicBezTo>
                  <a:cubicBezTo>
                    <a:pt x="1037" y="1787"/>
                    <a:pt x="1176" y="1665"/>
                    <a:pt x="1302" y="1632"/>
                  </a:cubicBezTo>
                  <a:cubicBezTo>
                    <a:pt x="1391" y="1608"/>
                    <a:pt x="1494" y="1604"/>
                    <a:pt x="1545" y="1621"/>
                  </a:cubicBezTo>
                  <a:cubicBezTo>
                    <a:pt x="1562" y="1627"/>
                    <a:pt x="1598" y="1642"/>
                    <a:pt x="1625" y="1656"/>
                  </a:cubicBezTo>
                  <a:cubicBezTo>
                    <a:pt x="1653" y="1669"/>
                    <a:pt x="1676" y="1679"/>
                    <a:pt x="1678" y="1677"/>
                  </a:cubicBezTo>
                  <a:cubicBezTo>
                    <a:pt x="1679" y="1676"/>
                    <a:pt x="1669" y="1652"/>
                    <a:pt x="1656" y="1625"/>
                  </a:cubicBezTo>
                  <a:cubicBezTo>
                    <a:pt x="1643" y="1598"/>
                    <a:pt x="1627" y="1562"/>
                    <a:pt x="1622" y="1545"/>
                  </a:cubicBezTo>
                  <a:cubicBezTo>
                    <a:pt x="1604" y="1494"/>
                    <a:pt x="1608" y="1390"/>
                    <a:pt x="1632" y="1302"/>
                  </a:cubicBezTo>
                  <a:cubicBezTo>
                    <a:pt x="1666" y="1176"/>
                    <a:pt x="1787" y="1037"/>
                    <a:pt x="1901" y="994"/>
                  </a:cubicBezTo>
                  <a:cubicBezTo>
                    <a:pt x="1939" y="980"/>
                    <a:pt x="2019" y="962"/>
                    <a:pt x="2051" y="960"/>
                  </a:cubicBezTo>
                  <a:cubicBezTo>
                    <a:pt x="2092" y="959"/>
                    <a:pt x="2090" y="987"/>
                    <a:pt x="2091" y="482"/>
                  </a:cubicBezTo>
                  <a:cubicBezTo>
                    <a:pt x="2091" y="237"/>
                    <a:pt x="2089" y="30"/>
                    <a:pt x="2087" y="22"/>
                  </a:cubicBezTo>
                  <a:cubicBezTo>
                    <a:pt x="2082" y="5"/>
                    <a:pt x="2066" y="0"/>
                    <a:pt x="2052" y="10"/>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134" name="Freeform 91">
              <a:extLst>
                <a:ext uri="{FF2B5EF4-FFF2-40B4-BE49-F238E27FC236}">
                  <a16:creationId xmlns:a16="http://schemas.microsoft.com/office/drawing/2014/main" id="{9CC7E90E-3986-CC42-8953-595A9211FFED}"/>
                </a:ext>
              </a:extLst>
            </p:cNvPr>
            <p:cNvSpPr>
              <a:spLocks noChangeArrowheads="1"/>
            </p:cNvSpPr>
            <p:nvPr/>
          </p:nvSpPr>
          <p:spPr bwMode="auto">
            <a:xfrm>
              <a:off x="8299450" y="6661150"/>
              <a:ext cx="128588" cy="142875"/>
            </a:xfrm>
            <a:custGeom>
              <a:avLst/>
              <a:gdLst>
                <a:gd name="T0" fmla="*/ 96441 w 356"/>
                <a:gd name="T1" fmla="*/ 3599 h 397"/>
                <a:gd name="T2" fmla="*/ 96441 w 356"/>
                <a:gd name="T3" fmla="*/ 3599 h 397"/>
                <a:gd name="T4" fmla="*/ 35759 w 356"/>
                <a:gd name="T5" fmla="*/ 69098 h 397"/>
                <a:gd name="T6" fmla="*/ 35759 w 356"/>
                <a:gd name="T7" fmla="*/ 69098 h 397"/>
                <a:gd name="T8" fmla="*/ 1445 w 356"/>
                <a:gd name="T9" fmla="*/ 137117 h 397"/>
                <a:gd name="T10" fmla="*/ 1445 w 356"/>
                <a:gd name="T11" fmla="*/ 137117 h 397"/>
                <a:gd name="T12" fmla="*/ 4334 w 356"/>
                <a:gd name="T13" fmla="*/ 141076 h 397"/>
                <a:gd name="T14" fmla="*/ 4334 w 356"/>
                <a:gd name="T15" fmla="*/ 141076 h 397"/>
                <a:gd name="T16" fmla="*/ 9391 w 356"/>
                <a:gd name="T17" fmla="*/ 137837 h 397"/>
                <a:gd name="T18" fmla="*/ 9391 w 356"/>
                <a:gd name="T19" fmla="*/ 137837 h 397"/>
                <a:gd name="T20" fmla="*/ 18060 w 356"/>
                <a:gd name="T21" fmla="*/ 125600 h 397"/>
                <a:gd name="T22" fmla="*/ 18060 w 356"/>
                <a:gd name="T23" fmla="*/ 125600 h 397"/>
                <a:gd name="T24" fmla="*/ 88856 w 356"/>
                <a:gd name="T25" fmla="*/ 57222 h 397"/>
                <a:gd name="T26" fmla="*/ 88856 w 356"/>
                <a:gd name="T27" fmla="*/ 57222 h 397"/>
                <a:gd name="T28" fmla="*/ 121725 w 356"/>
                <a:gd name="T29" fmla="*/ 27351 h 397"/>
                <a:gd name="T30" fmla="*/ 121725 w 356"/>
                <a:gd name="T31" fmla="*/ 27351 h 397"/>
                <a:gd name="T32" fmla="*/ 122448 w 356"/>
                <a:gd name="T33" fmla="*/ 3599 h 397"/>
                <a:gd name="T34" fmla="*/ 122448 w 356"/>
                <a:gd name="T35" fmla="*/ 3599 h 397"/>
                <a:gd name="T36" fmla="*/ 96441 w 356"/>
                <a:gd name="T37" fmla="*/ 3599 h 39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356" h="397">
                  <a:moveTo>
                    <a:pt x="267" y="10"/>
                  </a:moveTo>
                  <a:lnTo>
                    <a:pt x="267" y="10"/>
                  </a:lnTo>
                  <a:cubicBezTo>
                    <a:pt x="231" y="26"/>
                    <a:pt x="160" y="104"/>
                    <a:pt x="99" y="192"/>
                  </a:cubicBezTo>
                  <a:cubicBezTo>
                    <a:pt x="69" y="237"/>
                    <a:pt x="10" y="353"/>
                    <a:pt x="4" y="381"/>
                  </a:cubicBezTo>
                  <a:cubicBezTo>
                    <a:pt x="0" y="395"/>
                    <a:pt x="1" y="396"/>
                    <a:pt x="12" y="392"/>
                  </a:cubicBezTo>
                  <a:cubicBezTo>
                    <a:pt x="19" y="390"/>
                    <a:pt x="25" y="386"/>
                    <a:pt x="26" y="383"/>
                  </a:cubicBezTo>
                  <a:cubicBezTo>
                    <a:pt x="27" y="381"/>
                    <a:pt x="38" y="365"/>
                    <a:pt x="50" y="349"/>
                  </a:cubicBezTo>
                  <a:cubicBezTo>
                    <a:pt x="85" y="301"/>
                    <a:pt x="160" y="229"/>
                    <a:pt x="246" y="159"/>
                  </a:cubicBezTo>
                  <a:cubicBezTo>
                    <a:pt x="289" y="124"/>
                    <a:pt x="329" y="87"/>
                    <a:pt x="337" y="76"/>
                  </a:cubicBezTo>
                  <a:cubicBezTo>
                    <a:pt x="355" y="50"/>
                    <a:pt x="355" y="22"/>
                    <a:pt x="339" y="10"/>
                  </a:cubicBezTo>
                  <a:cubicBezTo>
                    <a:pt x="324" y="0"/>
                    <a:pt x="290" y="0"/>
                    <a:pt x="267" y="1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135" name="Freeform 93">
              <a:extLst>
                <a:ext uri="{FF2B5EF4-FFF2-40B4-BE49-F238E27FC236}">
                  <a16:creationId xmlns:a16="http://schemas.microsoft.com/office/drawing/2014/main" id="{A1A08056-5F80-824D-A6B5-62D85883CD6B}"/>
                </a:ext>
              </a:extLst>
            </p:cNvPr>
            <p:cNvSpPr>
              <a:spLocks noChangeArrowheads="1"/>
            </p:cNvSpPr>
            <p:nvPr/>
          </p:nvSpPr>
          <p:spPr bwMode="auto">
            <a:xfrm>
              <a:off x="8147050" y="6846888"/>
              <a:ext cx="431800" cy="427037"/>
            </a:xfrm>
            <a:custGeom>
              <a:avLst/>
              <a:gdLst>
                <a:gd name="T0" fmla="*/ 311155 w 1199"/>
                <a:gd name="T1" fmla="*/ 1438 h 1188"/>
                <a:gd name="T2" fmla="*/ 246331 w 1199"/>
                <a:gd name="T3" fmla="*/ 31632 h 1188"/>
                <a:gd name="T4" fmla="*/ 200954 w 1199"/>
                <a:gd name="T5" fmla="*/ 146659 h 1188"/>
                <a:gd name="T6" fmla="*/ 224003 w 1199"/>
                <a:gd name="T7" fmla="*/ 219629 h 1188"/>
                <a:gd name="T8" fmla="*/ 218601 w 1199"/>
                <a:gd name="T9" fmla="*/ 216754 h 1188"/>
                <a:gd name="T10" fmla="*/ 151256 w 1199"/>
                <a:gd name="T11" fmla="*/ 196624 h 1188"/>
                <a:gd name="T12" fmla="*/ 53300 w 1199"/>
                <a:gd name="T13" fmla="*/ 224302 h 1188"/>
                <a:gd name="T14" fmla="*/ 5042 w 1199"/>
                <a:gd name="T15" fmla="*/ 308416 h 1188"/>
                <a:gd name="T16" fmla="*/ 83911 w 1199"/>
                <a:gd name="T17" fmla="*/ 400437 h 1188"/>
                <a:gd name="T18" fmla="*/ 165661 w 1199"/>
                <a:gd name="T19" fmla="*/ 364491 h 1188"/>
                <a:gd name="T20" fmla="*/ 169983 w 1199"/>
                <a:gd name="T21" fmla="*/ 343283 h 1188"/>
                <a:gd name="T22" fmla="*/ 160620 w 1199"/>
                <a:gd name="T23" fmla="*/ 321356 h 1188"/>
                <a:gd name="T24" fmla="*/ 121365 w 1199"/>
                <a:gd name="T25" fmla="*/ 294397 h 1188"/>
                <a:gd name="T26" fmla="*/ 91474 w 1199"/>
                <a:gd name="T27" fmla="*/ 308775 h 1188"/>
                <a:gd name="T28" fmla="*/ 90033 w 1199"/>
                <a:gd name="T29" fmla="*/ 322794 h 1188"/>
                <a:gd name="T30" fmla="*/ 115243 w 1199"/>
                <a:gd name="T31" fmla="*/ 337532 h 1188"/>
                <a:gd name="T32" fmla="*/ 145854 w 1199"/>
                <a:gd name="T33" fmla="*/ 357661 h 1188"/>
                <a:gd name="T34" fmla="*/ 121725 w 1199"/>
                <a:gd name="T35" fmla="*/ 379948 h 1188"/>
                <a:gd name="T36" fmla="*/ 72027 w 1199"/>
                <a:gd name="T37" fmla="*/ 379588 h 1188"/>
                <a:gd name="T38" fmla="*/ 29531 w 1199"/>
                <a:gd name="T39" fmla="*/ 317043 h 1188"/>
                <a:gd name="T40" fmla="*/ 108400 w 1199"/>
                <a:gd name="T41" fmla="*/ 221067 h 1188"/>
                <a:gd name="T42" fmla="*/ 220402 w 1199"/>
                <a:gd name="T43" fmla="*/ 247667 h 1188"/>
                <a:gd name="T44" fmla="*/ 284866 w 1199"/>
                <a:gd name="T45" fmla="*/ 296553 h 1188"/>
                <a:gd name="T46" fmla="*/ 332043 w 1199"/>
                <a:gd name="T47" fmla="*/ 342924 h 1188"/>
                <a:gd name="T48" fmla="*/ 317638 w 1199"/>
                <a:gd name="T49" fmla="*/ 338610 h 1188"/>
                <a:gd name="T50" fmla="*/ 229405 w 1199"/>
                <a:gd name="T51" fmla="*/ 337532 h 1188"/>
                <a:gd name="T52" fmla="*/ 190150 w 1199"/>
                <a:gd name="T53" fmla="*/ 361256 h 1188"/>
                <a:gd name="T54" fmla="*/ 184028 w 1199"/>
                <a:gd name="T55" fmla="*/ 373478 h 1188"/>
                <a:gd name="T56" fmla="*/ 204916 w 1199"/>
                <a:gd name="T57" fmla="*/ 400437 h 1188"/>
                <a:gd name="T58" fmla="*/ 227964 w 1199"/>
                <a:gd name="T59" fmla="*/ 387137 h 1188"/>
                <a:gd name="T60" fmla="*/ 244891 w 1199"/>
                <a:gd name="T61" fmla="*/ 373837 h 1188"/>
                <a:gd name="T62" fmla="*/ 346088 w 1199"/>
                <a:gd name="T63" fmla="*/ 372759 h 1188"/>
                <a:gd name="T64" fmla="*/ 395787 w 1199"/>
                <a:gd name="T65" fmla="*/ 403672 h 1188"/>
                <a:gd name="T66" fmla="*/ 408751 w 1199"/>
                <a:gd name="T67" fmla="*/ 390732 h 1188"/>
                <a:gd name="T68" fmla="*/ 377780 w 1199"/>
                <a:gd name="T69" fmla="*/ 341126 h 1188"/>
                <a:gd name="T70" fmla="*/ 378860 w 1199"/>
                <a:gd name="T71" fmla="*/ 240478 h 1188"/>
                <a:gd name="T72" fmla="*/ 392185 w 1199"/>
                <a:gd name="T73" fmla="*/ 223583 h 1188"/>
                <a:gd name="T74" fmla="*/ 405510 w 1199"/>
                <a:gd name="T75" fmla="*/ 200219 h 1188"/>
                <a:gd name="T76" fmla="*/ 378140 w 1199"/>
                <a:gd name="T77" fmla="*/ 179370 h 1188"/>
                <a:gd name="T78" fmla="*/ 365896 w 1199"/>
                <a:gd name="T79" fmla="*/ 185481 h 1188"/>
                <a:gd name="T80" fmla="*/ 342127 w 1199"/>
                <a:gd name="T81" fmla="*/ 225021 h 1188"/>
                <a:gd name="T82" fmla="*/ 343567 w 1199"/>
                <a:gd name="T83" fmla="*/ 312729 h 1188"/>
                <a:gd name="T84" fmla="*/ 347529 w 1199"/>
                <a:gd name="T85" fmla="*/ 327467 h 1188"/>
                <a:gd name="T86" fmla="*/ 301432 w 1199"/>
                <a:gd name="T87" fmla="*/ 280378 h 1188"/>
                <a:gd name="T88" fmla="*/ 252093 w 1199"/>
                <a:gd name="T89" fmla="*/ 216035 h 1188"/>
                <a:gd name="T90" fmla="*/ 225444 w 1199"/>
                <a:gd name="T91" fmla="*/ 103884 h 1188"/>
                <a:gd name="T92" fmla="*/ 321599 w 1199"/>
                <a:gd name="T93" fmla="*/ 25162 h 1188"/>
                <a:gd name="T94" fmla="*/ 384623 w 1199"/>
                <a:gd name="T95" fmla="*/ 67938 h 1188"/>
                <a:gd name="T96" fmla="*/ 384623 w 1199"/>
                <a:gd name="T97" fmla="*/ 117543 h 1188"/>
                <a:gd name="T98" fmla="*/ 362294 w 1199"/>
                <a:gd name="T99" fmla="*/ 141627 h 1188"/>
                <a:gd name="T100" fmla="*/ 342127 w 1199"/>
                <a:gd name="T101" fmla="*/ 110713 h 1188"/>
                <a:gd name="T102" fmla="*/ 327361 w 1199"/>
                <a:gd name="T103" fmla="*/ 85911 h 1188"/>
                <a:gd name="T104" fmla="*/ 313676 w 1199"/>
                <a:gd name="T105" fmla="*/ 86989 h 1188"/>
                <a:gd name="T106" fmla="*/ 298911 w 1199"/>
                <a:gd name="T107" fmla="*/ 117184 h 1188"/>
                <a:gd name="T108" fmla="*/ 325921 w 1199"/>
                <a:gd name="T109" fmla="*/ 156365 h 1188"/>
                <a:gd name="T110" fmla="*/ 347889 w 1199"/>
                <a:gd name="T111" fmla="*/ 165710 h 1188"/>
                <a:gd name="T112" fmla="*/ 369137 w 1199"/>
                <a:gd name="T113" fmla="*/ 161038 h 1188"/>
                <a:gd name="T114" fmla="*/ 405510 w 1199"/>
                <a:gd name="T115" fmla="*/ 79800 h 1188"/>
                <a:gd name="T116" fmla="*/ 334564 w 1199"/>
                <a:gd name="T117" fmla="*/ 2876 h 1188"/>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1199" h="1188">
                  <a:moveTo>
                    <a:pt x="864" y="4"/>
                  </a:moveTo>
                  <a:lnTo>
                    <a:pt x="864" y="4"/>
                  </a:lnTo>
                  <a:cubicBezTo>
                    <a:pt x="811" y="11"/>
                    <a:pt x="734" y="47"/>
                    <a:pt x="684" y="88"/>
                  </a:cubicBezTo>
                  <a:cubicBezTo>
                    <a:pt x="599" y="157"/>
                    <a:pt x="544" y="296"/>
                    <a:pt x="558" y="408"/>
                  </a:cubicBezTo>
                  <a:cubicBezTo>
                    <a:pt x="563" y="451"/>
                    <a:pt x="597" y="562"/>
                    <a:pt x="615" y="596"/>
                  </a:cubicBezTo>
                  <a:lnTo>
                    <a:pt x="622" y="611"/>
                  </a:lnTo>
                  <a:lnTo>
                    <a:pt x="607" y="603"/>
                  </a:lnTo>
                  <a:cubicBezTo>
                    <a:pt x="573" y="586"/>
                    <a:pt x="462" y="552"/>
                    <a:pt x="420" y="547"/>
                  </a:cubicBezTo>
                  <a:cubicBezTo>
                    <a:pt x="333" y="536"/>
                    <a:pt x="228" y="566"/>
                    <a:pt x="148" y="624"/>
                  </a:cubicBezTo>
                  <a:cubicBezTo>
                    <a:pt x="85" y="671"/>
                    <a:pt x="27" y="773"/>
                    <a:pt x="14" y="858"/>
                  </a:cubicBezTo>
                  <a:cubicBezTo>
                    <a:pt x="0" y="962"/>
                    <a:pt x="117" y="1098"/>
                    <a:pt x="233" y="1114"/>
                  </a:cubicBezTo>
                  <a:cubicBezTo>
                    <a:pt x="330" y="1128"/>
                    <a:pt x="419" y="1089"/>
                    <a:pt x="460" y="1014"/>
                  </a:cubicBezTo>
                  <a:cubicBezTo>
                    <a:pt x="472" y="990"/>
                    <a:pt x="474" y="982"/>
                    <a:pt x="472" y="955"/>
                  </a:cubicBezTo>
                  <a:cubicBezTo>
                    <a:pt x="470" y="928"/>
                    <a:pt x="467" y="920"/>
                    <a:pt x="446" y="894"/>
                  </a:cubicBezTo>
                  <a:cubicBezTo>
                    <a:pt x="413" y="851"/>
                    <a:pt x="370" y="822"/>
                    <a:pt x="337" y="819"/>
                  </a:cubicBezTo>
                  <a:cubicBezTo>
                    <a:pt x="304" y="816"/>
                    <a:pt x="269" y="834"/>
                    <a:pt x="254" y="859"/>
                  </a:cubicBezTo>
                  <a:cubicBezTo>
                    <a:pt x="245" y="875"/>
                    <a:pt x="245" y="879"/>
                    <a:pt x="250" y="898"/>
                  </a:cubicBezTo>
                  <a:cubicBezTo>
                    <a:pt x="260" y="934"/>
                    <a:pt x="270" y="939"/>
                    <a:pt x="320" y="939"/>
                  </a:cubicBezTo>
                  <a:cubicBezTo>
                    <a:pt x="385" y="939"/>
                    <a:pt x="411" y="956"/>
                    <a:pt x="405" y="995"/>
                  </a:cubicBezTo>
                  <a:cubicBezTo>
                    <a:pt x="402" y="1012"/>
                    <a:pt x="368" y="1044"/>
                    <a:pt x="338" y="1057"/>
                  </a:cubicBezTo>
                  <a:cubicBezTo>
                    <a:pt x="300" y="1073"/>
                    <a:pt x="234" y="1073"/>
                    <a:pt x="200" y="1056"/>
                  </a:cubicBezTo>
                  <a:cubicBezTo>
                    <a:pt x="136" y="1025"/>
                    <a:pt x="87" y="952"/>
                    <a:pt x="82" y="882"/>
                  </a:cubicBezTo>
                  <a:cubicBezTo>
                    <a:pt x="74" y="765"/>
                    <a:pt x="178" y="637"/>
                    <a:pt x="301" y="615"/>
                  </a:cubicBezTo>
                  <a:cubicBezTo>
                    <a:pt x="379" y="601"/>
                    <a:pt x="519" y="633"/>
                    <a:pt x="612" y="689"/>
                  </a:cubicBezTo>
                  <a:cubicBezTo>
                    <a:pt x="656" y="714"/>
                    <a:pt x="738" y="777"/>
                    <a:pt x="791" y="825"/>
                  </a:cubicBezTo>
                  <a:cubicBezTo>
                    <a:pt x="849" y="877"/>
                    <a:pt x="925" y="952"/>
                    <a:pt x="922" y="954"/>
                  </a:cubicBezTo>
                  <a:cubicBezTo>
                    <a:pt x="922" y="955"/>
                    <a:pt x="904" y="949"/>
                    <a:pt x="882" y="942"/>
                  </a:cubicBezTo>
                  <a:cubicBezTo>
                    <a:pt x="797" y="915"/>
                    <a:pt x="703" y="914"/>
                    <a:pt x="637" y="939"/>
                  </a:cubicBezTo>
                  <a:cubicBezTo>
                    <a:pt x="604" y="952"/>
                    <a:pt x="542" y="988"/>
                    <a:pt x="528" y="1005"/>
                  </a:cubicBezTo>
                  <a:cubicBezTo>
                    <a:pt x="522" y="1011"/>
                    <a:pt x="514" y="1026"/>
                    <a:pt x="511" y="1039"/>
                  </a:cubicBezTo>
                  <a:cubicBezTo>
                    <a:pt x="500" y="1080"/>
                    <a:pt x="526" y="1114"/>
                    <a:pt x="569" y="1114"/>
                  </a:cubicBezTo>
                  <a:cubicBezTo>
                    <a:pt x="591" y="1114"/>
                    <a:pt x="600" y="1109"/>
                    <a:pt x="633" y="1077"/>
                  </a:cubicBezTo>
                  <a:cubicBezTo>
                    <a:pt x="648" y="1062"/>
                    <a:pt x="669" y="1046"/>
                    <a:pt x="680" y="1040"/>
                  </a:cubicBezTo>
                  <a:cubicBezTo>
                    <a:pt x="751" y="1004"/>
                    <a:pt x="851" y="1003"/>
                    <a:pt x="961" y="1037"/>
                  </a:cubicBezTo>
                  <a:cubicBezTo>
                    <a:pt x="1000" y="1050"/>
                    <a:pt x="1034" y="1071"/>
                    <a:pt x="1099" y="1123"/>
                  </a:cubicBezTo>
                  <a:cubicBezTo>
                    <a:pt x="1176" y="1187"/>
                    <a:pt x="1198" y="1165"/>
                    <a:pt x="1135" y="1087"/>
                  </a:cubicBezTo>
                  <a:cubicBezTo>
                    <a:pt x="1082" y="1022"/>
                    <a:pt x="1061" y="989"/>
                    <a:pt x="1049" y="949"/>
                  </a:cubicBezTo>
                  <a:cubicBezTo>
                    <a:pt x="1015" y="839"/>
                    <a:pt x="1015" y="740"/>
                    <a:pt x="1052" y="669"/>
                  </a:cubicBezTo>
                  <a:cubicBezTo>
                    <a:pt x="1057" y="657"/>
                    <a:pt x="1074" y="637"/>
                    <a:pt x="1089" y="622"/>
                  </a:cubicBezTo>
                  <a:cubicBezTo>
                    <a:pt x="1121" y="589"/>
                    <a:pt x="1126" y="579"/>
                    <a:pt x="1126" y="557"/>
                  </a:cubicBezTo>
                  <a:cubicBezTo>
                    <a:pt x="1126" y="515"/>
                    <a:pt x="1091" y="488"/>
                    <a:pt x="1050" y="499"/>
                  </a:cubicBezTo>
                  <a:cubicBezTo>
                    <a:pt x="1038" y="502"/>
                    <a:pt x="1022" y="510"/>
                    <a:pt x="1016" y="516"/>
                  </a:cubicBezTo>
                  <a:cubicBezTo>
                    <a:pt x="1000" y="531"/>
                    <a:pt x="963" y="593"/>
                    <a:pt x="950" y="626"/>
                  </a:cubicBezTo>
                  <a:cubicBezTo>
                    <a:pt x="925" y="692"/>
                    <a:pt x="927" y="785"/>
                    <a:pt x="954" y="870"/>
                  </a:cubicBezTo>
                  <a:cubicBezTo>
                    <a:pt x="961" y="892"/>
                    <a:pt x="966" y="910"/>
                    <a:pt x="965" y="911"/>
                  </a:cubicBezTo>
                  <a:cubicBezTo>
                    <a:pt x="963" y="914"/>
                    <a:pt x="888" y="837"/>
                    <a:pt x="837" y="780"/>
                  </a:cubicBezTo>
                  <a:cubicBezTo>
                    <a:pt x="788" y="727"/>
                    <a:pt x="726" y="644"/>
                    <a:pt x="700" y="601"/>
                  </a:cubicBezTo>
                  <a:cubicBezTo>
                    <a:pt x="645" y="507"/>
                    <a:pt x="612" y="368"/>
                    <a:pt x="626" y="289"/>
                  </a:cubicBezTo>
                  <a:cubicBezTo>
                    <a:pt x="649" y="166"/>
                    <a:pt x="777" y="62"/>
                    <a:pt x="893" y="70"/>
                  </a:cubicBezTo>
                  <a:cubicBezTo>
                    <a:pt x="964" y="75"/>
                    <a:pt x="1037" y="125"/>
                    <a:pt x="1068" y="189"/>
                  </a:cubicBezTo>
                  <a:cubicBezTo>
                    <a:pt x="1084" y="223"/>
                    <a:pt x="1084" y="289"/>
                    <a:pt x="1068" y="327"/>
                  </a:cubicBezTo>
                  <a:cubicBezTo>
                    <a:pt x="1055" y="357"/>
                    <a:pt x="1023" y="391"/>
                    <a:pt x="1006" y="394"/>
                  </a:cubicBezTo>
                  <a:cubicBezTo>
                    <a:pt x="967" y="399"/>
                    <a:pt x="950" y="374"/>
                    <a:pt x="950" y="308"/>
                  </a:cubicBezTo>
                  <a:cubicBezTo>
                    <a:pt x="950" y="259"/>
                    <a:pt x="945" y="249"/>
                    <a:pt x="909" y="239"/>
                  </a:cubicBezTo>
                  <a:cubicBezTo>
                    <a:pt x="891" y="233"/>
                    <a:pt x="886" y="233"/>
                    <a:pt x="871" y="242"/>
                  </a:cubicBezTo>
                  <a:cubicBezTo>
                    <a:pt x="845" y="257"/>
                    <a:pt x="828" y="293"/>
                    <a:pt x="830" y="326"/>
                  </a:cubicBezTo>
                  <a:cubicBezTo>
                    <a:pt x="833" y="358"/>
                    <a:pt x="863" y="402"/>
                    <a:pt x="905" y="435"/>
                  </a:cubicBezTo>
                  <a:cubicBezTo>
                    <a:pt x="931" y="455"/>
                    <a:pt x="939" y="458"/>
                    <a:pt x="966" y="461"/>
                  </a:cubicBezTo>
                  <a:cubicBezTo>
                    <a:pt x="993" y="462"/>
                    <a:pt x="1001" y="461"/>
                    <a:pt x="1025" y="448"/>
                  </a:cubicBezTo>
                  <a:cubicBezTo>
                    <a:pt x="1100" y="407"/>
                    <a:pt x="1140" y="319"/>
                    <a:pt x="1126" y="222"/>
                  </a:cubicBezTo>
                  <a:cubicBezTo>
                    <a:pt x="1112" y="129"/>
                    <a:pt x="1021" y="30"/>
                    <a:pt x="929" y="8"/>
                  </a:cubicBezTo>
                  <a:cubicBezTo>
                    <a:pt x="895" y="0"/>
                    <a:pt x="892" y="0"/>
                    <a:pt x="864" y="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136" name="Freeform 95">
              <a:extLst>
                <a:ext uri="{FF2B5EF4-FFF2-40B4-BE49-F238E27FC236}">
                  <a16:creationId xmlns:a16="http://schemas.microsoft.com/office/drawing/2014/main" id="{6ED295AC-EE97-ED49-869B-58C8B0F49A4B}"/>
                </a:ext>
              </a:extLst>
            </p:cNvPr>
            <p:cNvSpPr>
              <a:spLocks noChangeArrowheads="1"/>
            </p:cNvSpPr>
            <p:nvPr/>
          </p:nvSpPr>
          <p:spPr bwMode="auto">
            <a:xfrm>
              <a:off x="7961313" y="6996113"/>
              <a:ext cx="146050" cy="127000"/>
            </a:xfrm>
            <a:custGeom>
              <a:avLst/>
              <a:gdLst>
                <a:gd name="T0" fmla="*/ 137797 w 407"/>
                <a:gd name="T1" fmla="*/ 1447 h 351"/>
                <a:gd name="T2" fmla="*/ 137797 w 407"/>
                <a:gd name="T3" fmla="*/ 1447 h 351"/>
                <a:gd name="T4" fmla="*/ 72128 w 407"/>
                <a:gd name="T5" fmla="*/ 35821 h 351"/>
                <a:gd name="T6" fmla="*/ 72128 w 407"/>
                <a:gd name="T7" fmla="*/ 35821 h 351"/>
                <a:gd name="T8" fmla="*/ 6459 w 407"/>
                <a:gd name="T9" fmla="*/ 96969 h 351"/>
                <a:gd name="T10" fmla="*/ 6459 w 407"/>
                <a:gd name="T11" fmla="*/ 96969 h 351"/>
                <a:gd name="T12" fmla="*/ 16507 w 407"/>
                <a:gd name="T13" fmla="*/ 126638 h 351"/>
                <a:gd name="T14" fmla="*/ 16507 w 407"/>
                <a:gd name="T15" fmla="*/ 126638 h 351"/>
                <a:gd name="T16" fmla="*/ 60286 w 407"/>
                <a:gd name="T17" fmla="*/ 88647 h 351"/>
                <a:gd name="T18" fmla="*/ 60286 w 407"/>
                <a:gd name="T19" fmla="*/ 88647 h 351"/>
                <a:gd name="T20" fmla="*/ 128108 w 407"/>
                <a:gd name="T21" fmla="*/ 18091 h 351"/>
                <a:gd name="T22" fmla="*/ 128108 w 407"/>
                <a:gd name="T23" fmla="*/ 18091 h 351"/>
                <a:gd name="T24" fmla="*/ 140308 w 407"/>
                <a:gd name="T25" fmla="*/ 9407 h 351"/>
                <a:gd name="T26" fmla="*/ 140308 w 407"/>
                <a:gd name="T27" fmla="*/ 9407 h 351"/>
                <a:gd name="T28" fmla="*/ 143538 w 407"/>
                <a:gd name="T29" fmla="*/ 0 h 351"/>
                <a:gd name="T30" fmla="*/ 143538 w 407"/>
                <a:gd name="T31" fmla="*/ 0 h 351"/>
                <a:gd name="T32" fmla="*/ 137797 w 407"/>
                <a:gd name="T33" fmla="*/ 1447 h 35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07" h="351">
                  <a:moveTo>
                    <a:pt x="384" y="4"/>
                  </a:moveTo>
                  <a:lnTo>
                    <a:pt x="384" y="4"/>
                  </a:lnTo>
                  <a:cubicBezTo>
                    <a:pt x="360" y="10"/>
                    <a:pt x="242" y="71"/>
                    <a:pt x="201" y="99"/>
                  </a:cubicBezTo>
                  <a:cubicBezTo>
                    <a:pt x="111" y="160"/>
                    <a:pt x="33" y="232"/>
                    <a:pt x="18" y="268"/>
                  </a:cubicBezTo>
                  <a:cubicBezTo>
                    <a:pt x="0" y="310"/>
                    <a:pt x="13" y="350"/>
                    <a:pt x="46" y="350"/>
                  </a:cubicBezTo>
                  <a:cubicBezTo>
                    <a:pt x="75" y="350"/>
                    <a:pt x="100" y="328"/>
                    <a:pt x="168" y="245"/>
                  </a:cubicBezTo>
                  <a:cubicBezTo>
                    <a:pt x="237" y="159"/>
                    <a:pt x="310" y="84"/>
                    <a:pt x="357" y="50"/>
                  </a:cubicBezTo>
                  <a:cubicBezTo>
                    <a:pt x="373" y="37"/>
                    <a:pt x="389" y="27"/>
                    <a:pt x="391" y="26"/>
                  </a:cubicBezTo>
                  <a:cubicBezTo>
                    <a:pt x="398" y="23"/>
                    <a:pt x="406" y="0"/>
                    <a:pt x="400" y="0"/>
                  </a:cubicBezTo>
                  <a:cubicBezTo>
                    <a:pt x="397" y="1"/>
                    <a:pt x="391" y="2"/>
                    <a:pt x="384" y="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137" name="Freeform 97">
              <a:extLst>
                <a:ext uri="{FF2B5EF4-FFF2-40B4-BE49-F238E27FC236}">
                  <a16:creationId xmlns:a16="http://schemas.microsoft.com/office/drawing/2014/main" id="{7E98C3F2-C2AE-D148-A0B1-405D9C2EA25F}"/>
                </a:ext>
              </a:extLst>
            </p:cNvPr>
            <p:cNvSpPr>
              <a:spLocks noChangeArrowheads="1"/>
            </p:cNvSpPr>
            <p:nvPr/>
          </p:nvSpPr>
          <p:spPr bwMode="auto">
            <a:xfrm>
              <a:off x="7669213" y="7148513"/>
              <a:ext cx="31750" cy="39687"/>
            </a:xfrm>
            <a:custGeom>
              <a:avLst/>
              <a:gdLst>
                <a:gd name="T0" fmla="*/ 5412 w 88"/>
                <a:gd name="T1" fmla="*/ 7866 h 111"/>
                <a:gd name="T2" fmla="*/ 5412 w 88"/>
                <a:gd name="T3" fmla="*/ 7866 h 111"/>
                <a:gd name="T4" fmla="*/ 722 w 88"/>
                <a:gd name="T5" fmla="*/ 19665 h 111"/>
                <a:gd name="T6" fmla="*/ 722 w 88"/>
                <a:gd name="T7" fmla="*/ 19665 h 111"/>
                <a:gd name="T8" fmla="*/ 5412 w 88"/>
                <a:gd name="T9" fmla="*/ 30748 h 111"/>
                <a:gd name="T10" fmla="*/ 5412 w 88"/>
                <a:gd name="T11" fmla="*/ 30748 h 111"/>
                <a:gd name="T12" fmla="*/ 31389 w 88"/>
                <a:gd name="T13" fmla="*/ 19307 h 111"/>
                <a:gd name="T14" fmla="*/ 31389 w 88"/>
                <a:gd name="T15" fmla="*/ 19307 h 111"/>
                <a:gd name="T16" fmla="*/ 5412 w 88"/>
                <a:gd name="T17" fmla="*/ 7866 h 1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8" h="111">
                  <a:moveTo>
                    <a:pt x="15" y="22"/>
                  </a:moveTo>
                  <a:lnTo>
                    <a:pt x="15" y="22"/>
                  </a:lnTo>
                  <a:cubicBezTo>
                    <a:pt x="2" y="33"/>
                    <a:pt x="0" y="37"/>
                    <a:pt x="2" y="55"/>
                  </a:cubicBezTo>
                  <a:cubicBezTo>
                    <a:pt x="4" y="67"/>
                    <a:pt x="9" y="80"/>
                    <a:pt x="15" y="86"/>
                  </a:cubicBezTo>
                  <a:cubicBezTo>
                    <a:pt x="36" y="110"/>
                    <a:pt x="87" y="88"/>
                    <a:pt x="87" y="54"/>
                  </a:cubicBezTo>
                  <a:cubicBezTo>
                    <a:pt x="87" y="19"/>
                    <a:pt x="43" y="0"/>
                    <a:pt x="15" y="2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138" name="Freeform 99">
              <a:extLst>
                <a:ext uri="{FF2B5EF4-FFF2-40B4-BE49-F238E27FC236}">
                  <a16:creationId xmlns:a16="http://schemas.microsoft.com/office/drawing/2014/main" id="{4A1DE997-1F16-824C-93B9-30BB2D403BBE}"/>
                </a:ext>
              </a:extLst>
            </p:cNvPr>
            <p:cNvSpPr>
              <a:spLocks noChangeArrowheads="1"/>
            </p:cNvSpPr>
            <p:nvPr/>
          </p:nvSpPr>
          <p:spPr bwMode="auto">
            <a:xfrm>
              <a:off x="7458075" y="7216775"/>
              <a:ext cx="42863" cy="42863"/>
            </a:xfrm>
            <a:custGeom>
              <a:avLst/>
              <a:gdLst>
                <a:gd name="T0" fmla="*/ 12859 w 120"/>
                <a:gd name="T1" fmla="*/ 4722 h 118"/>
                <a:gd name="T2" fmla="*/ 12859 w 120"/>
                <a:gd name="T3" fmla="*/ 4722 h 118"/>
                <a:gd name="T4" fmla="*/ 8215 w 120"/>
                <a:gd name="T5" fmla="*/ 33782 h 118"/>
                <a:gd name="T6" fmla="*/ 8215 w 120"/>
                <a:gd name="T7" fmla="*/ 33782 h 118"/>
                <a:gd name="T8" fmla="*/ 38577 w 120"/>
                <a:gd name="T9" fmla="*/ 26880 h 118"/>
                <a:gd name="T10" fmla="*/ 38577 w 120"/>
                <a:gd name="T11" fmla="*/ 26880 h 118"/>
                <a:gd name="T12" fmla="*/ 35719 w 120"/>
                <a:gd name="T13" fmla="*/ 7265 h 118"/>
                <a:gd name="T14" fmla="*/ 35719 w 120"/>
                <a:gd name="T15" fmla="*/ 7265 h 118"/>
                <a:gd name="T16" fmla="*/ 12859 w 120"/>
                <a:gd name="T17" fmla="*/ 4722 h 11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20" h="118">
                  <a:moveTo>
                    <a:pt x="36" y="13"/>
                  </a:moveTo>
                  <a:lnTo>
                    <a:pt x="36" y="13"/>
                  </a:lnTo>
                  <a:cubicBezTo>
                    <a:pt x="7" y="29"/>
                    <a:pt x="0" y="70"/>
                    <a:pt x="23" y="93"/>
                  </a:cubicBezTo>
                  <a:cubicBezTo>
                    <a:pt x="47" y="117"/>
                    <a:pt x="90" y="107"/>
                    <a:pt x="108" y="74"/>
                  </a:cubicBezTo>
                  <a:cubicBezTo>
                    <a:pt x="119" y="51"/>
                    <a:pt x="117" y="38"/>
                    <a:pt x="100" y="20"/>
                  </a:cubicBezTo>
                  <a:cubicBezTo>
                    <a:pt x="82" y="3"/>
                    <a:pt x="58" y="0"/>
                    <a:pt x="36" y="1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139" name="Freeform 102">
              <a:extLst>
                <a:ext uri="{FF2B5EF4-FFF2-40B4-BE49-F238E27FC236}">
                  <a16:creationId xmlns:a16="http://schemas.microsoft.com/office/drawing/2014/main" id="{25F208D3-4077-FA40-905E-A8E4C4CE68A8}"/>
                </a:ext>
              </a:extLst>
            </p:cNvPr>
            <p:cNvSpPr>
              <a:spLocks noChangeArrowheads="1"/>
            </p:cNvSpPr>
            <p:nvPr/>
          </p:nvSpPr>
          <p:spPr bwMode="auto">
            <a:xfrm>
              <a:off x="7370763" y="7221538"/>
              <a:ext cx="44450" cy="41275"/>
            </a:xfrm>
            <a:custGeom>
              <a:avLst/>
              <a:gdLst>
                <a:gd name="T0" fmla="*/ 11659 w 122"/>
                <a:gd name="T1" fmla="*/ 6102 h 115"/>
                <a:gd name="T2" fmla="*/ 11659 w 122"/>
                <a:gd name="T3" fmla="*/ 6102 h 115"/>
                <a:gd name="T4" fmla="*/ 15667 w 122"/>
                <a:gd name="T5" fmla="*/ 35891 h 115"/>
                <a:gd name="T6" fmla="*/ 15667 w 122"/>
                <a:gd name="T7" fmla="*/ 35891 h 115"/>
                <a:gd name="T8" fmla="*/ 44086 w 122"/>
                <a:gd name="T9" fmla="*/ 19381 h 115"/>
                <a:gd name="T10" fmla="*/ 44086 w 122"/>
                <a:gd name="T11" fmla="*/ 19381 h 115"/>
                <a:gd name="T12" fmla="*/ 37527 w 122"/>
                <a:gd name="T13" fmla="*/ 8255 h 115"/>
                <a:gd name="T14" fmla="*/ 37527 w 122"/>
                <a:gd name="T15" fmla="*/ 8255 h 115"/>
                <a:gd name="T16" fmla="*/ 11659 w 122"/>
                <a:gd name="T17" fmla="*/ 6102 h 1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22" h="115">
                  <a:moveTo>
                    <a:pt x="32" y="17"/>
                  </a:moveTo>
                  <a:lnTo>
                    <a:pt x="32" y="17"/>
                  </a:lnTo>
                  <a:cubicBezTo>
                    <a:pt x="0" y="37"/>
                    <a:pt x="5" y="81"/>
                    <a:pt x="43" y="100"/>
                  </a:cubicBezTo>
                  <a:cubicBezTo>
                    <a:pt x="73" y="114"/>
                    <a:pt x="121" y="87"/>
                    <a:pt x="121" y="54"/>
                  </a:cubicBezTo>
                  <a:cubicBezTo>
                    <a:pt x="121" y="47"/>
                    <a:pt x="114" y="34"/>
                    <a:pt x="103" y="23"/>
                  </a:cubicBezTo>
                  <a:cubicBezTo>
                    <a:pt x="82" y="2"/>
                    <a:pt x="59" y="0"/>
                    <a:pt x="32" y="1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140" name="Freeform 104">
              <a:extLst>
                <a:ext uri="{FF2B5EF4-FFF2-40B4-BE49-F238E27FC236}">
                  <a16:creationId xmlns:a16="http://schemas.microsoft.com/office/drawing/2014/main" id="{0B9C3CFD-1731-294A-8565-D2F27F18F455}"/>
                </a:ext>
              </a:extLst>
            </p:cNvPr>
            <p:cNvSpPr>
              <a:spLocks noChangeArrowheads="1"/>
            </p:cNvSpPr>
            <p:nvPr/>
          </p:nvSpPr>
          <p:spPr bwMode="auto">
            <a:xfrm>
              <a:off x="7539038" y="7226300"/>
              <a:ext cx="609600" cy="23813"/>
            </a:xfrm>
            <a:custGeom>
              <a:avLst/>
              <a:gdLst>
                <a:gd name="T0" fmla="*/ 15114 w 1694"/>
                <a:gd name="T1" fmla="*/ 2165 h 66"/>
                <a:gd name="T2" fmla="*/ 15114 w 1694"/>
                <a:gd name="T3" fmla="*/ 2165 h 66"/>
                <a:gd name="T4" fmla="*/ 3599 w 1694"/>
                <a:gd name="T5" fmla="*/ 13350 h 66"/>
                <a:gd name="T6" fmla="*/ 3599 w 1694"/>
                <a:gd name="T7" fmla="*/ 13350 h 66"/>
                <a:gd name="T8" fmla="*/ 15114 w 1694"/>
                <a:gd name="T9" fmla="*/ 19483 h 66"/>
                <a:gd name="T10" fmla="*/ 15114 w 1694"/>
                <a:gd name="T11" fmla="*/ 19483 h 66"/>
                <a:gd name="T12" fmla="*/ 312717 w 1694"/>
                <a:gd name="T13" fmla="*/ 22009 h 66"/>
                <a:gd name="T14" fmla="*/ 602043 w 1694"/>
                <a:gd name="T15" fmla="*/ 23452 h 66"/>
                <a:gd name="T16" fmla="*/ 605642 w 1694"/>
                <a:gd name="T17" fmla="*/ 19483 h 66"/>
                <a:gd name="T18" fmla="*/ 605642 w 1694"/>
                <a:gd name="T19" fmla="*/ 19483 h 66"/>
                <a:gd name="T20" fmla="*/ 604562 w 1694"/>
                <a:gd name="T21" fmla="*/ 2526 h 66"/>
                <a:gd name="T22" fmla="*/ 604562 w 1694"/>
                <a:gd name="T23" fmla="*/ 2526 h 66"/>
                <a:gd name="T24" fmla="*/ 314156 w 1694"/>
                <a:gd name="T25" fmla="*/ 361 h 66"/>
                <a:gd name="T26" fmla="*/ 314156 w 1694"/>
                <a:gd name="T27" fmla="*/ 361 h 66"/>
                <a:gd name="T28" fmla="*/ 15114 w 1694"/>
                <a:gd name="T29" fmla="*/ 2165 h 6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694" h="66">
                  <a:moveTo>
                    <a:pt x="42" y="6"/>
                  </a:moveTo>
                  <a:lnTo>
                    <a:pt x="42" y="6"/>
                  </a:lnTo>
                  <a:cubicBezTo>
                    <a:pt x="5" y="13"/>
                    <a:pt x="0" y="18"/>
                    <a:pt x="10" y="37"/>
                  </a:cubicBezTo>
                  <a:cubicBezTo>
                    <a:pt x="16" y="47"/>
                    <a:pt x="23" y="51"/>
                    <a:pt x="42" y="54"/>
                  </a:cubicBezTo>
                  <a:cubicBezTo>
                    <a:pt x="55" y="56"/>
                    <a:pt x="427" y="59"/>
                    <a:pt x="869" y="61"/>
                  </a:cubicBezTo>
                  <a:lnTo>
                    <a:pt x="1673" y="65"/>
                  </a:lnTo>
                  <a:lnTo>
                    <a:pt x="1683" y="54"/>
                  </a:lnTo>
                  <a:cubicBezTo>
                    <a:pt x="1693" y="42"/>
                    <a:pt x="1692" y="21"/>
                    <a:pt x="1680" y="7"/>
                  </a:cubicBezTo>
                  <a:cubicBezTo>
                    <a:pt x="1676" y="1"/>
                    <a:pt x="1511" y="0"/>
                    <a:pt x="873" y="1"/>
                  </a:cubicBezTo>
                  <a:cubicBezTo>
                    <a:pt x="420" y="1"/>
                    <a:pt x="58" y="3"/>
                    <a:pt x="42" y="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sp>
        <p:nvSpPr>
          <p:cNvPr id="5128" name="Freeform 101">
            <a:extLst>
              <a:ext uri="{FF2B5EF4-FFF2-40B4-BE49-F238E27FC236}">
                <a16:creationId xmlns:a16="http://schemas.microsoft.com/office/drawing/2014/main" id="{51723224-2373-8144-B5A8-7A85456EFDC9}"/>
              </a:ext>
            </a:extLst>
          </p:cNvPr>
          <p:cNvSpPr>
            <a:spLocks noChangeArrowheads="1"/>
          </p:cNvSpPr>
          <p:nvPr/>
        </p:nvSpPr>
        <p:spPr bwMode="auto">
          <a:xfrm>
            <a:off x="1595548" y="300992"/>
            <a:ext cx="9014400" cy="23043"/>
          </a:xfrm>
          <a:custGeom>
            <a:avLst/>
            <a:gdLst>
              <a:gd name="T0" fmla="*/ 40161 w 12117"/>
              <a:gd name="T1" fmla="*/ 1065 h 71"/>
              <a:gd name="T2" fmla="*/ 40161 w 12117"/>
              <a:gd name="T3" fmla="*/ 1065 h 71"/>
              <a:gd name="T4" fmla="*/ 5578 w 12117"/>
              <a:gd name="T5" fmla="*/ 6034 h 71"/>
              <a:gd name="T6" fmla="*/ 5578 w 12117"/>
              <a:gd name="T7" fmla="*/ 6034 h 71"/>
              <a:gd name="T8" fmla="*/ 6136 w 12117"/>
              <a:gd name="T9" fmla="*/ 16682 h 71"/>
              <a:gd name="T10" fmla="*/ 6136 w 12117"/>
              <a:gd name="T11" fmla="*/ 16682 h 71"/>
              <a:gd name="T12" fmla="*/ 68050 w 12117"/>
              <a:gd name="T13" fmla="*/ 21651 h 71"/>
              <a:gd name="T14" fmla="*/ 68050 w 12117"/>
              <a:gd name="T15" fmla="*/ 21651 h 71"/>
              <a:gd name="T16" fmla="*/ 6689517 w 12117"/>
              <a:gd name="T17" fmla="*/ 21651 h 71"/>
              <a:gd name="T18" fmla="*/ 6689517 w 12117"/>
              <a:gd name="T19" fmla="*/ 21651 h 71"/>
              <a:gd name="T20" fmla="*/ 6751431 w 12117"/>
              <a:gd name="T21" fmla="*/ 16327 h 71"/>
              <a:gd name="T22" fmla="*/ 6751431 w 12117"/>
              <a:gd name="T23" fmla="*/ 16327 h 71"/>
              <a:gd name="T24" fmla="*/ 6746411 w 12117"/>
              <a:gd name="T25" fmla="*/ 2839 h 71"/>
              <a:gd name="T26" fmla="*/ 6746411 w 12117"/>
              <a:gd name="T27" fmla="*/ 2839 h 71"/>
              <a:gd name="T28" fmla="*/ 3404720 w 12117"/>
              <a:gd name="T29" fmla="*/ 355 h 71"/>
              <a:gd name="T30" fmla="*/ 3404720 w 12117"/>
              <a:gd name="T31" fmla="*/ 355 h 71"/>
              <a:gd name="T32" fmla="*/ 40161 w 12117"/>
              <a:gd name="T33" fmla="*/ 1065 h 7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2117" h="71">
                <a:moveTo>
                  <a:pt x="72" y="3"/>
                </a:moveTo>
                <a:lnTo>
                  <a:pt x="72" y="3"/>
                </a:lnTo>
                <a:cubicBezTo>
                  <a:pt x="26" y="6"/>
                  <a:pt x="15" y="8"/>
                  <a:pt x="10" y="17"/>
                </a:cubicBezTo>
                <a:cubicBezTo>
                  <a:pt x="0" y="30"/>
                  <a:pt x="0" y="38"/>
                  <a:pt x="11" y="47"/>
                </a:cubicBezTo>
                <a:cubicBezTo>
                  <a:pt x="18" y="54"/>
                  <a:pt x="44" y="57"/>
                  <a:pt x="122" y="61"/>
                </a:cubicBezTo>
                <a:cubicBezTo>
                  <a:pt x="264" y="70"/>
                  <a:pt x="11849" y="70"/>
                  <a:pt x="11993" y="61"/>
                </a:cubicBezTo>
                <a:cubicBezTo>
                  <a:pt x="12077" y="57"/>
                  <a:pt x="12096" y="54"/>
                  <a:pt x="12104" y="46"/>
                </a:cubicBezTo>
                <a:cubicBezTo>
                  <a:pt x="12116" y="35"/>
                  <a:pt x="12112" y="18"/>
                  <a:pt x="12095" y="8"/>
                </a:cubicBezTo>
                <a:cubicBezTo>
                  <a:pt x="12086" y="2"/>
                  <a:pt x="10874" y="1"/>
                  <a:pt x="6104" y="1"/>
                </a:cubicBezTo>
                <a:cubicBezTo>
                  <a:pt x="2817" y="0"/>
                  <a:pt x="102" y="2"/>
                  <a:pt x="72" y="3"/>
                </a:cubicBezTo>
              </a:path>
            </a:pathLst>
          </a:custGeom>
          <a:solidFill>
            <a:schemeClr val="accent3"/>
          </a:solidFill>
          <a:ln>
            <a:noFill/>
          </a:ln>
          <a:effectLst/>
        </p:spPr>
        <p:txBody>
          <a:bodyPr wrap="none" anchor="ctr"/>
          <a:lstStyle/>
          <a:p>
            <a:endParaRPr lang="es-ES_tradnl" sz="1633"/>
          </a:p>
        </p:txBody>
      </p:sp>
      <p:sp>
        <p:nvSpPr>
          <p:cNvPr id="58" name="Freeform 101">
            <a:extLst>
              <a:ext uri="{FF2B5EF4-FFF2-40B4-BE49-F238E27FC236}">
                <a16:creationId xmlns:a16="http://schemas.microsoft.com/office/drawing/2014/main" id="{AD526E26-CBB7-FB47-869C-DE9428D94F6D}"/>
              </a:ext>
            </a:extLst>
          </p:cNvPr>
          <p:cNvSpPr>
            <a:spLocks noChangeArrowheads="1"/>
          </p:cNvSpPr>
          <p:nvPr/>
        </p:nvSpPr>
        <p:spPr bwMode="auto">
          <a:xfrm>
            <a:off x="1599319" y="6549785"/>
            <a:ext cx="9014400" cy="23043"/>
          </a:xfrm>
          <a:custGeom>
            <a:avLst/>
            <a:gdLst>
              <a:gd name="T0" fmla="*/ 40161 w 12117"/>
              <a:gd name="T1" fmla="*/ 1065 h 71"/>
              <a:gd name="T2" fmla="*/ 40161 w 12117"/>
              <a:gd name="T3" fmla="*/ 1065 h 71"/>
              <a:gd name="T4" fmla="*/ 5578 w 12117"/>
              <a:gd name="T5" fmla="*/ 6034 h 71"/>
              <a:gd name="T6" fmla="*/ 5578 w 12117"/>
              <a:gd name="T7" fmla="*/ 6034 h 71"/>
              <a:gd name="T8" fmla="*/ 6136 w 12117"/>
              <a:gd name="T9" fmla="*/ 16682 h 71"/>
              <a:gd name="T10" fmla="*/ 6136 w 12117"/>
              <a:gd name="T11" fmla="*/ 16682 h 71"/>
              <a:gd name="T12" fmla="*/ 68050 w 12117"/>
              <a:gd name="T13" fmla="*/ 21651 h 71"/>
              <a:gd name="T14" fmla="*/ 68050 w 12117"/>
              <a:gd name="T15" fmla="*/ 21651 h 71"/>
              <a:gd name="T16" fmla="*/ 6689517 w 12117"/>
              <a:gd name="T17" fmla="*/ 21651 h 71"/>
              <a:gd name="T18" fmla="*/ 6689517 w 12117"/>
              <a:gd name="T19" fmla="*/ 21651 h 71"/>
              <a:gd name="T20" fmla="*/ 6751431 w 12117"/>
              <a:gd name="T21" fmla="*/ 16327 h 71"/>
              <a:gd name="T22" fmla="*/ 6751431 w 12117"/>
              <a:gd name="T23" fmla="*/ 16327 h 71"/>
              <a:gd name="T24" fmla="*/ 6746411 w 12117"/>
              <a:gd name="T25" fmla="*/ 2839 h 71"/>
              <a:gd name="T26" fmla="*/ 6746411 w 12117"/>
              <a:gd name="T27" fmla="*/ 2839 h 71"/>
              <a:gd name="T28" fmla="*/ 3404720 w 12117"/>
              <a:gd name="T29" fmla="*/ 355 h 71"/>
              <a:gd name="T30" fmla="*/ 3404720 w 12117"/>
              <a:gd name="T31" fmla="*/ 355 h 71"/>
              <a:gd name="T32" fmla="*/ 40161 w 12117"/>
              <a:gd name="T33" fmla="*/ 1065 h 7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2117" h="71">
                <a:moveTo>
                  <a:pt x="72" y="3"/>
                </a:moveTo>
                <a:lnTo>
                  <a:pt x="72" y="3"/>
                </a:lnTo>
                <a:cubicBezTo>
                  <a:pt x="26" y="6"/>
                  <a:pt x="15" y="8"/>
                  <a:pt x="10" y="17"/>
                </a:cubicBezTo>
                <a:cubicBezTo>
                  <a:pt x="0" y="30"/>
                  <a:pt x="0" y="38"/>
                  <a:pt x="11" y="47"/>
                </a:cubicBezTo>
                <a:cubicBezTo>
                  <a:pt x="18" y="54"/>
                  <a:pt x="44" y="57"/>
                  <a:pt x="122" y="61"/>
                </a:cubicBezTo>
                <a:cubicBezTo>
                  <a:pt x="264" y="70"/>
                  <a:pt x="11849" y="70"/>
                  <a:pt x="11993" y="61"/>
                </a:cubicBezTo>
                <a:cubicBezTo>
                  <a:pt x="12077" y="57"/>
                  <a:pt x="12096" y="54"/>
                  <a:pt x="12104" y="46"/>
                </a:cubicBezTo>
                <a:cubicBezTo>
                  <a:pt x="12116" y="35"/>
                  <a:pt x="12112" y="18"/>
                  <a:pt x="12095" y="8"/>
                </a:cubicBezTo>
                <a:cubicBezTo>
                  <a:pt x="12086" y="2"/>
                  <a:pt x="10874" y="1"/>
                  <a:pt x="6104" y="1"/>
                </a:cubicBezTo>
                <a:cubicBezTo>
                  <a:pt x="2817" y="0"/>
                  <a:pt x="102" y="2"/>
                  <a:pt x="72" y="3"/>
                </a:cubicBezTo>
              </a:path>
            </a:pathLst>
          </a:custGeom>
          <a:solidFill>
            <a:schemeClr val="accent3"/>
          </a:solidFill>
          <a:ln>
            <a:noFill/>
          </a:ln>
          <a:effectLst/>
        </p:spPr>
        <p:txBody>
          <a:bodyPr wrap="none" anchor="ctr"/>
          <a:lstStyle/>
          <a:p>
            <a:endParaRPr lang="es-ES_tradnl" sz="1633"/>
          </a:p>
        </p:txBody>
      </p:sp>
      <p:sp>
        <p:nvSpPr>
          <p:cNvPr id="59" name="TextBox 58">
            <a:extLst>
              <a:ext uri="{FF2B5EF4-FFF2-40B4-BE49-F238E27FC236}">
                <a16:creationId xmlns:a16="http://schemas.microsoft.com/office/drawing/2014/main" id="{98CEB661-0986-574F-9D6B-99CF0FE09E75}"/>
              </a:ext>
            </a:extLst>
          </p:cNvPr>
          <p:cNvSpPr txBox="1"/>
          <p:nvPr/>
        </p:nvSpPr>
        <p:spPr>
          <a:xfrm>
            <a:off x="7053207" y="4741001"/>
            <a:ext cx="4470495" cy="420564"/>
          </a:xfrm>
          <a:prstGeom prst="rect">
            <a:avLst/>
          </a:prstGeom>
          <a:noFill/>
        </p:spPr>
        <p:txBody>
          <a:bodyPr wrap="square" rtlCol="0">
            <a:spAutoFit/>
          </a:bodyPr>
          <a:lstStyle/>
          <a:p>
            <a:pPr algn="just"/>
            <a:r>
              <a:rPr lang="vi-VN" sz="2133" i="1" dirty="0">
                <a:solidFill>
                  <a:schemeClr val="tx2"/>
                </a:solidFill>
                <a:latin typeface="Gentium Basic" panose="02000503060000020004" pitchFamily="2" charset="77"/>
                <a:ea typeface="Lato Light" panose="020F0502020204030203" pitchFamily="34" charset="0"/>
                <a:cs typeface="Lato Light" panose="020F0502020204030203" pitchFamily="34" charset="0"/>
              </a:rPr>
              <a:t>Tạo nền tảng cho công việc, sự nghiệp</a:t>
            </a:r>
            <a:endParaRPr lang="en-US" sz="2133" i="1" dirty="0">
              <a:solidFill>
                <a:schemeClr val="tx2"/>
              </a:solidFill>
              <a:latin typeface="Gentium Basic" panose="02000503060000020004" pitchFamily="2" charset="77"/>
              <a:ea typeface="Lato Light" panose="020F0502020204030203" pitchFamily="34" charset="0"/>
              <a:cs typeface="Lato Light" panose="020F0502020204030203" pitchFamily="34" charset="0"/>
            </a:endParaRPr>
          </a:p>
        </p:txBody>
      </p:sp>
      <p:sp>
        <p:nvSpPr>
          <p:cNvPr id="60" name="TextBox 59">
            <a:extLst>
              <a:ext uri="{FF2B5EF4-FFF2-40B4-BE49-F238E27FC236}">
                <a16:creationId xmlns:a16="http://schemas.microsoft.com/office/drawing/2014/main" id="{4FE6CA15-9B0B-F642-942F-026A33A42767}"/>
              </a:ext>
            </a:extLst>
          </p:cNvPr>
          <p:cNvSpPr txBox="1"/>
          <p:nvPr/>
        </p:nvSpPr>
        <p:spPr>
          <a:xfrm>
            <a:off x="7053207" y="1868680"/>
            <a:ext cx="4470495" cy="1077026"/>
          </a:xfrm>
          <a:prstGeom prst="rect">
            <a:avLst/>
          </a:prstGeom>
          <a:noFill/>
        </p:spPr>
        <p:txBody>
          <a:bodyPr wrap="square" rtlCol="0">
            <a:spAutoFit/>
          </a:bodyPr>
          <a:lstStyle/>
          <a:p>
            <a:pPr algn="just"/>
            <a:r>
              <a:rPr lang="vi-VN" sz="2133" i="1" dirty="0">
                <a:solidFill>
                  <a:schemeClr val="tx2"/>
                </a:solidFill>
                <a:latin typeface="Gentium Basic" panose="02000503060000020004" pitchFamily="2" charset="77"/>
                <a:ea typeface="Lato Light" panose="020F0502020204030203" pitchFamily="34" charset="0"/>
                <a:cs typeface="Lato Light" panose="020F0502020204030203" pitchFamily="34" charset="0"/>
              </a:rPr>
              <a:t>Tạo ra một ứng dụng giúp người dùng dễ dàng mua trà sữa trực tuyến (đối tượng chủ yếu là giới trẻ)</a:t>
            </a:r>
          </a:p>
        </p:txBody>
      </p:sp>
      <p:sp>
        <p:nvSpPr>
          <p:cNvPr id="61" name="TextBox 60">
            <a:extLst>
              <a:ext uri="{FF2B5EF4-FFF2-40B4-BE49-F238E27FC236}">
                <a16:creationId xmlns:a16="http://schemas.microsoft.com/office/drawing/2014/main" id="{285A00EB-6E19-6B40-9784-DC91AD0ADC92}"/>
              </a:ext>
            </a:extLst>
          </p:cNvPr>
          <p:cNvSpPr txBox="1"/>
          <p:nvPr/>
        </p:nvSpPr>
        <p:spPr>
          <a:xfrm>
            <a:off x="7053207" y="3299092"/>
            <a:ext cx="4429890" cy="748795"/>
          </a:xfrm>
          <a:prstGeom prst="rect">
            <a:avLst/>
          </a:prstGeom>
          <a:noFill/>
        </p:spPr>
        <p:txBody>
          <a:bodyPr wrap="square" rtlCol="0">
            <a:spAutoFit/>
          </a:bodyPr>
          <a:lstStyle/>
          <a:p>
            <a:pPr algn="just"/>
            <a:r>
              <a:rPr lang="vi-VN" sz="2133" i="1" dirty="0">
                <a:solidFill>
                  <a:schemeClr val="tx2"/>
                </a:solidFill>
                <a:latin typeface="Gentium Basic" panose="02000503060000020004" pitchFamily="2" charset="77"/>
                <a:ea typeface="Lato Light" panose="020F0502020204030203" pitchFamily="34" charset="0"/>
                <a:cs typeface="Lato Light" panose="020F0502020204030203" pitchFamily="34" charset="0"/>
              </a:rPr>
              <a:t>Học hỏi thêm công nghệ mới, trau dồi năng lực bản thân</a:t>
            </a:r>
            <a:endParaRPr lang="en-US" sz="2133" i="1" dirty="0">
              <a:solidFill>
                <a:schemeClr val="tx2"/>
              </a:solidFill>
              <a:latin typeface="Gentium Basic" panose="02000503060000020004" pitchFamily="2" charset="77"/>
              <a:ea typeface="Lato Light" panose="020F0502020204030203" pitchFamily="34" charset="0"/>
              <a:cs typeface="Lato Light" panose="020F0502020204030203" pitchFamily="34" charset="0"/>
            </a:endParaRPr>
          </a:p>
        </p:txBody>
      </p:sp>
      <p:sp>
        <p:nvSpPr>
          <p:cNvPr id="63" name="TextBox 62">
            <a:extLst>
              <a:ext uri="{FF2B5EF4-FFF2-40B4-BE49-F238E27FC236}">
                <a16:creationId xmlns:a16="http://schemas.microsoft.com/office/drawing/2014/main" id="{60C170A5-2BCC-1641-AC0F-97230E222901}"/>
              </a:ext>
            </a:extLst>
          </p:cNvPr>
          <p:cNvSpPr txBox="1"/>
          <p:nvPr/>
        </p:nvSpPr>
        <p:spPr>
          <a:xfrm>
            <a:off x="1895086" y="2652080"/>
            <a:ext cx="3185993" cy="1569660"/>
          </a:xfrm>
          <a:prstGeom prst="rect">
            <a:avLst/>
          </a:prstGeom>
          <a:noFill/>
        </p:spPr>
        <p:txBody>
          <a:bodyPr wrap="square" rtlCol="0">
            <a:spAutoFit/>
          </a:bodyPr>
          <a:lstStyle/>
          <a:p>
            <a:pPr algn="ctr"/>
            <a:r>
              <a:rPr lang="vi-VN" sz="4800" i="1" dirty="0">
                <a:solidFill>
                  <a:schemeClr val="tx2"/>
                </a:solidFill>
                <a:latin typeface="Playfair Display" panose="00000500000000000000" pitchFamily="2" charset="0"/>
                <a:ea typeface="Nunito Bold" charset="0"/>
                <a:cs typeface="Nunito Bold" charset="0"/>
              </a:rPr>
              <a:t>Mục tiêu dự án</a:t>
            </a:r>
            <a:endParaRPr lang="en-US" sz="4800" i="1" dirty="0">
              <a:solidFill>
                <a:schemeClr val="tx2"/>
              </a:solidFill>
              <a:latin typeface="Playfair Display" panose="00000500000000000000" pitchFamily="2" charset="0"/>
              <a:ea typeface="Nunito Bold" charset="0"/>
              <a:cs typeface="Nunito Bold" charset="0"/>
            </a:endParaRPr>
          </a:p>
        </p:txBody>
      </p:sp>
      <p:sp>
        <p:nvSpPr>
          <p:cNvPr id="67" name="Freeform 1">
            <a:extLst>
              <a:ext uri="{FF2B5EF4-FFF2-40B4-BE49-F238E27FC236}">
                <a16:creationId xmlns:a16="http://schemas.microsoft.com/office/drawing/2014/main" id="{6648FB81-0353-0E4E-9069-76FCB53A1790}"/>
              </a:ext>
            </a:extLst>
          </p:cNvPr>
          <p:cNvSpPr>
            <a:spLocks noChangeAspect="1" noChangeArrowheads="1"/>
          </p:cNvSpPr>
          <p:nvPr/>
        </p:nvSpPr>
        <p:spPr bwMode="auto">
          <a:xfrm>
            <a:off x="6636170" y="2233720"/>
            <a:ext cx="292889" cy="346947"/>
          </a:xfrm>
          <a:custGeom>
            <a:avLst/>
            <a:gdLst>
              <a:gd name="T0" fmla="*/ 3760 w 4231"/>
              <a:gd name="T1" fmla="*/ 2895 h 5011"/>
              <a:gd name="T2" fmla="*/ 3551 w 4231"/>
              <a:gd name="T3" fmla="*/ 2526 h 5011"/>
              <a:gd name="T4" fmla="*/ 2808 w 4231"/>
              <a:gd name="T5" fmla="*/ 2643 h 5011"/>
              <a:gd name="T6" fmla="*/ 2640 w 4231"/>
              <a:gd name="T7" fmla="*/ 2977 h 5011"/>
              <a:gd name="T8" fmla="*/ 2893 w 4231"/>
              <a:gd name="T9" fmla="*/ 1903 h 5011"/>
              <a:gd name="T10" fmla="*/ 3396 w 4231"/>
              <a:gd name="T11" fmla="*/ 1615 h 5011"/>
              <a:gd name="T12" fmla="*/ 3974 w 4231"/>
              <a:gd name="T13" fmla="*/ 2230 h 5011"/>
              <a:gd name="T14" fmla="*/ 1224 w 4231"/>
              <a:gd name="T15" fmla="*/ 3561 h 5011"/>
              <a:gd name="T16" fmla="*/ 3007 w 4231"/>
              <a:gd name="T17" fmla="*/ 3561 h 5011"/>
              <a:gd name="T18" fmla="*/ 1480 w 4231"/>
              <a:gd name="T19" fmla="*/ 4316 h 5011"/>
              <a:gd name="T20" fmla="*/ 2357 w 4231"/>
              <a:gd name="T21" fmla="*/ 3758 h 5011"/>
              <a:gd name="T22" fmla="*/ 1422 w 4231"/>
              <a:gd name="T23" fmla="*/ 2643 h 5011"/>
              <a:gd name="T24" fmla="*/ 1086 w 4231"/>
              <a:gd name="T25" fmla="*/ 2408 h 5011"/>
              <a:gd name="T26" fmla="*/ 470 w 4231"/>
              <a:gd name="T27" fmla="*/ 2895 h 5011"/>
              <a:gd name="T28" fmla="*/ 470 w 4231"/>
              <a:gd name="T29" fmla="*/ 2896 h 5011"/>
              <a:gd name="T30" fmla="*/ 834 w 4231"/>
              <a:gd name="T31" fmla="*/ 1615 h 5011"/>
              <a:gd name="T32" fmla="*/ 1291 w 4231"/>
              <a:gd name="T33" fmla="*/ 1582 h 5011"/>
              <a:gd name="T34" fmla="*/ 1387 w 4231"/>
              <a:gd name="T35" fmla="*/ 1904 h 5011"/>
              <a:gd name="T36" fmla="*/ 1489 w 4231"/>
              <a:gd name="T37" fmla="*/ 2977 h 5011"/>
              <a:gd name="T38" fmla="*/ 1801 w 4231"/>
              <a:gd name="T39" fmla="*/ 655 h 5011"/>
              <a:gd name="T40" fmla="*/ 2814 w 4231"/>
              <a:gd name="T41" fmla="*/ 1378 h 5011"/>
              <a:gd name="T42" fmla="*/ 2809 w 4231"/>
              <a:gd name="T43" fmla="*/ 1475 h 5011"/>
              <a:gd name="T44" fmla="*/ 2713 w 4231"/>
              <a:gd name="T45" fmla="*/ 1828 h 5011"/>
              <a:gd name="T46" fmla="*/ 2213 w 4231"/>
              <a:gd name="T47" fmla="*/ 2977 h 5011"/>
              <a:gd name="T48" fmla="*/ 2116 w 4231"/>
              <a:gd name="T49" fmla="*/ 1242 h 5011"/>
              <a:gd name="T50" fmla="*/ 2017 w 4231"/>
              <a:gd name="T51" fmla="*/ 2977 h 5011"/>
              <a:gd name="T52" fmla="*/ 1568 w 4231"/>
              <a:gd name="T53" fmla="*/ 1830 h 5011"/>
              <a:gd name="T54" fmla="*/ 1467 w 4231"/>
              <a:gd name="T55" fmla="*/ 1378 h 5011"/>
              <a:gd name="T56" fmla="*/ 4167 w 4231"/>
              <a:gd name="T57" fmla="*/ 2195 h 5011"/>
              <a:gd name="T58" fmla="*/ 3010 w 4231"/>
              <a:gd name="T59" fmla="*/ 1376 h 5011"/>
              <a:gd name="T60" fmla="*/ 2614 w 4231"/>
              <a:gd name="T61" fmla="*/ 510 h 5011"/>
              <a:gd name="T62" fmla="*/ 2251 w 4231"/>
              <a:gd name="T63" fmla="*/ 66 h 5011"/>
              <a:gd name="T64" fmla="*/ 2147 w 4231"/>
              <a:gd name="T65" fmla="*/ 0 h 5011"/>
              <a:gd name="T66" fmla="*/ 2141 w 4231"/>
              <a:gd name="T67" fmla="*/ 0 h 5011"/>
              <a:gd name="T68" fmla="*/ 1936 w 4231"/>
              <a:gd name="T69" fmla="*/ 167 h 5011"/>
              <a:gd name="T70" fmla="*/ 1667 w 4231"/>
              <a:gd name="T71" fmla="*/ 507 h 5011"/>
              <a:gd name="T72" fmla="*/ 1272 w 4231"/>
              <a:gd name="T73" fmla="*/ 1380 h 5011"/>
              <a:gd name="T74" fmla="*/ 64 w 4231"/>
              <a:gd name="T75" fmla="*/ 2195 h 5011"/>
              <a:gd name="T76" fmla="*/ 423 w 4231"/>
              <a:gd name="T77" fmla="*/ 3115 h 5011"/>
              <a:gd name="T78" fmla="*/ 656 w 4231"/>
              <a:gd name="T79" fmla="*/ 2960 h 5011"/>
              <a:gd name="T80" fmla="*/ 813 w 4231"/>
              <a:gd name="T81" fmla="*/ 2668 h 5011"/>
              <a:gd name="T82" fmla="*/ 1254 w 4231"/>
              <a:gd name="T83" fmla="*/ 2742 h 5011"/>
              <a:gd name="T84" fmla="*/ 1259 w 4231"/>
              <a:gd name="T85" fmla="*/ 2751 h 5011"/>
              <a:gd name="T86" fmla="*/ 1126 w 4231"/>
              <a:gd name="T87" fmla="*/ 2977 h 5011"/>
              <a:gd name="T88" fmla="*/ 1028 w 4231"/>
              <a:gd name="T89" fmla="*/ 3659 h 5011"/>
              <a:gd name="T90" fmla="*/ 1666 w 4231"/>
              <a:gd name="T91" fmla="*/ 3758 h 5011"/>
              <a:gd name="T92" fmla="*/ 1206 w 4231"/>
              <a:gd name="T93" fmla="*/ 4294 h 5011"/>
              <a:gd name="T94" fmla="*/ 2057 w 4231"/>
              <a:gd name="T95" fmla="*/ 4991 h 5011"/>
              <a:gd name="T96" fmla="*/ 2116 w 4231"/>
              <a:gd name="T97" fmla="*/ 5010 h 5011"/>
              <a:gd name="T98" fmla="*/ 2986 w 4231"/>
              <a:gd name="T99" fmla="*/ 4385 h 5011"/>
              <a:gd name="T100" fmla="*/ 2964 w 4231"/>
              <a:gd name="T101" fmla="*/ 4216 h 5011"/>
              <a:gd name="T102" fmla="*/ 3105 w 4231"/>
              <a:gd name="T103" fmla="*/ 3758 h 5011"/>
              <a:gd name="T104" fmla="*/ 3202 w 4231"/>
              <a:gd name="T105" fmla="*/ 3075 h 5011"/>
              <a:gd name="T106" fmla="*/ 2937 w 4231"/>
              <a:gd name="T107" fmla="*/ 2977 h 5011"/>
              <a:gd name="T108" fmla="*/ 2971 w 4231"/>
              <a:gd name="T109" fmla="*/ 2751 h 5011"/>
              <a:gd name="T110" fmla="*/ 3174 w 4231"/>
              <a:gd name="T111" fmla="*/ 2601 h 5011"/>
              <a:gd name="T112" fmla="*/ 3417 w 4231"/>
              <a:gd name="T113" fmla="*/ 2668 h 5011"/>
              <a:gd name="T114" fmla="*/ 3700 w 4231"/>
              <a:gd name="T115" fmla="*/ 3138 h 5011"/>
              <a:gd name="T116" fmla="*/ 3808 w 4231"/>
              <a:gd name="T117" fmla="*/ 3115 h 5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231" h="5011">
                <a:moveTo>
                  <a:pt x="3760" y="2896"/>
                </a:moveTo>
                <a:lnTo>
                  <a:pt x="3760" y="2896"/>
                </a:lnTo>
                <a:cubicBezTo>
                  <a:pt x="3760" y="2896"/>
                  <a:pt x="3760" y="2896"/>
                  <a:pt x="3760" y="2895"/>
                </a:cubicBezTo>
                <a:lnTo>
                  <a:pt x="3760" y="2895"/>
                </a:lnTo>
                <a:cubicBezTo>
                  <a:pt x="3724" y="2792"/>
                  <a:pt x="3669" y="2637"/>
                  <a:pt x="3551" y="2526"/>
                </a:cubicBezTo>
                <a:lnTo>
                  <a:pt x="3551" y="2526"/>
                </a:lnTo>
                <a:cubicBezTo>
                  <a:pt x="3451" y="2432"/>
                  <a:pt x="3291" y="2385"/>
                  <a:pt x="3144" y="2408"/>
                </a:cubicBezTo>
                <a:lnTo>
                  <a:pt x="3144" y="2408"/>
                </a:lnTo>
                <a:cubicBezTo>
                  <a:pt x="3001" y="2431"/>
                  <a:pt x="2882" y="2514"/>
                  <a:pt x="2808" y="2643"/>
                </a:cubicBezTo>
                <a:lnTo>
                  <a:pt x="2808" y="2643"/>
                </a:lnTo>
                <a:cubicBezTo>
                  <a:pt x="2748" y="2733"/>
                  <a:pt x="2738" y="2871"/>
                  <a:pt x="2741" y="2977"/>
                </a:cubicBezTo>
                <a:lnTo>
                  <a:pt x="2640" y="2977"/>
                </a:lnTo>
                <a:lnTo>
                  <a:pt x="2640" y="2977"/>
                </a:lnTo>
                <a:cubicBezTo>
                  <a:pt x="2697" y="2539"/>
                  <a:pt x="2785" y="2169"/>
                  <a:pt x="2893" y="1903"/>
                </a:cubicBezTo>
                <a:lnTo>
                  <a:pt x="2893" y="1903"/>
                </a:lnTo>
                <a:cubicBezTo>
                  <a:pt x="2940" y="1789"/>
                  <a:pt x="2974" y="1679"/>
                  <a:pt x="2992" y="1574"/>
                </a:cubicBezTo>
                <a:lnTo>
                  <a:pt x="2992" y="1574"/>
                </a:lnTo>
                <a:cubicBezTo>
                  <a:pt x="3127" y="1560"/>
                  <a:pt x="3263" y="1574"/>
                  <a:pt x="3396" y="1615"/>
                </a:cubicBezTo>
                <a:lnTo>
                  <a:pt x="3396" y="1615"/>
                </a:lnTo>
                <a:cubicBezTo>
                  <a:pt x="3696" y="1709"/>
                  <a:pt x="3923" y="1950"/>
                  <a:pt x="3974" y="2230"/>
                </a:cubicBezTo>
                <a:lnTo>
                  <a:pt x="3974" y="2230"/>
                </a:lnTo>
                <a:cubicBezTo>
                  <a:pt x="4019" y="2477"/>
                  <a:pt x="3941" y="2716"/>
                  <a:pt x="3760" y="2896"/>
                </a:cubicBezTo>
                <a:close/>
                <a:moveTo>
                  <a:pt x="3007" y="3561"/>
                </a:moveTo>
                <a:lnTo>
                  <a:pt x="1224" y="3561"/>
                </a:lnTo>
                <a:lnTo>
                  <a:pt x="1224" y="3172"/>
                </a:lnTo>
                <a:lnTo>
                  <a:pt x="3007" y="3172"/>
                </a:lnTo>
                <a:lnTo>
                  <a:pt x="3007" y="3561"/>
                </a:lnTo>
                <a:close/>
                <a:moveTo>
                  <a:pt x="2751" y="4316"/>
                </a:moveTo>
                <a:lnTo>
                  <a:pt x="2116" y="4791"/>
                </a:lnTo>
                <a:lnTo>
                  <a:pt x="1480" y="4316"/>
                </a:lnTo>
                <a:lnTo>
                  <a:pt x="1480" y="4316"/>
                </a:lnTo>
                <a:cubicBezTo>
                  <a:pt x="1602" y="4227"/>
                  <a:pt x="1776" y="4056"/>
                  <a:pt x="1874" y="3758"/>
                </a:cubicBezTo>
                <a:lnTo>
                  <a:pt x="2357" y="3758"/>
                </a:lnTo>
                <a:lnTo>
                  <a:pt x="2357" y="3758"/>
                </a:lnTo>
                <a:cubicBezTo>
                  <a:pt x="2454" y="4056"/>
                  <a:pt x="2628" y="4227"/>
                  <a:pt x="2751" y="4316"/>
                </a:cubicBezTo>
                <a:close/>
                <a:moveTo>
                  <a:pt x="1422" y="2643"/>
                </a:moveTo>
                <a:lnTo>
                  <a:pt x="1422" y="2643"/>
                </a:lnTo>
                <a:cubicBezTo>
                  <a:pt x="1349" y="2514"/>
                  <a:pt x="1229" y="2431"/>
                  <a:pt x="1086" y="2408"/>
                </a:cubicBezTo>
                <a:lnTo>
                  <a:pt x="1086" y="2408"/>
                </a:lnTo>
                <a:cubicBezTo>
                  <a:pt x="939" y="2385"/>
                  <a:pt x="780" y="2432"/>
                  <a:pt x="680" y="2526"/>
                </a:cubicBezTo>
                <a:lnTo>
                  <a:pt x="680" y="2526"/>
                </a:lnTo>
                <a:cubicBezTo>
                  <a:pt x="561" y="2637"/>
                  <a:pt x="507" y="2792"/>
                  <a:pt x="470" y="2895"/>
                </a:cubicBezTo>
                <a:lnTo>
                  <a:pt x="470" y="2895"/>
                </a:lnTo>
                <a:cubicBezTo>
                  <a:pt x="470" y="2896"/>
                  <a:pt x="470" y="2896"/>
                  <a:pt x="470" y="2896"/>
                </a:cubicBezTo>
                <a:lnTo>
                  <a:pt x="470" y="2896"/>
                </a:lnTo>
                <a:cubicBezTo>
                  <a:pt x="289" y="2716"/>
                  <a:pt x="212" y="2477"/>
                  <a:pt x="257" y="2230"/>
                </a:cubicBezTo>
                <a:lnTo>
                  <a:pt x="257" y="2230"/>
                </a:lnTo>
                <a:cubicBezTo>
                  <a:pt x="307" y="1950"/>
                  <a:pt x="534" y="1709"/>
                  <a:pt x="834" y="1615"/>
                </a:cubicBezTo>
                <a:lnTo>
                  <a:pt x="834" y="1615"/>
                </a:lnTo>
                <a:cubicBezTo>
                  <a:pt x="977" y="1571"/>
                  <a:pt x="1123" y="1558"/>
                  <a:pt x="1268" y="1577"/>
                </a:cubicBezTo>
                <a:lnTo>
                  <a:pt x="1291" y="1582"/>
                </a:lnTo>
                <a:lnTo>
                  <a:pt x="1291" y="1582"/>
                </a:lnTo>
                <a:cubicBezTo>
                  <a:pt x="1310" y="1684"/>
                  <a:pt x="1341" y="1792"/>
                  <a:pt x="1387" y="1904"/>
                </a:cubicBezTo>
                <a:lnTo>
                  <a:pt x="1387" y="1904"/>
                </a:lnTo>
                <a:cubicBezTo>
                  <a:pt x="1497" y="2170"/>
                  <a:pt x="1584" y="2539"/>
                  <a:pt x="1642" y="2977"/>
                </a:cubicBezTo>
                <a:lnTo>
                  <a:pt x="1489" y="2977"/>
                </a:lnTo>
                <a:lnTo>
                  <a:pt x="1489" y="2977"/>
                </a:lnTo>
                <a:cubicBezTo>
                  <a:pt x="1492" y="2871"/>
                  <a:pt x="1483" y="2733"/>
                  <a:pt x="1422" y="2643"/>
                </a:cubicBezTo>
                <a:close/>
                <a:moveTo>
                  <a:pt x="1801" y="655"/>
                </a:moveTo>
                <a:lnTo>
                  <a:pt x="1801" y="655"/>
                </a:lnTo>
                <a:cubicBezTo>
                  <a:pt x="1933" y="469"/>
                  <a:pt x="2066" y="313"/>
                  <a:pt x="2141" y="233"/>
                </a:cubicBezTo>
                <a:lnTo>
                  <a:pt x="2141" y="233"/>
                </a:lnTo>
                <a:cubicBezTo>
                  <a:pt x="2318" y="428"/>
                  <a:pt x="2814" y="1040"/>
                  <a:pt x="2814" y="1378"/>
                </a:cubicBezTo>
                <a:lnTo>
                  <a:pt x="2814" y="1378"/>
                </a:lnTo>
                <a:cubicBezTo>
                  <a:pt x="2814" y="1409"/>
                  <a:pt x="2812" y="1442"/>
                  <a:pt x="2809" y="1475"/>
                </a:cubicBezTo>
                <a:lnTo>
                  <a:pt x="2809" y="1475"/>
                </a:lnTo>
                <a:cubicBezTo>
                  <a:pt x="2808" y="1477"/>
                  <a:pt x="2808" y="1478"/>
                  <a:pt x="2808" y="1479"/>
                </a:cubicBezTo>
                <a:lnTo>
                  <a:pt x="2808" y="1479"/>
                </a:lnTo>
                <a:cubicBezTo>
                  <a:pt x="2796" y="1588"/>
                  <a:pt x="2764" y="1705"/>
                  <a:pt x="2713" y="1828"/>
                </a:cubicBezTo>
                <a:lnTo>
                  <a:pt x="2713" y="1828"/>
                </a:lnTo>
                <a:cubicBezTo>
                  <a:pt x="2595" y="2115"/>
                  <a:pt x="2502" y="2510"/>
                  <a:pt x="2442" y="2977"/>
                </a:cubicBezTo>
                <a:lnTo>
                  <a:pt x="2213" y="2977"/>
                </a:lnTo>
                <a:lnTo>
                  <a:pt x="2213" y="1341"/>
                </a:lnTo>
                <a:lnTo>
                  <a:pt x="2213" y="1341"/>
                </a:lnTo>
                <a:cubicBezTo>
                  <a:pt x="2213" y="1287"/>
                  <a:pt x="2169" y="1242"/>
                  <a:pt x="2116" y="1242"/>
                </a:cubicBezTo>
                <a:lnTo>
                  <a:pt x="2116" y="1242"/>
                </a:lnTo>
                <a:cubicBezTo>
                  <a:pt x="2061" y="1242"/>
                  <a:pt x="2017" y="1287"/>
                  <a:pt x="2017" y="1341"/>
                </a:cubicBezTo>
                <a:lnTo>
                  <a:pt x="2017" y="2977"/>
                </a:lnTo>
                <a:lnTo>
                  <a:pt x="1840" y="2977"/>
                </a:lnTo>
                <a:lnTo>
                  <a:pt x="1840" y="2977"/>
                </a:lnTo>
                <a:cubicBezTo>
                  <a:pt x="1779" y="2511"/>
                  <a:pt x="1686" y="2116"/>
                  <a:pt x="1568" y="1830"/>
                </a:cubicBezTo>
                <a:lnTo>
                  <a:pt x="1568" y="1830"/>
                </a:lnTo>
                <a:cubicBezTo>
                  <a:pt x="1501" y="1664"/>
                  <a:pt x="1467" y="1512"/>
                  <a:pt x="1467" y="1378"/>
                </a:cubicBezTo>
                <a:lnTo>
                  <a:pt x="1467" y="1378"/>
                </a:lnTo>
                <a:cubicBezTo>
                  <a:pt x="1467" y="1215"/>
                  <a:pt x="1586" y="959"/>
                  <a:pt x="1801" y="655"/>
                </a:cubicBezTo>
                <a:close/>
                <a:moveTo>
                  <a:pt x="4167" y="2195"/>
                </a:moveTo>
                <a:lnTo>
                  <a:pt x="4167" y="2195"/>
                </a:lnTo>
                <a:cubicBezTo>
                  <a:pt x="4103" y="1845"/>
                  <a:pt x="3824" y="1544"/>
                  <a:pt x="3454" y="1429"/>
                </a:cubicBezTo>
                <a:lnTo>
                  <a:pt x="3454" y="1429"/>
                </a:lnTo>
                <a:cubicBezTo>
                  <a:pt x="3308" y="1383"/>
                  <a:pt x="3159" y="1365"/>
                  <a:pt x="3010" y="1376"/>
                </a:cubicBezTo>
                <a:lnTo>
                  <a:pt x="3010" y="1376"/>
                </a:lnTo>
                <a:cubicBezTo>
                  <a:pt x="3009" y="1164"/>
                  <a:pt x="2876" y="873"/>
                  <a:pt x="2614" y="510"/>
                </a:cubicBezTo>
                <a:lnTo>
                  <a:pt x="2614" y="510"/>
                </a:lnTo>
                <a:cubicBezTo>
                  <a:pt x="2503" y="356"/>
                  <a:pt x="2398" y="231"/>
                  <a:pt x="2345" y="170"/>
                </a:cubicBezTo>
                <a:lnTo>
                  <a:pt x="2345" y="170"/>
                </a:lnTo>
                <a:cubicBezTo>
                  <a:pt x="2310" y="129"/>
                  <a:pt x="2277" y="94"/>
                  <a:pt x="2251" y="66"/>
                </a:cubicBezTo>
                <a:lnTo>
                  <a:pt x="2251" y="66"/>
                </a:lnTo>
                <a:cubicBezTo>
                  <a:pt x="2214" y="28"/>
                  <a:pt x="2189" y="3"/>
                  <a:pt x="2147" y="0"/>
                </a:cubicBezTo>
                <a:lnTo>
                  <a:pt x="2147" y="0"/>
                </a:lnTo>
                <a:cubicBezTo>
                  <a:pt x="2146" y="0"/>
                  <a:pt x="2143" y="0"/>
                  <a:pt x="2141" y="0"/>
                </a:cubicBezTo>
                <a:lnTo>
                  <a:pt x="2141" y="0"/>
                </a:lnTo>
                <a:lnTo>
                  <a:pt x="2141" y="0"/>
                </a:lnTo>
                <a:cubicBezTo>
                  <a:pt x="2095" y="0"/>
                  <a:pt x="2067" y="28"/>
                  <a:pt x="2031" y="65"/>
                </a:cubicBezTo>
                <a:lnTo>
                  <a:pt x="2031" y="65"/>
                </a:lnTo>
                <a:cubicBezTo>
                  <a:pt x="2005" y="92"/>
                  <a:pt x="1972" y="127"/>
                  <a:pt x="1936" y="167"/>
                </a:cubicBezTo>
                <a:lnTo>
                  <a:pt x="1936" y="167"/>
                </a:lnTo>
                <a:cubicBezTo>
                  <a:pt x="1884" y="228"/>
                  <a:pt x="1778" y="352"/>
                  <a:pt x="1667" y="507"/>
                </a:cubicBezTo>
                <a:lnTo>
                  <a:pt x="1667" y="507"/>
                </a:lnTo>
                <a:cubicBezTo>
                  <a:pt x="1404" y="869"/>
                  <a:pt x="1272" y="1161"/>
                  <a:pt x="1272" y="1378"/>
                </a:cubicBezTo>
                <a:lnTo>
                  <a:pt x="1272" y="1380"/>
                </a:lnTo>
                <a:lnTo>
                  <a:pt x="1272" y="1380"/>
                </a:lnTo>
                <a:cubicBezTo>
                  <a:pt x="1105" y="1362"/>
                  <a:pt x="939" y="1378"/>
                  <a:pt x="776" y="1429"/>
                </a:cubicBezTo>
                <a:lnTo>
                  <a:pt x="776" y="1429"/>
                </a:lnTo>
                <a:cubicBezTo>
                  <a:pt x="407" y="1544"/>
                  <a:pt x="127" y="1845"/>
                  <a:pt x="64" y="2195"/>
                </a:cubicBezTo>
                <a:lnTo>
                  <a:pt x="64" y="2195"/>
                </a:lnTo>
                <a:cubicBezTo>
                  <a:pt x="0" y="2547"/>
                  <a:pt x="131" y="2882"/>
                  <a:pt x="423" y="3115"/>
                </a:cubicBezTo>
                <a:lnTo>
                  <a:pt x="423" y="3115"/>
                </a:lnTo>
                <a:cubicBezTo>
                  <a:pt x="454" y="3141"/>
                  <a:pt x="493" y="3149"/>
                  <a:pt x="530" y="3138"/>
                </a:cubicBezTo>
                <a:lnTo>
                  <a:pt x="530" y="3138"/>
                </a:lnTo>
                <a:cubicBezTo>
                  <a:pt x="600" y="3118"/>
                  <a:pt x="623" y="3052"/>
                  <a:pt x="656" y="2960"/>
                </a:cubicBezTo>
                <a:lnTo>
                  <a:pt x="656" y="2960"/>
                </a:lnTo>
                <a:cubicBezTo>
                  <a:pt x="687" y="2870"/>
                  <a:pt x="730" y="2747"/>
                  <a:pt x="813" y="2668"/>
                </a:cubicBezTo>
                <a:lnTo>
                  <a:pt x="813" y="2668"/>
                </a:lnTo>
                <a:cubicBezTo>
                  <a:pt x="861" y="2624"/>
                  <a:pt x="954" y="2586"/>
                  <a:pt x="1056" y="2601"/>
                </a:cubicBezTo>
                <a:lnTo>
                  <a:pt x="1056" y="2601"/>
                </a:lnTo>
                <a:cubicBezTo>
                  <a:pt x="1115" y="2611"/>
                  <a:pt x="1198" y="2643"/>
                  <a:pt x="1254" y="2742"/>
                </a:cubicBezTo>
                <a:lnTo>
                  <a:pt x="1254" y="2742"/>
                </a:lnTo>
                <a:cubicBezTo>
                  <a:pt x="1256" y="2745"/>
                  <a:pt x="1258" y="2748"/>
                  <a:pt x="1259" y="2751"/>
                </a:cubicBezTo>
                <a:lnTo>
                  <a:pt x="1259" y="2751"/>
                </a:lnTo>
                <a:cubicBezTo>
                  <a:pt x="1285" y="2787"/>
                  <a:pt x="1297" y="2875"/>
                  <a:pt x="1293" y="2977"/>
                </a:cubicBezTo>
                <a:lnTo>
                  <a:pt x="1126" y="2977"/>
                </a:lnTo>
                <a:lnTo>
                  <a:pt x="1126" y="2977"/>
                </a:lnTo>
                <a:cubicBezTo>
                  <a:pt x="1072" y="2977"/>
                  <a:pt x="1028" y="3021"/>
                  <a:pt x="1028" y="3075"/>
                </a:cubicBezTo>
                <a:lnTo>
                  <a:pt x="1028" y="3659"/>
                </a:lnTo>
                <a:lnTo>
                  <a:pt x="1028" y="3659"/>
                </a:lnTo>
                <a:cubicBezTo>
                  <a:pt x="1028" y="3713"/>
                  <a:pt x="1072" y="3758"/>
                  <a:pt x="1126" y="3758"/>
                </a:cubicBezTo>
                <a:lnTo>
                  <a:pt x="1666" y="3758"/>
                </a:lnTo>
                <a:lnTo>
                  <a:pt x="1666" y="3758"/>
                </a:lnTo>
                <a:cubicBezTo>
                  <a:pt x="1530" y="4104"/>
                  <a:pt x="1278" y="4211"/>
                  <a:pt x="1267" y="4216"/>
                </a:cubicBezTo>
                <a:lnTo>
                  <a:pt x="1267" y="4216"/>
                </a:lnTo>
                <a:cubicBezTo>
                  <a:pt x="1234" y="4228"/>
                  <a:pt x="1210" y="4258"/>
                  <a:pt x="1206" y="4294"/>
                </a:cubicBezTo>
                <a:lnTo>
                  <a:pt x="1206" y="4294"/>
                </a:lnTo>
                <a:cubicBezTo>
                  <a:pt x="1201" y="4329"/>
                  <a:pt x="1216" y="4364"/>
                  <a:pt x="1245" y="4385"/>
                </a:cubicBezTo>
                <a:lnTo>
                  <a:pt x="2057" y="4991"/>
                </a:lnTo>
                <a:lnTo>
                  <a:pt x="2057" y="4991"/>
                </a:lnTo>
                <a:cubicBezTo>
                  <a:pt x="2075" y="5004"/>
                  <a:pt x="2095" y="5010"/>
                  <a:pt x="2116" y="5010"/>
                </a:cubicBezTo>
                <a:lnTo>
                  <a:pt x="2116" y="5010"/>
                </a:lnTo>
                <a:cubicBezTo>
                  <a:pt x="2136" y="5010"/>
                  <a:pt x="2157" y="5004"/>
                  <a:pt x="2173" y="4991"/>
                </a:cubicBezTo>
                <a:lnTo>
                  <a:pt x="2986" y="4385"/>
                </a:lnTo>
                <a:lnTo>
                  <a:pt x="2986" y="4385"/>
                </a:lnTo>
                <a:cubicBezTo>
                  <a:pt x="3014" y="4364"/>
                  <a:pt x="3029" y="4329"/>
                  <a:pt x="3025" y="4294"/>
                </a:cubicBezTo>
                <a:lnTo>
                  <a:pt x="3025" y="4294"/>
                </a:lnTo>
                <a:cubicBezTo>
                  <a:pt x="3020" y="4258"/>
                  <a:pt x="2997" y="4229"/>
                  <a:pt x="2964" y="4216"/>
                </a:cubicBezTo>
                <a:lnTo>
                  <a:pt x="2964" y="4216"/>
                </a:lnTo>
                <a:cubicBezTo>
                  <a:pt x="2952" y="4211"/>
                  <a:pt x="2700" y="4104"/>
                  <a:pt x="2564" y="3758"/>
                </a:cubicBezTo>
                <a:lnTo>
                  <a:pt x="3105" y="3758"/>
                </a:lnTo>
                <a:lnTo>
                  <a:pt x="3105" y="3758"/>
                </a:lnTo>
                <a:cubicBezTo>
                  <a:pt x="3159" y="3758"/>
                  <a:pt x="3202" y="3713"/>
                  <a:pt x="3202" y="3659"/>
                </a:cubicBezTo>
                <a:lnTo>
                  <a:pt x="3202" y="3075"/>
                </a:lnTo>
                <a:lnTo>
                  <a:pt x="3202" y="3075"/>
                </a:lnTo>
                <a:cubicBezTo>
                  <a:pt x="3202" y="3021"/>
                  <a:pt x="3159" y="2977"/>
                  <a:pt x="3105" y="2977"/>
                </a:cubicBezTo>
                <a:lnTo>
                  <a:pt x="2937" y="2977"/>
                </a:lnTo>
                <a:lnTo>
                  <a:pt x="2937" y="2977"/>
                </a:lnTo>
                <a:cubicBezTo>
                  <a:pt x="2933" y="2875"/>
                  <a:pt x="2946" y="2787"/>
                  <a:pt x="2971" y="2751"/>
                </a:cubicBezTo>
                <a:lnTo>
                  <a:pt x="2971" y="2751"/>
                </a:lnTo>
                <a:cubicBezTo>
                  <a:pt x="2973" y="2748"/>
                  <a:pt x="2975" y="2745"/>
                  <a:pt x="2977" y="2742"/>
                </a:cubicBezTo>
                <a:lnTo>
                  <a:pt x="2977" y="2742"/>
                </a:lnTo>
                <a:cubicBezTo>
                  <a:pt x="3032" y="2643"/>
                  <a:pt x="3115" y="2611"/>
                  <a:pt x="3174" y="2601"/>
                </a:cubicBezTo>
                <a:lnTo>
                  <a:pt x="3174" y="2601"/>
                </a:lnTo>
                <a:cubicBezTo>
                  <a:pt x="3276" y="2586"/>
                  <a:pt x="3370" y="2624"/>
                  <a:pt x="3417" y="2668"/>
                </a:cubicBezTo>
                <a:lnTo>
                  <a:pt x="3417" y="2668"/>
                </a:lnTo>
                <a:cubicBezTo>
                  <a:pt x="3500" y="2747"/>
                  <a:pt x="3544" y="2870"/>
                  <a:pt x="3575" y="2960"/>
                </a:cubicBezTo>
                <a:lnTo>
                  <a:pt x="3575" y="2960"/>
                </a:lnTo>
                <a:cubicBezTo>
                  <a:pt x="3607" y="3052"/>
                  <a:pt x="3630" y="3118"/>
                  <a:pt x="3700" y="3138"/>
                </a:cubicBezTo>
                <a:lnTo>
                  <a:pt x="3700" y="3138"/>
                </a:lnTo>
                <a:cubicBezTo>
                  <a:pt x="3737" y="3149"/>
                  <a:pt x="3776" y="3141"/>
                  <a:pt x="3808" y="3115"/>
                </a:cubicBezTo>
                <a:lnTo>
                  <a:pt x="3808" y="3115"/>
                </a:lnTo>
                <a:cubicBezTo>
                  <a:pt x="4100" y="2882"/>
                  <a:pt x="4230" y="2547"/>
                  <a:pt x="4167" y="2195"/>
                </a:cubicBezTo>
                <a:close/>
              </a:path>
            </a:pathLst>
          </a:custGeom>
          <a:solidFill>
            <a:schemeClr val="accent1"/>
          </a:solidFill>
          <a:ln>
            <a:noFill/>
          </a:ln>
          <a:effectLst/>
        </p:spPr>
        <p:txBody>
          <a:bodyPr wrap="none" anchor="ctr"/>
          <a:lstStyle/>
          <a:p>
            <a:endParaRPr lang="es-ES_tradnl" sz="2400" b="1" dirty="0"/>
          </a:p>
        </p:txBody>
      </p:sp>
      <p:sp>
        <p:nvSpPr>
          <p:cNvPr id="68" name="Freeform 1">
            <a:extLst>
              <a:ext uri="{FF2B5EF4-FFF2-40B4-BE49-F238E27FC236}">
                <a16:creationId xmlns:a16="http://schemas.microsoft.com/office/drawing/2014/main" id="{BBDC572F-8B9E-2547-89FD-5CD48571C4B9}"/>
              </a:ext>
            </a:extLst>
          </p:cNvPr>
          <p:cNvSpPr>
            <a:spLocks noChangeAspect="1" noChangeArrowheads="1"/>
          </p:cNvSpPr>
          <p:nvPr/>
        </p:nvSpPr>
        <p:spPr bwMode="auto">
          <a:xfrm>
            <a:off x="6634634" y="3500842"/>
            <a:ext cx="292889" cy="346947"/>
          </a:xfrm>
          <a:custGeom>
            <a:avLst/>
            <a:gdLst>
              <a:gd name="T0" fmla="*/ 3760 w 4231"/>
              <a:gd name="T1" fmla="*/ 2895 h 5011"/>
              <a:gd name="T2" fmla="*/ 3551 w 4231"/>
              <a:gd name="T3" fmla="*/ 2526 h 5011"/>
              <a:gd name="T4" fmla="*/ 2808 w 4231"/>
              <a:gd name="T5" fmla="*/ 2643 h 5011"/>
              <a:gd name="T6" fmla="*/ 2640 w 4231"/>
              <a:gd name="T7" fmla="*/ 2977 h 5011"/>
              <a:gd name="T8" fmla="*/ 2893 w 4231"/>
              <a:gd name="T9" fmla="*/ 1903 h 5011"/>
              <a:gd name="T10" fmla="*/ 3396 w 4231"/>
              <a:gd name="T11" fmla="*/ 1615 h 5011"/>
              <a:gd name="T12" fmla="*/ 3974 w 4231"/>
              <a:gd name="T13" fmla="*/ 2230 h 5011"/>
              <a:gd name="T14" fmla="*/ 1224 w 4231"/>
              <a:gd name="T15" fmla="*/ 3561 h 5011"/>
              <a:gd name="T16" fmla="*/ 3007 w 4231"/>
              <a:gd name="T17" fmla="*/ 3561 h 5011"/>
              <a:gd name="T18" fmla="*/ 1480 w 4231"/>
              <a:gd name="T19" fmla="*/ 4316 h 5011"/>
              <a:gd name="T20" fmla="*/ 2357 w 4231"/>
              <a:gd name="T21" fmla="*/ 3758 h 5011"/>
              <a:gd name="T22" fmla="*/ 1422 w 4231"/>
              <a:gd name="T23" fmla="*/ 2643 h 5011"/>
              <a:gd name="T24" fmla="*/ 1086 w 4231"/>
              <a:gd name="T25" fmla="*/ 2408 h 5011"/>
              <a:gd name="T26" fmla="*/ 470 w 4231"/>
              <a:gd name="T27" fmla="*/ 2895 h 5011"/>
              <a:gd name="T28" fmla="*/ 470 w 4231"/>
              <a:gd name="T29" fmla="*/ 2896 h 5011"/>
              <a:gd name="T30" fmla="*/ 834 w 4231"/>
              <a:gd name="T31" fmla="*/ 1615 h 5011"/>
              <a:gd name="T32" fmla="*/ 1291 w 4231"/>
              <a:gd name="T33" fmla="*/ 1582 h 5011"/>
              <a:gd name="T34" fmla="*/ 1387 w 4231"/>
              <a:gd name="T35" fmla="*/ 1904 h 5011"/>
              <a:gd name="T36" fmla="*/ 1489 w 4231"/>
              <a:gd name="T37" fmla="*/ 2977 h 5011"/>
              <a:gd name="T38" fmla="*/ 1801 w 4231"/>
              <a:gd name="T39" fmla="*/ 655 h 5011"/>
              <a:gd name="T40" fmla="*/ 2814 w 4231"/>
              <a:gd name="T41" fmla="*/ 1378 h 5011"/>
              <a:gd name="T42" fmla="*/ 2809 w 4231"/>
              <a:gd name="T43" fmla="*/ 1475 h 5011"/>
              <a:gd name="T44" fmla="*/ 2713 w 4231"/>
              <a:gd name="T45" fmla="*/ 1828 h 5011"/>
              <a:gd name="T46" fmla="*/ 2213 w 4231"/>
              <a:gd name="T47" fmla="*/ 2977 h 5011"/>
              <a:gd name="T48" fmla="*/ 2116 w 4231"/>
              <a:gd name="T49" fmla="*/ 1242 h 5011"/>
              <a:gd name="T50" fmla="*/ 2017 w 4231"/>
              <a:gd name="T51" fmla="*/ 2977 h 5011"/>
              <a:gd name="T52" fmla="*/ 1568 w 4231"/>
              <a:gd name="T53" fmla="*/ 1830 h 5011"/>
              <a:gd name="T54" fmla="*/ 1467 w 4231"/>
              <a:gd name="T55" fmla="*/ 1378 h 5011"/>
              <a:gd name="T56" fmla="*/ 4167 w 4231"/>
              <a:gd name="T57" fmla="*/ 2195 h 5011"/>
              <a:gd name="T58" fmla="*/ 3010 w 4231"/>
              <a:gd name="T59" fmla="*/ 1376 h 5011"/>
              <a:gd name="T60" fmla="*/ 2614 w 4231"/>
              <a:gd name="T61" fmla="*/ 510 h 5011"/>
              <a:gd name="T62" fmla="*/ 2251 w 4231"/>
              <a:gd name="T63" fmla="*/ 66 h 5011"/>
              <a:gd name="T64" fmla="*/ 2147 w 4231"/>
              <a:gd name="T65" fmla="*/ 0 h 5011"/>
              <a:gd name="T66" fmla="*/ 2141 w 4231"/>
              <a:gd name="T67" fmla="*/ 0 h 5011"/>
              <a:gd name="T68" fmla="*/ 1936 w 4231"/>
              <a:gd name="T69" fmla="*/ 167 h 5011"/>
              <a:gd name="T70" fmla="*/ 1667 w 4231"/>
              <a:gd name="T71" fmla="*/ 507 h 5011"/>
              <a:gd name="T72" fmla="*/ 1272 w 4231"/>
              <a:gd name="T73" fmla="*/ 1380 h 5011"/>
              <a:gd name="T74" fmla="*/ 64 w 4231"/>
              <a:gd name="T75" fmla="*/ 2195 h 5011"/>
              <a:gd name="T76" fmla="*/ 423 w 4231"/>
              <a:gd name="T77" fmla="*/ 3115 h 5011"/>
              <a:gd name="T78" fmla="*/ 656 w 4231"/>
              <a:gd name="T79" fmla="*/ 2960 h 5011"/>
              <a:gd name="T80" fmla="*/ 813 w 4231"/>
              <a:gd name="T81" fmla="*/ 2668 h 5011"/>
              <a:gd name="T82" fmla="*/ 1254 w 4231"/>
              <a:gd name="T83" fmla="*/ 2742 h 5011"/>
              <a:gd name="T84" fmla="*/ 1259 w 4231"/>
              <a:gd name="T85" fmla="*/ 2751 h 5011"/>
              <a:gd name="T86" fmla="*/ 1126 w 4231"/>
              <a:gd name="T87" fmla="*/ 2977 h 5011"/>
              <a:gd name="T88" fmla="*/ 1028 w 4231"/>
              <a:gd name="T89" fmla="*/ 3659 h 5011"/>
              <a:gd name="T90" fmla="*/ 1666 w 4231"/>
              <a:gd name="T91" fmla="*/ 3758 h 5011"/>
              <a:gd name="T92" fmla="*/ 1206 w 4231"/>
              <a:gd name="T93" fmla="*/ 4294 h 5011"/>
              <a:gd name="T94" fmla="*/ 2057 w 4231"/>
              <a:gd name="T95" fmla="*/ 4991 h 5011"/>
              <a:gd name="T96" fmla="*/ 2116 w 4231"/>
              <a:gd name="T97" fmla="*/ 5010 h 5011"/>
              <a:gd name="T98" fmla="*/ 2986 w 4231"/>
              <a:gd name="T99" fmla="*/ 4385 h 5011"/>
              <a:gd name="T100" fmla="*/ 2964 w 4231"/>
              <a:gd name="T101" fmla="*/ 4216 h 5011"/>
              <a:gd name="T102" fmla="*/ 3105 w 4231"/>
              <a:gd name="T103" fmla="*/ 3758 h 5011"/>
              <a:gd name="T104" fmla="*/ 3202 w 4231"/>
              <a:gd name="T105" fmla="*/ 3075 h 5011"/>
              <a:gd name="T106" fmla="*/ 2937 w 4231"/>
              <a:gd name="T107" fmla="*/ 2977 h 5011"/>
              <a:gd name="T108" fmla="*/ 2971 w 4231"/>
              <a:gd name="T109" fmla="*/ 2751 h 5011"/>
              <a:gd name="T110" fmla="*/ 3174 w 4231"/>
              <a:gd name="T111" fmla="*/ 2601 h 5011"/>
              <a:gd name="T112" fmla="*/ 3417 w 4231"/>
              <a:gd name="T113" fmla="*/ 2668 h 5011"/>
              <a:gd name="T114" fmla="*/ 3700 w 4231"/>
              <a:gd name="T115" fmla="*/ 3138 h 5011"/>
              <a:gd name="T116" fmla="*/ 3808 w 4231"/>
              <a:gd name="T117" fmla="*/ 3115 h 5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231" h="5011">
                <a:moveTo>
                  <a:pt x="3760" y="2896"/>
                </a:moveTo>
                <a:lnTo>
                  <a:pt x="3760" y="2896"/>
                </a:lnTo>
                <a:cubicBezTo>
                  <a:pt x="3760" y="2896"/>
                  <a:pt x="3760" y="2896"/>
                  <a:pt x="3760" y="2895"/>
                </a:cubicBezTo>
                <a:lnTo>
                  <a:pt x="3760" y="2895"/>
                </a:lnTo>
                <a:cubicBezTo>
                  <a:pt x="3724" y="2792"/>
                  <a:pt x="3669" y="2637"/>
                  <a:pt x="3551" y="2526"/>
                </a:cubicBezTo>
                <a:lnTo>
                  <a:pt x="3551" y="2526"/>
                </a:lnTo>
                <a:cubicBezTo>
                  <a:pt x="3451" y="2432"/>
                  <a:pt x="3291" y="2385"/>
                  <a:pt x="3144" y="2408"/>
                </a:cubicBezTo>
                <a:lnTo>
                  <a:pt x="3144" y="2408"/>
                </a:lnTo>
                <a:cubicBezTo>
                  <a:pt x="3001" y="2431"/>
                  <a:pt x="2882" y="2514"/>
                  <a:pt x="2808" y="2643"/>
                </a:cubicBezTo>
                <a:lnTo>
                  <a:pt x="2808" y="2643"/>
                </a:lnTo>
                <a:cubicBezTo>
                  <a:pt x="2748" y="2733"/>
                  <a:pt x="2738" y="2871"/>
                  <a:pt x="2741" y="2977"/>
                </a:cubicBezTo>
                <a:lnTo>
                  <a:pt x="2640" y="2977"/>
                </a:lnTo>
                <a:lnTo>
                  <a:pt x="2640" y="2977"/>
                </a:lnTo>
                <a:cubicBezTo>
                  <a:pt x="2697" y="2539"/>
                  <a:pt x="2785" y="2169"/>
                  <a:pt x="2893" y="1903"/>
                </a:cubicBezTo>
                <a:lnTo>
                  <a:pt x="2893" y="1903"/>
                </a:lnTo>
                <a:cubicBezTo>
                  <a:pt x="2940" y="1789"/>
                  <a:pt x="2974" y="1679"/>
                  <a:pt x="2992" y="1574"/>
                </a:cubicBezTo>
                <a:lnTo>
                  <a:pt x="2992" y="1574"/>
                </a:lnTo>
                <a:cubicBezTo>
                  <a:pt x="3127" y="1560"/>
                  <a:pt x="3263" y="1574"/>
                  <a:pt x="3396" y="1615"/>
                </a:cubicBezTo>
                <a:lnTo>
                  <a:pt x="3396" y="1615"/>
                </a:lnTo>
                <a:cubicBezTo>
                  <a:pt x="3696" y="1709"/>
                  <a:pt x="3923" y="1950"/>
                  <a:pt x="3974" y="2230"/>
                </a:cubicBezTo>
                <a:lnTo>
                  <a:pt x="3974" y="2230"/>
                </a:lnTo>
                <a:cubicBezTo>
                  <a:pt x="4019" y="2477"/>
                  <a:pt x="3941" y="2716"/>
                  <a:pt x="3760" y="2896"/>
                </a:cubicBezTo>
                <a:close/>
                <a:moveTo>
                  <a:pt x="3007" y="3561"/>
                </a:moveTo>
                <a:lnTo>
                  <a:pt x="1224" y="3561"/>
                </a:lnTo>
                <a:lnTo>
                  <a:pt x="1224" y="3172"/>
                </a:lnTo>
                <a:lnTo>
                  <a:pt x="3007" y="3172"/>
                </a:lnTo>
                <a:lnTo>
                  <a:pt x="3007" y="3561"/>
                </a:lnTo>
                <a:close/>
                <a:moveTo>
                  <a:pt x="2751" y="4316"/>
                </a:moveTo>
                <a:lnTo>
                  <a:pt x="2116" y="4791"/>
                </a:lnTo>
                <a:lnTo>
                  <a:pt x="1480" y="4316"/>
                </a:lnTo>
                <a:lnTo>
                  <a:pt x="1480" y="4316"/>
                </a:lnTo>
                <a:cubicBezTo>
                  <a:pt x="1602" y="4227"/>
                  <a:pt x="1776" y="4056"/>
                  <a:pt x="1874" y="3758"/>
                </a:cubicBezTo>
                <a:lnTo>
                  <a:pt x="2357" y="3758"/>
                </a:lnTo>
                <a:lnTo>
                  <a:pt x="2357" y="3758"/>
                </a:lnTo>
                <a:cubicBezTo>
                  <a:pt x="2454" y="4056"/>
                  <a:pt x="2628" y="4227"/>
                  <a:pt x="2751" y="4316"/>
                </a:cubicBezTo>
                <a:close/>
                <a:moveTo>
                  <a:pt x="1422" y="2643"/>
                </a:moveTo>
                <a:lnTo>
                  <a:pt x="1422" y="2643"/>
                </a:lnTo>
                <a:cubicBezTo>
                  <a:pt x="1349" y="2514"/>
                  <a:pt x="1229" y="2431"/>
                  <a:pt x="1086" y="2408"/>
                </a:cubicBezTo>
                <a:lnTo>
                  <a:pt x="1086" y="2408"/>
                </a:lnTo>
                <a:cubicBezTo>
                  <a:pt x="939" y="2385"/>
                  <a:pt x="780" y="2432"/>
                  <a:pt x="680" y="2526"/>
                </a:cubicBezTo>
                <a:lnTo>
                  <a:pt x="680" y="2526"/>
                </a:lnTo>
                <a:cubicBezTo>
                  <a:pt x="561" y="2637"/>
                  <a:pt x="507" y="2792"/>
                  <a:pt x="470" y="2895"/>
                </a:cubicBezTo>
                <a:lnTo>
                  <a:pt x="470" y="2895"/>
                </a:lnTo>
                <a:cubicBezTo>
                  <a:pt x="470" y="2896"/>
                  <a:pt x="470" y="2896"/>
                  <a:pt x="470" y="2896"/>
                </a:cubicBezTo>
                <a:lnTo>
                  <a:pt x="470" y="2896"/>
                </a:lnTo>
                <a:cubicBezTo>
                  <a:pt x="289" y="2716"/>
                  <a:pt x="212" y="2477"/>
                  <a:pt x="257" y="2230"/>
                </a:cubicBezTo>
                <a:lnTo>
                  <a:pt x="257" y="2230"/>
                </a:lnTo>
                <a:cubicBezTo>
                  <a:pt x="307" y="1950"/>
                  <a:pt x="534" y="1709"/>
                  <a:pt x="834" y="1615"/>
                </a:cubicBezTo>
                <a:lnTo>
                  <a:pt x="834" y="1615"/>
                </a:lnTo>
                <a:cubicBezTo>
                  <a:pt x="977" y="1571"/>
                  <a:pt x="1123" y="1558"/>
                  <a:pt x="1268" y="1577"/>
                </a:cubicBezTo>
                <a:lnTo>
                  <a:pt x="1291" y="1582"/>
                </a:lnTo>
                <a:lnTo>
                  <a:pt x="1291" y="1582"/>
                </a:lnTo>
                <a:cubicBezTo>
                  <a:pt x="1310" y="1684"/>
                  <a:pt x="1341" y="1792"/>
                  <a:pt x="1387" y="1904"/>
                </a:cubicBezTo>
                <a:lnTo>
                  <a:pt x="1387" y="1904"/>
                </a:lnTo>
                <a:cubicBezTo>
                  <a:pt x="1497" y="2170"/>
                  <a:pt x="1584" y="2539"/>
                  <a:pt x="1642" y="2977"/>
                </a:cubicBezTo>
                <a:lnTo>
                  <a:pt x="1489" y="2977"/>
                </a:lnTo>
                <a:lnTo>
                  <a:pt x="1489" y="2977"/>
                </a:lnTo>
                <a:cubicBezTo>
                  <a:pt x="1492" y="2871"/>
                  <a:pt x="1483" y="2733"/>
                  <a:pt x="1422" y="2643"/>
                </a:cubicBezTo>
                <a:close/>
                <a:moveTo>
                  <a:pt x="1801" y="655"/>
                </a:moveTo>
                <a:lnTo>
                  <a:pt x="1801" y="655"/>
                </a:lnTo>
                <a:cubicBezTo>
                  <a:pt x="1933" y="469"/>
                  <a:pt x="2066" y="313"/>
                  <a:pt x="2141" y="233"/>
                </a:cubicBezTo>
                <a:lnTo>
                  <a:pt x="2141" y="233"/>
                </a:lnTo>
                <a:cubicBezTo>
                  <a:pt x="2318" y="428"/>
                  <a:pt x="2814" y="1040"/>
                  <a:pt x="2814" y="1378"/>
                </a:cubicBezTo>
                <a:lnTo>
                  <a:pt x="2814" y="1378"/>
                </a:lnTo>
                <a:cubicBezTo>
                  <a:pt x="2814" y="1409"/>
                  <a:pt x="2812" y="1442"/>
                  <a:pt x="2809" y="1475"/>
                </a:cubicBezTo>
                <a:lnTo>
                  <a:pt x="2809" y="1475"/>
                </a:lnTo>
                <a:cubicBezTo>
                  <a:pt x="2808" y="1477"/>
                  <a:pt x="2808" y="1478"/>
                  <a:pt x="2808" y="1479"/>
                </a:cubicBezTo>
                <a:lnTo>
                  <a:pt x="2808" y="1479"/>
                </a:lnTo>
                <a:cubicBezTo>
                  <a:pt x="2796" y="1588"/>
                  <a:pt x="2764" y="1705"/>
                  <a:pt x="2713" y="1828"/>
                </a:cubicBezTo>
                <a:lnTo>
                  <a:pt x="2713" y="1828"/>
                </a:lnTo>
                <a:cubicBezTo>
                  <a:pt x="2595" y="2115"/>
                  <a:pt x="2502" y="2510"/>
                  <a:pt x="2442" y="2977"/>
                </a:cubicBezTo>
                <a:lnTo>
                  <a:pt x="2213" y="2977"/>
                </a:lnTo>
                <a:lnTo>
                  <a:pt x="2213" y="1341"/>
                </a:lnTo>
                <a:lnTo>
                  <a:pt x="2213" y="1341"/>
                </a:lnTo>
                <a:cubicBezTo>
                  <a:pt x="2213" y="1287"/>
                  <a:pt x="2169" y="1242"/>
                  <a:pt x="2116" y="1242"/>
                </a:cubicBezTo>
                <a:lnTo>
                  <a:pt x="2116" y="1242"/>
                </a:lnTo>
                <a:cubicBezTo>
                  <a:pt x="2061" y="1242"/>
                  <a:pt x="2017" y="1287"/>
                  <a:pt x="2017" y="1341"/>
                </a:cubicBezTo>
                <a:lnTo>
                  <a:pt x="2017" y="2977"/>
                </a:lnTo>
                <a:lnTo>
                  <a:pt x="1840" y="2977"/>
                </a:lnTo>
                <a:lnTo>
                  <a:pt x="1840" y="2977"/>
                </a:lnTo>
                <a:cubicBezTo>
                  <a:pt x="1779" y="2511"/>
                  <a:pt x="1686" y="2116"/>
                  <a:pt x="1568" y="1830"/>
                </a:cubicBezTo>
                <a:lnTo>
                  <a:pt x="1568" y="1830"/>
                </a:lnTo>
                <a:cubicBezTo>
                  <a:pt x="1501" y="1664"/>
                  <a:pt x="1467" y="1512"/>
                  <a:pt x="1467" y="1378"/>
                </a:cubicBezTo>
                <a:lnTo>
                  <a:pt x="1467" y="1378"/>
                </a:lnTo>
                <a:cubicBezTo>
                  <a:pt x="1467" y="1215"/>
                  <a:pt x="1586" y="959"/>
                  <a:pt x="1801" y="655"/>
                </a:cubicBezTo>
                <a:close/>
                <a:moveTo>
                  <a:pt x="4167" y="2195"/>
                </a:moveTo>
                <a:lnTo>
                  <a:pt x="4167" y="2195"/>
                </a:lnTo>
                <a:cubicBezTo>
                  <a:pt x="4103" y="1845"/>
                  <a:pt x="3824" y="1544"/>
                  <a:pt x="3454" y="1429"/>
                </a:cubicBezTo>
                <a:lnTo>
                  <a:pt x="3454" y="1429"/>
                </a:lnTo>
                <a:cubicBezTo>
                  <a:pt x="3308" y="1383"/>
                  <a:pt x="3159" y="1365"/>
                  <a:pt x="3010" y="1376"/>
                </a:cubicBezTo>
                <a:lnTo>
                  <a:pt x="3010" y="1376"/>
                </a:lnTo>
                <a:cubicBezTo>
                  <a:pt x="3009" y="1164"/>
                  <a:pt x="2876" y="873"/>
                  <a:pt x="2614" y="510"/>
                </a:cubicBezTo>
                <a:lnTo>
                  <a:pt x="2614" y="510"/>
                </a:lnTo>
                <a:cubicBezTo>
                  <a:pt x="2503" y="356"/>
                  <a:pt x="2398" y="231"/>
                  <a:pt x="2345" y="170"/>
                </a:cubicBezTo>
                <a:lnTo>
                  <a:pt x="2345" y="170"/>
                </a:lnTo>
                <a:cubicBezTo>
                  <a:pt x="2310" y="129"/>
                  <a:pt x="2277" y="94"/>
                  <a:pt x="2251" y="66"/>
                </a:cubicBezTo>
                <a:lnTo>
                  <a:pt x="2251" y="66"/>
                </a:lnTo>
                <a:cubicBezTo>
                  <a:pt x="2214" y="28"/>
                  <a:pt x="2189" y="3"/>
                  <a:pt x="2147" y="0"/>
                </a:cubicBezTo>
                <a:lnTo>
                  <a:pt x="2147" y="0"/>
                </a:lnTo>
                <a:cubicBezTo>
                  <a:pt x="2146" y="0"/>
                  <a:pt x="2143" y="0"/>
                  <a:pt x="2141" y="0"/>
                </a:cubicBezTo>
                <a:lnTo>
                  <a:pt x="2141" y="0"/>
                </a:lnTo>
                <a:lnTo>
                  <a:pt x="2141" y="0"/>
                </a:lnTo>
                <a:cubicBezTo>
                  <a:pt x="2095" y="0"/>
                  <a:pt x="2067" y="28"/>
                  <a:pt x="2031" y="65"/>
                </a:cubicBezTo>
                <a:lnTo>
                  <a:pt x="2031" y="65"/>
                </a:lnTo>
                <a:cubicBezTo>
                  <a:pt x="2005" y="92"/>
                  <a:pt x="1972" y="127"/>
                  <a:pt x="1936" y="167"/>
                </a:cubicBezTo>
                <a:lnTo>
                  <a:pt x="1936" y="167"/>
                </a:lnTo>
                <a:cubicBezTo>
                  <a:pt x="1884" y="228"/>
                  <a:pt x="1778" y="352"/>
                  <a:pt x="1667" y="507"/>
                </a:cubicBezTo>
                <a:lnTo>
                  <a:pt x="1667" y="507"/>
                </a:lnTo>
                <a:cubicBezTo>
                  <a:pt x="1404" y="869"/>
                  <a:pt x="1272" y="1161"/>
                  <a:pt x="1272" y="1378"/>
                </a:cubicBezTo>
                <a:lnTo>
                  <a:pt x="1272" y="1380"/>
                </a:lnTo>
                <a:lnTo>
                  <a:pt x="1272" y="1380"/>
                </a:lnTo>
                <a:cubicBezTo>
                  <a:pt x="1105" y="1362"/>
                  <a:pt x="939" y="1378"/>
                  <a:pt x="776" y="1429"/>
                </a:cubicBezTo>
                <a:lnTo>
                  <a:pt x="776" y="1429"/>
                </a:lnTo>
                <a:cubicBezTo>
                  <a:pt x="407" y="1544"/>
                  <a:pt x="127" y="1845"/>
                  <a:pt x="64" y="2195"/>
                </a:cubicBezTo>
                <a:lnTo>
                  <a:pt x="64" y="2195"/>
                </a:lnTo>
                <a:cubicBezTo>
                  <a:pt x="0" y="2547"/>
                  <a:pt x="131" y="2882"/>
                  <a:pt x="423" y="3115"/>
                </a:cubicBezTo>
                <a:lnTo>
                  <a:pt x="423" y="3115"/>
                </a:lnTo>
                <a:cubicBezTo>
                  <a:pt x="454" y="3141"/>
                  <a:pt x="493" y="3149"/>
                  <a:pt x="530" y="3138"/>
                </a:cubicBezTo>
                <a:lnTo>
                  <a:pt x="530" y="3138"/>
                </a:lnTo>
                <a:cubicBezTo>
                  <a:pt x="600" y="3118"/>
                  <a:pt x="623" y="3052"/>
                  <a:pt x="656" y="2960"/>
                </a:cubicBezTo>
                <a:lnTo>
                  <a:pt x="656" y="2960"/>
                </a:lnTo>
                <a:cubicBezTo>
                  <a:pt x="687" y="2870"/>
                  <a:pt x="730" y="2747"/>
                  <a:pt x="813" y="2668"/>
                </a:cubicBezTo>
                <a:lnTo>
                  <a:pt x="813" y="2668"/>
                </a:lnTo>
                <a:cubicBezTo>
                  <a:pt x="861" y="2624"/>
                  <a:pt x="954" y="2586"/>
                  <a:pt x="1056" y="2601"/>
                </a:cubicBezTo>
                <a:lnTo>
                  <a:pt x="1056" y="2601"/>
                </a:lnTo>
                <a:cubicBezTo>
                  <a:pt x="1115" y="2611"/>
                  <a:pt x="1198" y="2643"/>
                  <a:pt x="1254" y="2742"/>
                </a:cubicBezTo>
                <a:lnTo>
                  <a:pt x="1254" y="2742"/>
                </a:lnTo>
                <a:cubicBezTo>
                  <a:pt x="1256" y="2745"/>
                  <a:pt x="1258" y="2748"/>
                  <a:pt x="1259" y="2751"/>
                </a:cubicBezTo>
                <a:lnTo>
                  <a:pt x="1259" y="2751"/>
                </a:lnTo>
                <a:cubicBezTo>
                  <a:pt x="1285" y="2787"/>
                  <a:pt x="1297" y="2875"/>
                  <a:pt x="1293" y="2977"/>
                </a:cubicBezTo>
                <a:lnTo>
                  <a:pt x="1126" y="2977"/>
                </a:lnTo>
                <a:lnTo>
                  <a:pt x="1126" y="2977"/>
                </a:lnTo>
                <a:cubicBezTo>
                  <a:pt x="1072" y="2977"/>
                  <a:pt x="1028" y="3021"/>
                  <a:pt x="1028" y="3075"/>
                </a:cubicBezTo>
                <a:lnTo>
                  <a:pt x="1028" y="3659"/>
                </a:lnTo>
                <a:lnTo>
                  <a:pt x="1028" y="3659"/>
                </a:lnTo>
                <a:cubicBezTo>
                  <a:pt x="1028" y="3713"/>
                  <a:pt x="1072" y="3758"/>
                  <a:pt x="1126" y="3758"/>
                </a:cubicBezTo>
                <a:lnTo>
                  <a:pt x="1666" y="3758"/>
                </a:lnTo>
                <a:lnTo>
                  <a:pt x="1666" y="3758"/>
                </a:lnTo>
                <a:cubicBezTo>
                  <a:pt x="1530" y="4104"/>
                  <a:pt x="1278" y="4211"/>
                  <a:pt x="1267" y="4216"/>
                </a:cubicBezTo>
                <a:lnTo>
                  <a:pt x="1267" y="4216"/>
                </a:lnTo>
                <a:cubicBezTo>
                  <a:pt x="1234" y="4228"/>
                  <a:pt x="1210" y="4258"/>
                  <a:pt x="1206" y="4294"/>
                </a:cubicBezTo>
                <a:lnTo>
                  <a:pt x="1206" y="4294"/>
                </a:lnTo>
                <a:cubicBezTo>
                  <a:pt x="1201" y="4329"/>
                  <a:pt x="1216" y="4364"/>
                  <a:pt x="1245" y="4385"/>
                </a:cubicBezTo>
                <a:lnTo>
                  <a:pt x="2057" y="4991"/>
                </a:lnTo>
                <a:lnTo>
                  <a:pt x="2057" y="4991"/>
                </a:lnTo>
                <a:cubicBezTo>
                  <a:pt x="2075" y="5004"/>
                  <a:pt x="2095" y="5010"/>
                  <a:pt x="2116" y="5010"/>
                </a:cubicBezTo>
                <a:lnTo>
                  <a:pt x="2116" y="5010"/>
                </a:lnTo>
                <a:cubicBezTo>
                  <a:pt x="2136" y="5010"/>
                  <a:pt x="2157" y="5004"/>
                  <a:pt x="2173" y="4991"/>
                </a:cubicBezTo>
                <a:lnTo>
                  <a:pt x="2986" y="4385"/>
                </a:lnTo>
                <a:lnTo>
                  <a:pt x="2986" y="4385"/>
                </a:lnTo>
                <a:cubicBezTo>
                  <a:pt x="3014" y="4364"/>
                  <a:pt x="3029" y="4329"/>
                  <a:pt x="3025" y="4294"/>
                </a:cubicBezTo>
                <a:lnTo>
                  <a:pt x="3025" y="4294"/>
                </a:lnTo>
                <a:cubicBezTo>
                  <a:pt x="3020" y="4258"/>
                  <a:pt x="2997" y="4229"/>
                  <a:pt x="2964" y="4216"/>
                </a:cubicBezTo>
                <a:lnTo>
                  <a:pt x="2964" y="4216"/>
                </a:lnTo>
                <a:cubicBezTo>
                  <a:pt x="2952" y="4211"/>
                  <a:pt x="2700" y="4104"/>
                  <a:pt x="2564" y="3758"/>
                </a:cubicBezTo>
                <a:lnTo>
                  <a:pt x="3105" y="3758"/>
                </a:lnTo>
                <a:lnTo>
                  <a:pt x="3105" y="3758"/>
                </a:lnTo>
                <a:cubicBezTo>
                  <a:pt x="3159" y="3758"/>
                  <a:pt x="3202" y="3713"/>
                  <a:pt x="3202" y="3659"/>
                </a:cubicBezTo>
                <a:lnTo>
                  <a:pt x="3202" y="3075"/>
                </a:lnTo>
                <a:lnTo>
                  <a:pt x="3202" y="3075"/>
                </a:lnTo>
                <a:cubicBezTo>
                  <a:pt x="3202" y="3021"/>
                  <a:pt x="3159" y="2977"/>
                  <a:pt x="3105" y="2977"/>
                </a:cubicBezTo>
                <a:lnTo>
                  <a:pt x="2937" y="2977"/>
                </a:lnTo>
                <a:lnTo>
                  <a:pt x="2937" y="2977"/>
                </a:lnTo>
                <a:cubicBezTo>
                  <a:pt x="2933" y="2875"/>
                  <a:pt x="2946" y="2787"/>
                  <a:pt x="2971" y="2751"/>
                </a:cubicBezTo>
                <a:lnTo>
                  <a:pt x="2971" y="2751"/>
                </a:lnTo>
                <a:cubicBezTo>
                  <a:pt x="2973" y="2748"/>
                  <a:pt x="2975" y="2745"/>
                  <a:pt x="2977" y="2742"/>
                </a:cubicBezTo>
                <a:lnTo>
                  <a:pt x="2977" y="2742"/>
                </a:lnTo>
                <a:cubicBezTo>
                  <a:pt x="3032" y="2643"/>
                  <a:pt x="3115" y="2611"/>
                  <a:pt x="3174" y="2601"/>
                </a:cubicBezTo>
                <a:lnTo>
                  <a:pt x="3174" y="2601"/>
                </a:lnTo>
                <a:cubicBezTo>
                  <a:pt x="3276" y="2586"/>
                  <a:pt x="3370" y="2624"/>
                  <a:pt x="3417" y="2668"/>
                </a:cubicBezTo>
                <a:lnTo>
                  <a:pt x="3417" y="2668"/>
                </a:lnTo>
                <a:cubicBezTo>
                  <a:pt x="3500" y="2747"/>
                  <a:pt x="3544" y="2870"/>
                  <a:pt x="3575" y="2960"/>
                </a:cubicBezTo>
                <a:lnTo>
                  <a:pt x="3575" y="2960"/>
                </a:lnTo>
                <a:cubicBezTo>
                  <a:pt x="3607" y="3052"/>
                  <a:pt x="3630" y="3118"/>
                  <a:pt x="3700" y="3138"/>
                </a:cubicBezTo>
                <a:lnTo>
                  <a:pt x="3700" y="3138"/>
                </a:lnTo>
                <a:cubicBezTo>
                  <a:pt x="3737" y="3149"/>
                  <a:pt x="3776" y="3141"/>
                  <a:pt x="3808" y="3115"/>
                </a:cubicBezTo>
                <a:lnTo>
                  <a:pt x="3808" y="3115"/>
                </a:lnTo>
                <a:cubicBezTo>
                  <a:pt x="4100" y="2882"/>
                  <a:pt x="4230" y="2547"/>
                  <a:pt x="4167" y="2195"/>
                </a:cubicBezTo>
                <a:close/>
              </a:path>
            </a:pathLst>
          </a:custGeom>
          <a:solidFill>
            <a:schemeClr val="accent2"/>
          </a:solidFill>
          <a:ln>
            <a:noFill/>
          </a:ln>
          <a:effectLst/>
        </p:spPr>
        <p:txBody>
          <a:bodyPr wrap="none" anchor="ctr"/>
          <a:lstStyle/>
          <a:p>
            <a:endParaRPr lang="es-ES_tradnl" sz="2400"/>
          </a:p>
        </p:txBody>
      </p:sp>
      <p:sp>
        <p:nvSpPr>
          <p:cNvPr id="69" name="Freeform 1">
            <a:extLst>
              <a:ext uri="{FF2B5EF4-FFF2-40B4-BE49-F238E27FC236}">
                <a16:creationId xmlns:a16="http://schemas.microsoft.com/office/drawing/2014/main" id="{CE222BF7-95B7-F943-A450-9D7B974D09FB}"/>
              </a:ext>
            </a:extLst>
          </p:cNvPr>
          <p:cNvSpPr>
            <a:spLocks noChangeAspect="1" noChangeArrowheads="1"/>
          </p:cNvSpPr>
          <p:nvPr/>
        </p:nvSpPr>
        <p:spPr bwMode="auto">
          <a:xfrm>
            <a:off x="6634634" y="4767964"/>
            <a:ext cx="292889" cy="346947"/>
          </a:xfrm>
          <a:custGeom>
            <a:avLst/>
            <a:gdLst>
              <a:gd name="T0" fmla="*/ 3760 w 4231"/>
              <a:gd name="T1" fmla="*/ 2895 h 5011"/>
              <a:gd name="T2" fmla="*/ 3551 w 4231"/>
              <a:gd name="T3" fmla="*/ 2526 h 5011"/>
              <a:gd name="T4" fmla="*/ 2808 w 4231"/>
              <a:gd name="T5" fmla="*/ 2643 h 5011"/>
              <a:gd name="T6" fmla="*/ 2640 w 4231"/>
              <a:gd name="T7" fmla="*/ 2977 h 5011"/>
              <a:gd name="T8" fmla="*/ 2893 w 4231"/>
              <a:gd name="T9" fmla="*/ 1903 h 5011"/>
              <a:gd name="T10" fmla="*/ 3396 w 4231"/>
              <a:gd name="T11" fmla="*/ 1615 h 5011"/>
              <a:gd name="T12" fmla="*/ 3974 w 4231"/>
              <a:gd name="T13" fmla="*/ 2230 h 5011"/>
              <a:gd name="T14" fmla="*/ 1224 w 4231"/>
              <a:gd name="T15" fmla="*/ 3561 h 5011"/>
              <a:gd name="T16" fmla="*/ 3007 w 4231"/>
              <a:gd name="T17" fmla="*/ 3561 h 5011"/>
              <a:gd name="T18" fmla="*/ 1480 w 4231"/>
              <a:gd name="T19" fmla="*/ 4316 h 5011"/>
              <a:gd name="T20" fmla="*/ 2357 w 4231"/>
              <a:gd name="T21" fmla="*/ 3758 h 5011"/>
              <a:gd name="T22" fmla="*/ 1422 w 4231"/>
              <a:gd name="T23" fmla="*/ 2643 h 5011"/>
              <a:gd name="T24" fmla="*/ 1086 w 4231"/>
              <a:gd name="T25" fmla="*/ 2408 h 5011"/>
              <a:gd name="T26" fmla="*/ 470 w 4231"/>
              <a:gd name="T27" fmla="*/ 2895 h 5011"/>
              <a:gd name="T28" fmla="*/ 470 w 4231"/>
              <a:gd name="T29" fmla="*/ 2896 h 5011"/>
              <a:gd name="T30" fmla="*/ 834 w 4231"/>
              <a:gd name="T31" fmla="*/ 1615 h 5011"/>
              <a:gd name="T32" fmla="*/ 1291 w 4231"/>
              <a:gd name="T33" fmla="*/ 1582 h 5011"/>
              <a:gd name="T34" fmla="*/ 1387 w 4231"/>
              <a:gd name="T35" fmla="*/ 1904 h 5011"/>
              <a:gd name="T36" fmla="*/ 1489 w 4231"/>
              <a:gd name="T37" fmla="*/ 2977 h 5011"/>
              <a:gd name="T38" fmla="*/ 1801 w 4231"/>
              <a:gd name="T39" fmla="*/ 655 h 5011"/>
              <a:gd name="T40" fmla="*/ 2814 w 4231"/>
              <a:gd name="T41" fmla="*/ 1378 h 5011"/>
              <a:gd name="T42" fmla="*/ 2809 w 4231"/>
              <a:gd name="T43" fmla="*/ 1475 h 5011"/>
              <a:gd name="T44" fmla="*/ 2713 w 4231"/>
              <a:gd name="T45" fmla="*/ 1828 h 5011"/>
              <a:gd name="T46" fmla="*/ 2213 w 4231"/>
              <a:gd name="T47" fmla="*/ 2977 h 5011"/>
              <a:gd name="T48" fmla="*/ 2116 w 4231"/>
              <a:gd name="T49" fmla="*/ 1242 h 5011"/>
              <a:gd name="T50" fmla="*/ 2017 w 4231"/>
              <a:gd name="T51" fmla="*/ 2977 h 5011"/>
              <a:gd name="T52" fmla="*/ 1568 w 4231"/>
              <a:gd name="T53" fmla="*/ 1830 h 5011"/>
              <a:gd name="T54" fmla="*/ 1467 w 4231"/>
              <a:gd name="T55" fmla="*/ 1378 h 5011"/>
              <a:gd name="T56" fmla="*/ 4167 w 4231"/>
              <a:gd name="T57" fmla="*/ 2195 h 5011"/>
              <a:gd name="T58" fmla="*/ 3010 w 4231"/>
              <a:gd name="T59" fmla="*/ 1376 h 5011"/>
              <a:gd name="T60" fmla="*/ 2614 w 4231"/>
              <a:gd name="T61" fmla="*/ 510 h 5011"/>
              <a:gd name="T62" fmla="*/ 2251 w 4231"/>
              <a:gd name="T63" fmla="*/ 66 h 5011"/>
              <a:gd name="T64" fmla="*/ 2147 w 4231"/>
              <a:gd name="T65" fmla="*/ 0 h 5011"/>
              <a:gd name="T66" fmla="*/ 2141 w 4231"/>
              <a:gd name="T67" fmla="*/ 0 h 5011"/>
              <a:gd name="T68" fmla="*/ 1936 w 4231"/>
              <a:gd name="T69" fmla="*/ 167 h 5011"/>
              <a:gd name="T70" fmla="*/ 1667 w 4231"/>
              <a:gd name="T71" fmla="*/ 507 h 5011"/>
              <a:gd name="T72" fmla="*/ 1272 w 4231"/>
              <a:gd name="T73" fmla="*/ 1380 h 5011"/>
              <a:gd name="T74" fmla="*/ 64 w 4231"/>
              <a:gd name="T75" fmla="*/ 2195 h 5011"/>
              <a:gd name="T76" fmla="*/ 423 w 4231"/>
              <a:gd name="T77" fmla="*/ 3115 h 5011"/>
              <a:gd name="T78" fmla="*/ 656 w 4231"/>
              <a:gd name="T79" fmla="*/ 2960 h 5011"/>
              <a:gd name="T80" fmla="*/ 813 w 4231"/>
              <a:gd name="T81" fmla="*/ 2668 h 5011"/>
              <a:gd name="T82" fmla="*/ 1254 w 4231"/>
              <a:gd name="T83" fmla="*/ 2742 h 5011"/>
              <a:gd name="T84" fmla="*/ 1259 w 4231"/>
              <a:gd name="T85" fmla="*/ 2751 h 5011"/>
              <a:gd name="T86" fmla="*/ 1126 w 4231"/>
              <a:gd name="T87" fmla="*/ 2977 h 5011"/>
              <a:gd name="T88" fmla="*/ 1028 w 4231"/>
              <a:gd name="T89" fmla="*/ 3659 h 5011"/>
              <a:gd name="T90" fmla="*/ 1666 w 4231"/>
              <a:gd name="T91" fmla="*/ 3758 h 5011"/>
              <a:gd name="T92" fmla="*/ 1206 w 4231"/>
              <a:gd name="T93" fmla="*/ 4294 h 5011"/>
              <a:gd name="T94" fmla="*/ 2057 w 4231"/>
              <a:gd name="T95" fmla="*/ 4991 h 5011"/>
              <a:gd name="T96" fmla="*/ 2116 w 4231"/>
              <a:gd name="T97" fmla="*/ 5010 h 5011"/>
              <a:gd name="T98" fmla="*/ 2986 w 4231"/>
              <a:gd name="T99" fmla="*/ 4385 h 5011"/>
              <a:gd name="T100" fmla="*/ 2964 w 4231"/>
              <a:gd name="T101" fmla="*/ 4216 h 5011"/>
              <a:gd name="T102" fmla="*/ 3105 w 4231"/>
              <a:gd name="T103" fmla="*/ 3758 h 5011"/>
              <a:gd name="T104" fmla="*/ 3202 w 4231"/>
              <a:gd name="T105" fmla="*/ 3075 h 5011"/>
              <a:gd name="T106" fmla="*/ 2937 w 4231"/>
              <a:gd name="T107" fmla="*/ 2977 h 5011"/>
              <a:gd name="T108" fmla="*/ 2971 w 4231"/>
              <a:gd name="T109" fmla="*/ 2751 h 5011"/>
              <a:gd name="T110" fmla="*/ 3174 w 4231"/>
              <a:gd name="T111" fmla="*/ 2601 h 5011"/>
              <a:gd name="T112" fmla="*/ 3417 w 4231"/>
              <a:gd name="T113" fmla="*/ 2668 h 5011"/>
              <a:gd name="T114" fmla="*/ 3700 w 4231"/>
              <a:gd name="T115" fmla="*/ 3138 h 5011"/>
              <a:gd name="T116" fmla="*/ 3808 w 4231"/>
              <a:gd name="T117" fmla="*/ 3115 h 5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231" h="5011">
                <a:moveTo>
                  <a:pt x="3760" y="2896"/>
                </a:moveTo>
                <a:lnTo>
                  <a:pt x="3760" y="2896"/>
                </a:lnTo>
                <a:cubicBezTo>
                  <a:pt x="3760" y="2896"/>
                  <a:pt x="3760" y="2896"/>
                  <a:pt x="3760" y="2895"/>
                </a:cubicBezTo>
                <a:lnTo>
                  <a:pt x="3760" y="2895"/>
                </a:lnTo>
                <a:cubicBezTo>
                  <a:pt x="3724" y="2792"/>
                  <a:pt x="3669" y="2637"/>
                  <a:pt x="3551" y="2526"/>
                </a:cubicBezTo>
                <a:lnTo>
                  <a:pt x="3551" y="2526"/>
                </a:lnTo>
                <a:cubicBezTo>
                  <a:pt x="3451" y="2432"/>
                  <a:pt x="3291" y="2385"/>
                  <a:pt x="3144" y="2408"/>
                </a:cubicBezTo>
                <a:lnTo>
                  <a:pt x="3144" y="2408"/>
                </a:lnTo>
                <a:cubicBezTo>
                  <a:pt x="3001" y="2431"/>
                  <a:pt x="2882" y="2514"/>
                  <a:pt x="2808" y="2643"/>
                </a:cubicBezTo>
                <a:lnTo>
                  <a:pt x="2808" y="2643"/>
                </a:lnTo>
                <a:cubicBezTo>
                  <a:pt x="2748" y="2733"/>
                  <a:pt x="2738" y="2871"/>
                  <a:pt x="2741" y="2977"/>
                </a:cubicBezTo>
                <a:lnTo>
                  <a:pt x="2640" y="2977"/>
                </a:lnTo>
                <a:lnTo>
                  <a:pt x="2640" y="2977"/>
                </a:lnTo>
                <a:cubicBezTo>
                  <a:pt x="2697" y="2539"/>
                  <a:pt x="2785" y="2169"/>
                  <a:pt x="2893" y="1903"/>
                </a:cubicBezTo>
                <a:lnTo>
                  <a:pt x="2893" y="1903"/>
                </a:lnTo>
                <a:cubicBezTo>
                  <a:pt x="2940" y="1789"/>
                  <a:pt x="2974" y="1679"/>
                  <a:pt x="2992" y="1574"/>
                </a:cubicBezTo>
                <a:lnTo>
                  <a:pt x="2992" y="1574"/>
                </a:lnTo>
                <a:cubicBezTo>
                  <a:pt x="3127" y="1560"/>
                  <a:pt x="3263" y="1574"/>
                  <a:pt x="3396" y="1615"/>
                </a:cubicBezTo>
                <a:lnTo>
                  <a:pt x="3396" y="1615"/>
                </a:lnTo>
                <a:cubicBezTo>
                  <a:pt x="3696" y="1709"/>
                  <a:pt x="3923" y="1950"/>
                  <a:pt x="3974" y="2230"/>
                </a:cubicBezTo>
                <a:lnTo>
                  <a:pt x="3974" y="2230"/>
                </a:lnTo>
                <a:cubicBezTo>
                  <a:pt x="4019" y="2477"/>
                  <a:pt x="3941" y="2716"/>
                  <a:pt x="3760" y="2896"/>
                </a:cubicBezTo>
                <a:close/>
                <a:moveTo>
                  <a:pt x="3007" y="3561"/>
                </a:moveTo>
                <a:lnTo>
                  <a:pt x="1224" y="3561"/>
                </a:lnTo>
                <a:lnTo>
                  <a:pt x="1224" y="3172"/>
                </a:lnTo>
                <a:lnTo>
                  <a:pt x="3007" y="3172"/>
                </a:lnTo>
                <a:lnTo>
                  <a:pt x="3007" y="3561"/>
                </a:lnTo>
                <a:close/>
                <a:moveTo>
                  <a:pt x="2751" y="4316"/>
                </a:moveTo>
                <a:lnTo>
                  <a:pt x="2116" y="4791"/>
                </a:lnTo>
                <a:lnTo>
                  <a:pt x="1480" y="4316"/>
                </a:lnTo>
                <a:lnTo>
                  <a:pt x="1480" y="4316"/>
                </a:lnTo>
                <a:cubicBezTo>
                  <a:pt x="1602" y="4227"/>
                  <a:pt x="1776" y="4056"/>
                  <a:pt x="1874" y="3758"/>
                </a:cubicBezTo>
                <a:lnTo>
                  <a:pt x="2357" y="3758"/>
                </a:lnTo>
                <a:lnTo>
                  <a:pt x="2357" y="3758"/>
                </a:lnTo>
                <a:cubicBezTo>
                  <a:pt x="2454" y="4056"/>
                  <a:pt x="2628" y="4227"/>
                  <a:pt x="2751" y="4316"/>
                </a:cubicBezTo>
                <a:close/>
                <a:moveTo>
                  <a:pt x="1422" y="2643"/>
                </a:moveTo>
                <a:lnTo>
                  <a:pt x="1422" y="2643"/>
                </a:lnTo>
                <a:cubicBezTo>
                  <a:pt x="1349" y="2514"/>
                  <a:pt x="1229" y="2431"/>
                  <a:pt x="1086" y="2408"/>
                </a:cubicBezTo>
                <a:lnTo>
                  <a:pt x="1086" y="2408"/>
                </a:lnTo>
                <a:cubicBezTo>
                  <a:pt x="939" y="2385"/>
                  <a:pt x="780" y="2432"/>
                  <a:pt x="680" y="2526"/>
                </a:cubicBezTo>
                <a:lnTo>
                  <a:pt x="680" y="2526"/>
                </a:lnTo>
                <a:cubicBezTo>
                  <a:pt x="561" y="2637"/>
                  <a:pt x="507" y="2792"/>
                  <a:pt x="470" y="2895"/>
                </a:cubicBezTo>
                <a:lnTo>
                  <a:pt x="470" y="2895"/>
                </a:lnTo>
                <a:cubicBezTo>
                  <a:pt x="470" y="2896"/>
                  <a:pt x="470" y="2896"/>
                  <a:pt x="470" y="2896"/>
                </a:cubicBezTo>
                <a:lnTo>
                  <a:pt x="470" y="2896"/>
                </a:lnTo>
                <a:cubicBezTo>
                  <a:pt x="289" y="2716"/>
                  <a:pt x="212" y="2477"/>
                  <a:pt x="257" y="2230"/>
                </a:cubicBezTo>
                <a:lnTo>
                  <a:pt x="257" y="2230"/>
                </a:lnTo>
                <a:cubicBezTo>
                  <a:pt x="307" y="1950"/>
                  <a:pt x="534" y="1709"/>
                  <a:pt x="834" y="1615"/>
                </a:cubicBezTo>
                <a:lnTo>
                  <a:pt x="834" y="1615"/>
                </a:lnTo>
                <a:cubicBezTo>
                  <a:pt x="977" y="1571"/>
                  <a:pt x="1123" y="1558"/>
                  <a:pt x="1268" y="1577"/>
                </a:cubicBezTo>
                <a:lnTo>
                  <a:pt x="1291" y="1582"/>
                </a:lnTo>
                <a:lnTo>
                  <a:pt x="1291" y="1582"/>
                </a:lnTo>
                <a:cubicBezTo>
                  <a:pt x="1310" y="1684"/>
                  <a:pt x="1341" y="1792"/>
                  <a:pt x="1387" y="1904"/>
                </a:cubicBezTo>
                <a:lnTo>
                  <a:pt x="1387" y="1904"/>
                </a:lnTo>
                <a:cubicBezTo>
                  <a:pt x="1497" y="2170"/>
                  <a:pt x="1584" y="2539"/>
                  <a:pt x="1642" y="2977"/>
                </a:cubicBezTo>
                <a:lnTo>
                  <a:pt x="1489" y="2977"/>
                </a:lnTo>
                <a:lnTo>
                  <a:pt x="1489" y="2977"/>
                </a:lnTo>
                <a:cubicBezTo>
                  <a:pt x="1492" y="2871"/>
                  <a:pt x="1483" y="2733"/>
                  <a:pt x="1422" y="2643"/>
                </a:cubicBezTo>
                <a:close/>
                <a:moveTo>
                  <a:pt x="1801" y="655"/>
                </a:moveTo>
                <a:lnTo>
                  <a:pt x="1801" y="655"/>
                </a:lnTo>
                <a:cubicBezTo>
                  <a:pt x="1933" y="469"/>
                  <a:pt x="2066" y="313"/>
                  <a:pt x="2141" y="233"/>
                </a:cubicBezTo>
                <a:lnTo>
                  <a:pt x="2141" y="233"/>
                </a:lnTo>
                <a:cubicBezTo>
                  <a:pt x="2318" y="428"/>
                  <a:pt x="2814" y="1040"/>
                  <a:pt x="2814" y="1378"/>
                </a:cubicBezTo>
                <a:lnTo>
                  <a:pt x="2814" y="1378"/>
                </a:lnTo>
                <a:cubicBezTo>
                  <a:pt x="2814" y="1409"/>
                  <a:pt x="2812" y="1442"/>
                  <a:pt x="2809" y="1475"/>
                </a:cubicBezTo>
                <a:lnTo>
                  <a:pt x="2809" y="1475"/>
                </a:lnTo>
                <a:cubicBezTo>
                  <a:pt x="2808" y="1477"/>
                  <a:pt x="2808" y="1478"/>
                  <a:pt x="2808" y="1479"/>
                </a:cubicBezTo>
                <a:lnTo>
                  <a:pt x="2808" y="1479"/>
                </a:lnTo>
                <a:cubicBezTo>
                  <a:pt x="2796" y="1588"/>
                  <a:pt x="2764" y="1705"/>
                  <a:pt x="2713" y="1828"/>
                </a:cubicBezTo>
                <a:lnTo>
                  <a:pt x="2713" y="1828"/>
                </a:lnTo>
                <a:cubicBezTo>
                  <a:pt x="2595" y="2115"/>
                  <a:pt x="2502" y="2510"/>
                  <a:pt x="2442" y="2977"/>
                </a:cubicBezTo>
                <a:lnTo>
                  <a:pt x="2213" y="2977"/>
                </a:lnTo>
                <a:lnTo>
                  <a:pt x="2213" y="1341"/>
                </a:lnTo>
                <a:lnTo>
                  <a:pt x="2213" y="1341"/>
                </a:lnTo>
                <a:cubicBezTo>
                  <a:pt x="2213" y="1287"/>
                  <a:pt x="2169" y="1242"/>
                  <a:pt x="2116" y="1242"/>
                </a:cubicBezTo>
                <a:lnTo>
                  <a:pt x="2116" y="1242"/>
                </a:lnTo>
                <a:cubicBezTo>
                  <a:pt x="2061" y="1242"/>
                  <a:pt x="2017" y="1287"/>
                  <a:pt x="2017" y="1341"/>
                </a:cubicBezTo>
                <a:lnTo>
                  <a:pt x="2017" y="2977"/>
                </a:lnTo>
                <a:lnTo>
                  <a:pt x="1840" y="2977"/>
                </a:lnTo>
                <a:lnTo>
                  <a:pt x="1840" y="2977"/>
                </a:lnTo>
                <a:cubicBezTo>
                  <a:pt x="1779" y="2511"/>
                  <a:pt x="1686" y="2116"/>
                  <a:pt x="1568" y="1830"/>
                </a:cubicBezTo>
                <a:lnTo>
                  <a:pt x="1568" y="1830"/>
                </a:lnTo>
                <a:cubicBezTo>
                  <a:pt x="1501" y="1664"/>
                  <a:pt x="1467" y="1512"/>
                  <a:pt x="1467" y="1378"/>
                </a:cubicBezTo>
                <a:lnTo>
                  <a:pt x="1467" y="1378"/>
                </a:lnTo>
                <a:cubicBezTo>
                  <a:pt x="1467" y="1215"/>
                  <a:pt x="1586" y="959"/>
                  <a:pt x="1801" y="655"/>
                </a:cubicBezTo>
                <a:close/>
                <a:moveTo>
                  <a:pt x="4167" y="2195"/>
                </a:moveTo>
                <a:lnTo>
                  <a:pt x="4167" y="2195"/>
                </a:lnTo>
                <a:cubicBezTo>
                  <a:pt x="4103" y="1845"/>
                  <a:pt x="3824" y="1544"/>
                  <a:pt x="3454" y="1429"/>
                </a:cubicBezTo>
                <a:lnTo>
                  <a:pt x="3454" y="1429"/>
                </a:lnTo>
                <a:cubicBezTo>
                  <a:pt x="3308" y="1383"/>
                  <a:pt x="3159" y="1365"/>
                  <a:pt x="3010" y="1376"/>
                </a:cubicBezTo>
                <a:lnTo>
                  <a:pt x="3010" y="1376"/>
                </a:lnTo>
                <a:cubicBezTo>
                  <a:pt x="3009" y="1164"/>
                  <a:pt x="2876" y="873"/>
                  <a:pt x="2614" y="510"/>
                </a:cubicBezTo>
                <a:lnTo>
                  <a:pt x="2614" y="510"/>
                </a:lnTo>
                <a:cubicBezTo>
                  <a:pt x="2503" y="356"/>
                  <a:pt x="2398" y="231"/>
                  <a:pt x="2345" y="170"/>
                </a:cubicBezTo>
                <a:lnTo>
                  <a:pt x="2345" y="170"/>
                </a:lnTo>
                <a:cubicBezTo>
                  <a:pt x="2310" y="129"/>
                  <a:pt x="2277" y="94"/>
                  <a:pt x="2251" y="66"/>
                </a:cubicBezTo>
                <a:lnTo>
                  <a:pt x="2251" y="66"/>
                </a:lnTo>
                <a:cubicBezTo>
                  <a:pt x="2214" y="28"/>
                  <a:pt x="2189" y="3"/>
                  <a:pt x="2147" y="0"/>
                </a:cubicBezTo>
                <a:lnTo>
                  <a:pt x="2147" y="0"/>
                </a:lnTo>
                <a:cubicBezTo>
                  <a:pt x="2146" y="0"/>
                  <a:pt x="2143" y="0"/>
                  <a:pt x="2141" y="0"/>
                </a:cubicBezTo>
                <a:lnTo>
                  <a:pt x="2141" y="0"/>
                </a:lnTo>
                <a:lnTo>
                  <a:pt x="2141" y="0"/>
                </a:lnTo>
                <a:cubicBezTo>
                  <a:pt x="2095" y="0"/>
                  <a:pt x="2067" y="28"/>
                  <a:pt x="2031" y="65"/>
                </a:cubicBezTo>
                <a:lnTo>
                  <a:pt x="2031" y="65"/>
                </a:lnTo>
                <a:cubicBezTo>
                  <a:pt x="2005" y="92"/>
                  <a:pt x="1972" y="127"/>
                  <a:pt x="1936" y="167"/>
                </a:cubicBezTo>
                <a:lnTo>
                  <a:pt x="1936" y="167"/>
                </a:lnTo>
                <a:cubicBezTo>
                  <a:pt x="1884" y="228"/>
                  <a:pt x="1778" y="352"/>
                  <a:pt x="1667" y="507"/>
                </a:cubicBezTo>
                <a:lnTo>
                  <a:pt x="1667" y="507"/>
                </a:lnTo>
                <a:cubicBezTo>
                  <a:pt x="1404" y="869"/>
                  <a:pt x="1272" y="1161"/>
                  <a:pt x="1272" y="1378"/>
                </a:cubicBezTo>
                <a:lnTo>
                  <a:pt x="1272" y="1380"/>
                </a:lnTo>
                <a:lnTo>
                  <a:pt x="1272" y="1380"/>
                </a:lnTo>
                <a:cubicBezTo>
                  <a:pt x="1105" y="1362"/>
                  <a:pt x="939" y="1378"/>
                  <a:pt x="776" y="1429"/>
                </a:cubicBezTo>
                <a:lnTo>
                  <a:pt x="776" y="1429"/>
                </a:lnTo>
                <a:cubicBezTo>
                  <a:pt x="407" y="1544"/>
                  <a:pt x="127" y="1845"/>
                  <a:pt x="64" y="2195"/>
                </a:cubicBezTo>
                <a:lnTo>
                  <a:pt x="64" y="2195"/>
                </a:lnTo>
                <a:cubicBezTo>
                  <a:pt x="0" y="2547"/>
                  <a:pt x="131" y="2882"/>
                  <a:pt x="423" y="3115"/>
                </a:cubicBezTo>
                <a:lnTo>
                  <a:pt x="423" y="3115"/>
                </a:lnTo>
                <a:cubicBezTo>
                  <a:pt x="454" y="3141"/>
                  <a:pt x="493" y="3149"/>
                  <a:pt x="530" y="3138"/>
                </a:cubicBezTo>
                <a:lnTo>
                  <a:pt x="530" y="3138"/>
                </a:lnTo>
                <a:cubicBezTo>
                  <a:pt x="600" y="3118"/>
                  <a:pt x="623" y="3052"/>
                  <a:pt x="656" y="2960"/>
                </a:cubicBezTo>
                <a:lnTo>
                  <a:pt x="656" y="2960"/>
                </a:lnTo>
                <a:cubicBezTo>
                  <a:pt x="687" y="2870"/>
                  <a:pt x="730" y="2747"/>
                  <a:pt x="813" y="2668"/>
                </a:cubicBezTo>
                <a:lnTo>
                  <a:pt x="813" y="2668"/>
                </a:lnTo>
                <a:cubicBezTo>
                  <a:pt x="861" y="2624"/>
                  <a:pt x="954" y="2586"/>
                  <a:pt x="1056" y="2601"/>
                </a:cubicBezTo>
                <a:lnTo>
                  <a:pt x="1056" y="2601"/>
                </a:lnTo>
                <a:cubicBezTo>
                  <a:pt x="1115" y="2611"/>
                  <a:pt x="1198" y="2643"/>
                  <a:pt x="1254" y="2742"/>
                </a:cubicBezTo>
                <a:lnTo>
                  <a:pt x="1254" y="2742"/>
                </a:lnTo>
                <a:cubicBezTo>
                  <a:pt x="1256" y="2745"/>
                  <a:pt x="1258" y="2748"/>
                  <a:pt x="1259" y="2751"/>
                </a:cubicBezTo>
                <a:lnTo>
                  <a:pt x="1259" y="2751"/>
                </a:lnTo>
                <a:cubicBezTo>
                  <a:pt x="1285" y="2787"/>
                  <a:pt x="1297" y="2875"/>
                  <a:pt x="1293" y="2977"/>
                </a:cubicBezTo>
                <a:lnTo>
                  <a:pt x="1126" y="2977"/>
                </a:lnTo>
                <a:lnTo>
                  <a:pt x="1126" y="2977"/>
                </a:lnTo>
                <a:cubicBezTo>
                  <a:pt x="1072" y="2977"/>
                  <a:pt x="1028" y="3021"/>
                  <a:pt x="1028" y="3075"/>
                </a:cubicBezTo>
                <a:lnTo>
                  <a:pt x="1028" y="3659"/>
                </a:lnTo>
                <a:lnTo>
                  <a:pt x="1028" y="3659"/>
                </a:lnTo>
                <a:cubicBezTo>
                  <a:pt x="1028" y="3713"/>
                  <a:pt x="1072" y="3758"/>
                  <a:pt x="1126" y="3758"/>
                </a:cubicBezTo>
                <a:lnTo>
                  <a:pt x="1666" y="3758"/>
                </a:lnTo>
                <a:lnTo>
                  <a:pt x="1666" y="3758"/>
                </a:lnTo>
                <a:cubicBezTo>
                  <a:pt x="1530" y="4104"/>
                  <a:pt x="1278" y="4211"/>
                  <a:pt x="1267" y="4216"/>
                </a:cubicBezTo>
                <a:lnTo>
                  <a:pt x="1267" y="4216"/>
                </a:lnTo>
                <a:cubicBezTo>
                  <a:pt x="1234" y="4228"/>
                  <a:pt x="1210" y="4258"/>
                  <a:pt x="1206" y="4294"/>
                </a:cubicBezTo>
                <a:lnTo>
                  <a:pt x="1206" y="4294"/>
                </a:lnTo>
                <a:cubicBezTo>
                  <a:pt x="1201" y="4329"/>
                  <a:pt x="1216" y="4364"/>
                  <a:pt x="1245" y="4385"/>
                </a:cubicBezTo>
                <a:lnTo>
                  <a:pt x="2057" y="4991"/>
                </a:lnTo>
                <a:lnTo>
                  <a:pt x="2057" y="4991"/>
                </a:lnTo>
                <a:cubicBezTo>
                  <a:pt x="2075" y="5004"/>
                  <a:pt x="2095" y="5010"/>
                  <a:pt x="2116" y="5010"/>
                </a:cubicBezTo>
                <a:lnTo>
                  <a:pt x="2116" y="5010"/>
                </a:lnTo>
                <a:cubicBezTo>
                  <a:pt x="2136" y="5010"/>
                  <a:pt x="2157" y="5004"/>
                  <a:pt x="2173" y="4991"/>
                </a:cubicBezTo>
                <a:lnTo>
                  <a:pt x="2986" y="4385"/>
                </a:lnTo>
                <a:lnTo>
                  <a:pt x="2986" y="4385"/>
                </a:lnTo>
                <a:cubicBezTo>
                  <a:pt x="3014" y="4364"/>
                  <a:pt x="3029" y="4329"/>
                  <a:pt x="3025" y="4294"/>
                </a:cubicBezTo>
                <a:lnTo>
                  <a:pt x="3025" y="4294"/>
                </a:lnTo>
                <a:cubicBezTo>
                  <a:pt x="3020" y="4258"/>
                  <a:pt x="2997" y="4229"/>
                  <a:pt x="2964" y="4216"/>
                </a:cubicBezTo>
                <a:lnTo>
                  <a:pt x="2964" y="4216"/>
                </a:lnTo>
                <a:cubicBezTo>
                  <a:pt x="2952" y="4211"/>
                  <a:pt x="2700" y="4104"/>
                  <a:pt x="2564" y="3758"/>
                </a:cubicBezTo>
                <a:lnTo>
                  <a:pt x="3105" y="3758"/>
                </a:lnTo>
                <a:lnTo>
                  <a:pt x="3105" y="3758"/>
                </a:lnTo>
                <a:cubicBezTo>
                  <a:pt x="3159" y="3758"/>
                  <a:pt x="3202" y="3713"/>
                  <a:pt x="3202" y="3659"/>
                </a:cubicBezTo>
                <a:lnTo>
                  <a:pt x="3202" y="3075"/>
                </a:lnTo>
                <a:lnTo>
                  <a:pt x="3202" y="3075"/>
                </a:lnTo>
                <a:cubicBezTo>
                  <a:pt x="3202" y="3021"/>
                  <a:pt x="3159" y="2977"/>
                  <a:pt x="3105" y="2977"/>
                </a:cubicBezTo>
                <a:lnTo>
                  <a:pt x="2937" y="2977"/>
                </a:lnTo>
                <a:lnTo>
                  <a:pt x="2937" y="2977"/>
                </a:lnTo>
                <a:cubicBezTo>
                  <a:pt x="2933" y="2875"/>
                  <a:pt x="2946" y="2787"/>
                  <a:pt x="2971" y="2751"/>
                </a:cubicBezTo>
                <a:lnTo>
                  <a:pt x="2971" y="2751"/>
                </a:lnTo>
                <a:cubicBezTo>
                  <a:pt x="2973" y="2748"/>
                  <a:pt x="2975" y="2745"/>
                  <a:pt x="2977" y="2742"/>
                </a:cubicBezTo>
                <a:lnTo>
                  <a:pt x="2977" y="2742"/>
                </a:lnTo>
                <a:cubicBezTo>
                  <a:pt x="3032" y="2643"/>
                  <a:pt x="3115" y="2611"/>
                  <a:pt x="3174" y="2601"/>
                </a:cubicBezTo>
                <a:lnTo>
                  <a:pt x="3174" y="2601"/>
                </a:lnTo>
                <a:cubicBezTo>
                  <a:pt x="3276" y="2586"/>
                  <a:pt x="3370" y="2624"/>
                  <a:pt x="3417" y="2668"/>
                </a:cubicBezTo>
                <a:lnTo>
                  <a:pt x="3417" y="2668"/>
                </a:lnTo>
                <a:cubicBezTo>
                  <a:pt x="3500" y="2747"/>
                  <a:pt x="3544" y="2870"/>
                  <a:pt x="3575" y="2960"/>
                </a:cubicBezTo>
                <a:lnTo>
                  <a:pt x="3575" y="2960"/>
                </a:lnTo>
                <a:cubicBezTo>
                  <a:pt x="3607" y="3052"/>
                  <a:pt x="3630" y="3118"/>
                  <a:pt x="3700" y="3138"/>
                </a:cubicBezTo>
                <a:lnTo>
                  <a:pt x="3700" y="3138"/>
                </a:lnTo>
                <a:cubicBezTo>
                  <a:pt x="3737" y="3149"/>
                  <a:pt x="3776" y="3141"/>
                  <a:pt x="3808" y="3115"/>
                </a:cubicBezTo>
                <a:lnTo>
                  <a:pt x="3808" y="3115"/>
                </a:lnTo>
                <a:cubicBezTo>
                  <a:pt x="4100" y="2882"/>
                  <a:pt x="4230" y="2547"/>
                  <a:pt x="4167" y="2195"/>
                </a:cubicBezTo>
                <a:close/>
              </a:path>
            </a:pathLst>
          </a:custGeom>
          <a:solidFill>
            <a:schemeClr val="accent3"/>
          </a:solidFill>
          <a:ln>
            <a:noFill/>
          </a:ln>
          <a:effectLst/>
        </p:spPr>
        <p:txBody>
          <a:bodyPr wrap="none" anchor="ctr"/>
          <a:lstStyle/>
          <a:p>
            <a:endParaRPr lang="es-ES_tradnl" sz="2400"/>
          </a:p>
        </p:txBody>
      </p:sp>
    </p:spTree>
    <p:extLst>
      <p:ext uri="{BB962C8B-B14F-4D97-AF65-F5344CB8AC3E}">
        <p14:creationId xmlns:p14="http://schemas.microsoft.com/office/powerpoint/2010/main" val="2694771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barn(outVertical)">
                                      <p:cBhvr>
                                        <p:cTn id="7" dur="500"/>
                                        <p:tgtEl>
                                          <p:spTgt spid="60"/>
                                        </p:tgtEl>
                                      </p:cBhvr>
                                    </p:animEffect>
                                  </p:childTnLst>
                                </p:cTn>
                              </p:par>
                              <p:par>
                                <p:cTn id="8" presetID="16" presetClass="entr" presetSubtype="37" fill="hold" grpId="0" nodeType="withEffect">
                                  <p:stCondLst>
                                    <p:cond delay="0"/>
                                  </p:stCondLst>
                                  <p:childTnLst>
                                    <p:set>
                                      <p:cBhvr>
                                        <p:cTn id="9" dur="1" fill="hold">
                                          <p:stCondLst>
                                            <p:cond delay="0"/>
                                          </p:stCondLst>
                                        </p:cTn>
                                        <p:tgtEl>
                                          <p:spTgt spid="67"/>
                                        </p:tgtEl>
                                        <p:attrNameLst>
                                          <p:attrName>style.visibility</p:attrName>
                                        </p:attrNameLst>
                                      </p:cBhvr>
                                      <p:to>
                                        <p:strVal val="visible"/>
                                      </p:to>
                                    </p:set>
                                    <p:animEffect transition="in" filter="barn(outVertical)">
                                      <p:cBhvr>
                                        <p:cTn id="10" dur="500"/>
                                        <p:tgtEl>
                                          <p:spTgt spid="67"/>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37" fill="hold" grpId="0" nodeType="clickEffect">
                                  <p:stCondLst>
                                    <p:cond delay="0"/>
                                  </p:stCondLst>
                                  <p:childTnLst>
                                    <p:set>
                                      <p:cBhvr>
                                        <p:cTn id="14" dur="1" fill="hold">
                                          <p:stCondLst>
                                            <p:cond delay="0"/>
                                          </p:stCondLst>
                                        </p:cTn>
                                        <p:tgtEl>
                                          <p:spTgt spid="61"/>
                                        </p:tgtEl>
                                        <p:attrNameLst>
                                          <p:attrName>style.visibility</p:attrName>
                                        </p:attrNameLst>
                                      </p:cBhvr>
                                      <p:to>
                                        <p:strVal val="visible"/>
                                      </p:to>
                                    </p:set>
                                    <p:animEffect transition="in" filter="barn(outVertical)">
                                      <p:cBhvr>
                                        <p:cTn id="15" dur="500"/>
                                        <p:tgtEl>
                                          <p:spTgt spid="61"/>
                                        </p:tgtEl>
                                      </p:cBhvr>
                                    </p:animEffect>
                                  </p:childTnLst>
                                </p:cTn>
                              </p:par>
                              <p:par>
                                <p:cTn id="16" presetID="16" presetClass="entr" presetSubtype="37" fill="hold" grpId="0" nodeType="withEffect">
                                  <p:stCondLst>
                                    <p:cond delay="0"/>
                                  </p:stCondLst>
                                  <p:childTnLst>
                                    <p:set>
                                      <p:cBhvr>
                                        <p:cTn id="17" dur="1" fill="hold">
                                          <p:stCondLst>
                                            <p:cond delay="0"/>
                                          </p:stCondLst>
                                        </p:cTn>
                                        <p:tgtEl>
                                          <p:spTgt spid="68"/>
                                        </p:tgtEl>
                                        <p:attrNameLst>
                                          <p:attrName>style.visibility</p:attrName>
                                        </p:attrNameLst>
                                      </p:cBhvr>
                                      <p:to>
                                        <p:strVal val="visible"/>
                                      </p:to>
                                    </p:set>
                                    <p:animEffect transition="in" filter="barn(outVertical)">
                                      <p:cBhvr>
                                        <p:cTn id="18" dur="500"/>
                                        <p:tgtEl>
                                          <p:spTgt spid="68"/>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37" fill="hold" grpId="0" nodeType="clickEffect">
                                  <p:stCondLst>
                                    <p:cond delay="0"/>
                                  </p:stCondLst>
                                  <p:childTnLst>
                                    <p:set>
                                      <p:cBhvr>
                                        <p:cTn id="22" dur="1" fill="hold">
                                          <p:stCondLst>
                                            <p:cond delay="0"/>
                                          </p:stCondLst>
                                        </p:cTn>
                                        <p:tgtEl>
                                          <p:spTgt spid="69"/>
                                        </p:tgtEl>
                                        <p:attrNameLst>
                                          <p:attrName>style.visibility</p:attrName>
                                        </p:attrNameLst>
                                      </p:cBhvr>
                                      <p:to>
                                        <p:strVal val="visible"/>
                                      </p:to>
                                    </p:set>
                                    <p:animEffect transition="in" filter="barn(outVertical)">
                                      <p:cBhvr>
                                        <p:cTn id="23" dur="500"/>
                                        <p:tgtEl>
                                          <p:spTgt spid="69"/>
                                        </p:tgtEl>
                                      </p:cBhvr>
                                    </p:animEffect>
                                  </p:childTnLst>
                                </p:cTn>
                              </p:par>
                              <p:par>
                                <p:cTn id="24" presetID="16" presetClass="entr" presetSubtype="37" fill="hold" grpId="0" nodeType="withEffect">
                                  <p:stCondLst>
                                    <p:cond delay="0"/>
                                  </p:stCondLst>
                                  <p:childTnLst>
                                    <p:set>
                                      <p:cBhvr>
                                        <p:cTn id="25" dur="1" fill="hold">
                                          <p:stCondLst>
                                            <p:cond delay="0"/>
                                          </p:stCondLst>
                                        </p:cTn>
                                        <p:tgtEl>
                                          <p:spTgt spid="59"/>
                                        </p:tgtEl>
                                        <p:attrNameLst>
                                          <p:attrName>style.visibility</p:attrName>
                                        </p:attrNameLst>
                                      </p:cBhvr>
                                      <p:to>
                                        <p:strVal val="visible"/>
                                      </p:to>
                                    </p:set>
                                    <p:animEffect transition="in" filter="barn(outVertical)">
                                      <p:cBhvr>
                                        <p:cTn id="26" dur="5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p:bldP spid="60" grpId="0"/>
      <p:bldP spid="61" grpId="0"/>
      <p:bldP spid="67" grpId="0" animBg="1"/>
      <p:bldP spid="68" grpId="0" animBg="1"/>
      <p:bldP spid="6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039DF793-B893-8440-A4AE-DA60EE1597BC}"/>
              </a:ext>
            </a:extLst>
          </p:cNvPr>
          <p:cNvSpPr txBox="1"/>
          <p:nvPr/>
        </p:nvSpPr>
        <p:spPr>
          <a:xfrm>
            <a:off x="7832246" y="3778881"/>
            <a:ext cx="3244361" cy="1567289"/>
          </a:xfrm>
          <a:prstGeom prst="rect">
            <a:avLst/>
          </a:prstGeom>
          <a:noFill/>
        </p:spPr>
        <p:txBody>
          <a:bodyPr wrap="square" rtlCol="0">
            <a:spAutoFit/>
          </a:bodyPr>
          <a:lstStyle/>
          <a:p>
            <a:pPr algn="just">
              <a:lnSpc>
                <a:spcPts val="2933"/>
              </a:lnSpc>
            </a:pPr>
            <a:r>
              <a:rPr lang="vi-VN" sz="2133" i="1" dirty="0">
                <a:solidFill>
                  <a:schemeClr val="tx2"/>
                </a:solidFill>
                <a:latin typeface="Gentium Basic" panose="02000503060000020004" pitchFamily="2" charset="77"/>
                <a:ea typeface="Lato Light" panose="020F0502020204030203" pitchFamily="34" charset="0"/>
                <a:cs typeface="Lato Light" panose="020F0502020204030203" pitchFamily="34" charset="0"/>
              </a:rPr>
              <a:t>Một ứng dụng di động, người dùng cuối có thể xem và mua sản phẩm, xem lịch sử đơn hàng, quản lý tài khoản</a:t>
            </a:r>
          </a:p>
        </p:txBody>
      </p:sp>
      <p:sp>
        <p:nvSpPr>
          <p:cNvPr id="13" name="TextBox 12">
            <a:extLst>
              <a:ext uri="{FF2B5EF4-FFF2-40B4-BE49-F238E27FC236}">
                <a16:creationId xmlns:a16="http://schemas.microsoft.com/office/drawing/2014/main" id="{AC1BE92D-668B-214D-9A50-903EFC23ED2C}"/>
              </a:ext>
            </a:extLst>
          </p:cNvPr>
          <p:cNvSpPr txBox="1"/>
          <p:nvPr/>
        </p:nvSpPr>
        <p:spPr>
          <a:xfrm>
            <a:off x="7831082" y="3121832"/>
            <a:ext cx="1122423" cy="502766"/>
          </a:xfrm>
          <a:prstGeom prst="rect">
            <a:avLst/>
          </a:prstGeom>
          <a:noFill/>
        </p:spPr>
        <p:txBody>
          <a:bodyPr wrap="none" rtlCol="0">
            <a:spAutoFit/>
          </a:bodyPr>
          <a:lstStyle/>
          <a:p>
            <a:r>
              <a:rPr lang="vi-VN" sz="2667" b="1" i="1" dirty="0">
                <a:solidFill>
                  <a:schemeClr val="tx2"/>
                </a:solidFill>
                <a:latin typeface="Playfair Display" panose="00000500000000000000" pitchFamily="2" charset="0"/>
                <a:ea typeface="Nunito Bold" charset="0"/>
                <a:cs typeface="Nunito Bold" charset="0"/>
              </a:rPr>
              <a:t>Client</a:t>
            </a:r>
            <a:endParaRPr lang="en-US" sz="2667" b="1" i="1" dirty="0">
              <a:solidFill>
                <a:schemeClr val="tx2"/>
              </a:solidFill>
              <a:latin typeface="Playfair Display" panose="00000500000000000000" pitchFamily="2" charset="0"/>
              <a:ea typeface="Nunito Bold" charset="0"/>
              <a:cs typeface="Nunito Bold" charset="0"/>
            </a:endParaRPr>
          </a:p>
        </p:txBody>
      </p:sp>
      <p:sp>
        <p:nvSpPr>
          <p:cNvPr id="14" name="TextBox 13">
            <a:extLst>
              <a:ext uri="{FF2B5EF4-FFF2-40B4-BE49-F238E27FC236}">
                <a16:creationId xmlns:a16="http://schemas.microsoft.com/office/drawing/2014/main" id="{9C7A32C5-C8AB-DB4B-9B57-02507671854B}"/>
              </a:ext>
            </a:extLst>
          </p:cNvPr>
          <p:cNvSpPr txBox="1"/>
          <p:nvPr/>
        </p:nvSpPr>
        <p:spPr>
          <a:xfrm>
            <a:off x="1117763" y="1866058"/>
            <a:ext cx="6928500" cy="810543"/>
          </a:xfrm>
          <a:prstGeom prst="rect">
            <a:avLst/>
          </a:prstGeom>
          <a:noFill/>
        </p:spPr>
        <p:txBody>
          <a:bodyPr wrap="none" rtlCol="0">
            <a:spAutoFit/>
          </a:bodyPr>
          <a:lstStyle/>
          <a:p>
            <a:r>
              <a:rPr lang="vi-VN" sz="4667" b="1" i="1" dirty="0">
                <a:solidFill>
                  <a:schemeClr val="accent1"/>
                </a:solidFill>
                <a:latin typeface="Playfair Display" panose="00000500000000000000" pitchFamily="2" charset="0"/>
                <a:ea typeface="Nunito Bold" charset="0"/>
                <a:cs typeface="Nunito Bold" charset="0"/>
              </a:rPr>
              <a:t>Các thành phần hệ thống</a:t>
            </a:r>
            <a:endParaRPr lang="en-US" sz="4667" b="1" i="1" dirty="0">
              <a:solidFill>
                <a:schemeClr val="accent1"/>
              </a:solidFill>
              <a:latin typeface="Playfair Display" panose="00000500000000000000" pitchFamily="2" charset="0"/>
              <a:ea typeface="Nunito Bold" charset="0"/>
              <a:cs typeface="Nunito Bold" charset="0"/>
            </a:endParaRPr>
          </a:p>
        </p:txBody>
      </p:sp>
      <p:sp>
        <p:nvSpPr>
          <p:cNvPr id="15" name="TextBox 14">
            <a:extLst>
              <a:ext uri="{FF2B5EF4-FFF2-40B4-BE49-F238E27FC236}">
                <a16:creationId xmlns:a16="http://schemas.microsoft.com/office/drawing/2014/main" id="{A90290D9-53FD-2042-93BC-0C91873568E4}"/>
              </a:ext>
            </a:extLst>
          </p:cNvPr>
          <p:cNvSpPr txBox="1"/>
          <p:nvPr/>
        </p:nvSpPr>
        <p:spPr>
          <a:xfrm>
            <a:off x="1133989" y="3778881"/>
            <a:ext cx="3244361" cy="2302938"/>
          </a:xfrm>
          <a:prstGeom prst="rect">
            <a:avLst/>
          </a:prstGeom>
          <a:noFill/>
        </p:spPr>
        <p:txBody>
          <a:bodyPr wrap="square" rtlCol="0">
            <a:spAutoFit/>
          </a:bodyPr>
          <a:lstStyle/>
          <a:p>
            <a:pPr algn="just">
              <a:lnSpc>
                <a:spcPts val="2933"/>
              </a:lnSpc>
            </a:pPr>
            <a:r>
              <a:rPr lang="vi-VN" sz="2133" i="1" dirty="0">
                <a:solidFill>
                  <a:schemeClr val="tx2"/>
                </a:solidFill>
                <a:latin typeface="Gentium Basic" panose="02000503060000020004" pitchFamily="2" charset="77"/>
                <a:ea typeface="Lato Light" panose="020F0502020204030203" pitchFamily="34" charset="0"/>
                <a:cs typeface="Lato Light" panose="020F0502020204030203" pitchFamily="34" charset="0"/>
              </a:rPr>
              <a:t>Nơi nhận các yêu cầu từ phía client cũng như web admin để thực hiện các truy vấn, xử lý, lưu trữ, trả dữ liệu về client và admin để hiển thị lên giao diện</a:t>
            </a:r>
            <a:endParaRPr lang="en-US" sz="2133" i="1" dirty="0">
              <a:solidFill>
                <a:schemeClr val="tx2"/>
              </a:solidFill>
              <a:latin typeface="Gentium Basic" panose="02000503060000020004" pitchFamily="2" charset="77"/>
              <a:ea typeface="Lato Light" panose="020F0502020204030203" pitchFamily="34" charset="0"/>
              <a:cs typeface="Lato Light" panose="020F0502020204030203" pitchFamily="34" charset="0"/>
            </a:endParaRPr>
          </a:p>
        </p:txBody>
      </p:sp>
      <p:sp>
        <p:nvSpPr>
          <p:cNvPr id="16" name="TextBox 15">
            <a:extLst>
              <a:ext uri="{FF2B5EF4-FFF2-40B4-BE49-F238E27FC236}">
                <a16:creationId xmlns:a16="http://schemas.microsoft.com/office/drawing/2014/main" id="{812E35F0-4AC2-5F4C-B269-50676F3CE944}"/>
              </a:ext>
            </a:extLst>
          </p:cNvPr>
          <p:cNvSpPr txBox="1"/>
          <p:nvPr/>
        </p:nvSpPr>
        <p:spPr>
          <a:xfrm>
            <a:off x="1231548" y="3121832"/>
            <a:ext cx="1205779" cy="502766"/>
          </a:xfrm>
          <a:prstGeom prst="rect">
            <a:avLst/>
          </a:prstGeom>
          <a:noFill/>
        </p:spPr>
        <p:txBody>
          <a:bodyPr wrap="none" rtlCol="0">
            <a:spAutoFit/>
          </a:bodyPr>
          <a:lstStyle/>
          <a:p>
            <a:r>
              <a:rPr lang="vi-VN" sz="2667" b="1" i="1" dirty="0">
                <a:solidFill>
                  <a:schemeClr val="tx2"/>
                </a:solidFill>
                <a:latin typeface="Playfair Display" panose="00000500000000000000" pitchFamily="2" charset="0"/>
                <a:ea typeface="Nunito Bold" charset="0"/>
                <a:cs typeface="Nunito Bold" charset="0"/>
              </a:rPr>
              <a:t>Server</a:t>
            </a:r>
            <a:endParaRPr lang="en-US" sz="2667" b="1" i="1" dirty="0">
              <a:solidFill>
                <a:schemeClr val="tx2"/>
              </a:solidFill>
              <a:latin typeface="Playfair Display" panose="00000500000000000000" pitchFamily="2" charset="0"/>
              <a:ea typeface="Nunito Bold" charset="0"/>
              <a:cs typeface="Nunito Bold" charset="0"/>
            </a:endParaRPr>
          </a:p>
        </p:txBody>
      </p:sp>
      <p:sp>
        <p:nvSpPr>
          <p:cNvPr id="17" name="TextBox 16">
            <a:extLst>
              <a:ext uri="{FF2B5EF4-FFF2-40B4-BE49-F238E27FC236}">
                <a16:creationId xmlns:a16="http://schemas.microsoft.com/office/drawing/2014/main" id="{EF719D93-2190-7B47-9309-CB2E33164E29}"/>
              </a:ext>
            </a:extLst>
          </p:cNvPr>
          <p:cNvSpPr txBox="1"/>
          <p:nvPr/>
        </p:nvSpPr>
        <p:spPr>
          <a:xfrm>
            <a:off x="4483120" y="3778881"/>
            <a:ext cx="3244361" cy="1939185"/>
          </a:xfrm>
          <a:prstGeom prst="rect">
            <a:avLst/>
          </a:prstGeom>
          <a:noFill/>
        </p:spPr>
        <p:txBody>
          <a:bodyPr wrap="square" rtlCol="0">
            <a:spAutoFit/>
          </a:bodyPr>
          <a:lstStyle/>
          <a:p>
            <a:pPr algn="just">
              <a:lnSpc>
                <a:spcPts val="2933"/>
              </a:lnSpc>
            </a:pPr>
            <a:r>
              <a:rPr lang="vi-VN" sz="2133" i="1" dirty="0">
                <a:solidFill>
                  <a:schemeClr val="tx2"/>
                </a:solidFill>
                <a:latin typeface="Gentium Basic" panose="02000503060000020004" pitchFamily="2" charset="77"/>
                <a:ea typeface="Lato Light" panose="020F0502020204030203" pitchFamily="34" charset="0"/>
                <a:cs typeface="Lato Light" panose="020F0502020204030203" pitchFamily="34" charset="0"/>
              </a:rPr>
              <a:t>Một giao diện web cho phép các quản trị viên hệ thống có thể thực hiện các thao tác quản lý như thêm, xóa sản phẩm, quản lý đơn hàng...</a:t>
            </a:r>
            <a:endParaRPr lang="en-US" sz="2133" i="1" dirty="0">
              <a:solidFill>
                <a:schemeClr val="tx2"/>
              </a:solidFill>
              <a:latin typeface="Gentium Basic" panose="02000503060000020004" pitchFamily="2" charset="77"/>
              <a:ea typeface="Lato Light" panose="020F0502020204030203" pitchFamily="34" charset="0"/>
              <a:cs typeface="Lato Light" panose="020F0502020204030203" pitchFamily="34" charset="0"/>
            </a:endParaRPr>
          </a:p>
        </p:txBody>
      </p:sp>
      <p:sp>
        <p:nvSpPr>
          <p:cNvPr id="19" name="TextBox 18">
            <a:extLst>
              <a:ext uri="{FF2B5EF4-FFF2-40B4-BE49-F238E27FC236}">
                <a16:creationId xmlns:a16="http://schemas.microsoft.com/office/drawing/2014/main" id="{8FBF8B30-86C7-B64F-AD22-C06445ED6F3A}"/>
              </a:ext>
            </a:extLst>
          </p:cNvPr>
          <p:cNvSpPr txBox="1"/>
          <p:nvPr/>
        </p:nvSpPr>
        <p:spPr>
          <a:xfrm>
            <a:off x="4481951" y="3121832"/>
            <a:ext cx="1955985" cy="502766"/>
          </a:xfrm>
          <a:prstGeom prst="rect">
            <a:avLst/>
          </a:prstGeom>
          <a:noFill/>
        </p:spPr>
        <p:txBody>
          <a:bodyPr wrap="none" rtlCol="0">
            <a:spAutoFit/>
          </a:bodyPr>
          <a:lstStyle/>
          <a:p>
            <a:r>
              <a:rPr lang="vi-VN" sz="2667" b="1" i="1" dirty="0">
                <a:solidFill>
                  <a:schemeClr val="tx2"/>
                </a:solidFill>
                <a:latin typeface="Playfair Display" panose="00000500000000000000" pitchFamily="2" charset="0"/>
                <a:ea typeface="Nunito Bold" charset="0"/>
                <a:cs typeface="Nunito Bold" charset="0"/>
              </a:rPr>
              <a:t>Web admin</a:t>
            </a:r>
            <a:endParaRPr lang="en-US" sz="2667" b="1" i="1" dirty="0">
              <a:solidFill>
                <a:schemeClr val="tx2"/>
              </a:solidFill>
              <a:latin typeface="Playfair Display" panose="00000500000000000000" pitchFamily="2" charset="0"/>
              <a:ea typeface="Nunito Bold" charset="0"/>
              <a:cs typeface="Nunito Bold" charset="0"/>
            </a:endParaRPr>
          </a:p>
        </p:txBody>
      </p:sp>
      <p:grpSp>
        <p:nvGrpSpPr>
          <p:cNvPr id="448" name="Group 1">
            <a:extLst>
              <a:ext uri="{FF2B5EF4-FFF2-40B4-BE49-F238E27FC236}">
                <a16:creationId xmlns:a16="http://schemas.microsoft.com/office/drawing/2014/main" id="{A6E27187-0BFD-D949-BAA7-9B96E788BA13}"/>
              </a:ext>
            </a:extLst>
          </p:cNvPr>
          <p:cNvGrpSpPr>
            <a:grpSpLocks noChangeAspect="1"/>
          </p:cNvGrpSpPr>
          <p:nvPr/>
        </p:nvGrpSpPr>
        <p:grpSpPr bwMode="auto">
          <a:xfrm>
            <a:off x="312729" y="288031"/>
            <a:ext cx="1093075" cy="1087315"/>
            <a:chOff x="1622425" y="317500"/>
            <a:chExt cx="1204913" cy="1198563"/>
          </a:xfrm>
          <a:solidFill>
            <a:schemeClr val="accent3"/>
          </a:solidFill>
        </p:grpSpPr>
        <p:sp>
          <p:nvSpPr>
            <p:cNvPr id="449" name="Freeform 53">
              <a:extLst>
                <a:ext uri="{FF2B5EF4-FFF2-40B4-BE49-F238E27FC236}">
                  <a16:creationId xmlns:a16="http://schemas.microsoft.com/office/drawing/2014/main" id="{C706D346-206E-9146-B620-25078259FD9E}"/>
                </a:ext>
              </a:extLst>
            </p:cNvPr>
            <p:cNvSpPr>
              <a:spLocks noChangeArrowheads="1"/>
            </p:cNvSpPr>
            <p:nvPr/>
          </p:nvSpPr>
          <p:spPr bwMode="auto">
            <a:xfrm>
              <a:off x="1622425" y="317500"/>
              <a:ext cx="423863" cy="422275"/>
            </a:xfrm>
            <a:custGeom>
              <a:avLst/>
              <a:gdLst>
                <a:gd name="T0" fmla="*/ 1081 w 1176"/>
                <a:gd name="T1" fmla="*/ 2516 h 1175"/>
                <a:gd name="T2" fmla="*/ 15498 w 1176"/>
                <a:gd name="T3" fmla="*/ 28751 h 1175"/>
                <a:gd name="T4" fmla="*/ 45053 w 1176"/>
                <a:gd name="T5" fmla="*/ 76189 h 1175"/>
                <a:gd name="T6" fmla="*/ 43972 w 1176"/>
                <a:gd name="T7" fmla="*/ 177535 h 1175"/>
                <a:gd name="T8" fmla="*/ 30997 w 1176"/>
                <a:gd name="T9" fmla="*/ 194426 h 1175"/>
                <a:gd name="T10" fmla="*/ 17661 w 1176"/>
                <a:gd name="T11" fmla="*/ 217427 h 1175"/>
                <a:gd name="T12" fmla="*/ 45053 w 1176"/>
                <a:gd name="T13" fmla="*/ 238271 h 1175"/>
                <a:gd name="T14" fmla="*/ 57308 w 1176"/>
                <a:gd name="T15" fmla="*/ 232161 h 1175"/>
                <a:gd name="T16" fmla="*/ 80736 w 1176"/>
                <a:gd name="T17" fmla="*/ 192629 h 1175"/>
                <a:gd name="T18" fmla="*/ 79294 w 1176"/>
                <a:gd name="T19" fmla="*/ 104940 h 1175"/>
                <a:gd name="T20" fmla="*/ 75690 w 1176"/>
                <a:gd name="T21" fmla="*/ 90205 h 1175"/>
                <a:gd name="T22" fmla="*/ 121825 w 1176"/>
                <a:gd name="T23" fmla="*/ 137284 h 1175"/>
                <a:gd name="T24" fmla="*/ 171203 w 1176"/>
                <a:gd name="T25" fmla="*/ 201614 h 1175"/>
                <a:gd name="T26" fmla="*/ 197514 w 1176"/>
                <a:gd name="T27" fmla="*/ 313741 h 1175"/>
                <a:gd name="T28" fmla="*/ 101641 w 1176"/>
                <a:gd name="T29" fmla="*/ 392446 h 1175"/>
                <a:gd name="T30" fmla="*/ 38566 w 1176"/>
                <a:gd name="T31" fmla="*/ 349680 h 1175"/>
                <a:gd name="T32" fmla="*/ 38205 w 1176"/>
                <a:gd name="T33" fmla="*/ 300085 h 1175"/>
                <a:gd name="T34" fmla="*/ 60552 w 1176"/>
                <a:gd name="T35" fmla="*/ 276366 h 1175"/>
                <a:gd name="T36" fmla="*/ 80736 w 1176"/>
                <a:gd name="T37" fmla="*/ 306913 h 1175"/>
                <a:gd name="T38" fmla="*/ 95513 w 1176"/>
                <a:gd name="T39" fmla="*/ 332070 h 1175"/>
                <a:gd name="T40" fmla="*/ 109570 w 1176"/>
                <a:gd name="T41" fmla="*/ 330632 h 1175"/>
                <a:gd name="T42" fmla="*/ 123987 w 1176"/>
                <a:gd name="T43" fmla="*/ 300444 h 1175"/>
                <a:gd name="T44" fmla="*/ 97315 w 1176"/>
                <a:gd name="T45" fmla="*/ 261631 h 1175"/>
                <a:gd name="T46" fmla="*/ 74969 w 1176"/>
                <a:gd name="T47" fmla="*/ 252287 h 1175"/>
                <a:gd name="T48" fmla="*/ 53704 w 1176"/>
                <a:gd name="T49" fmla="*/ 256599 h 1175"/>
                <a:gd name="T50" fmla="*/ 17661 w 1176"/>
                <a:gd name="T51" fmla="*/ 337101 h 1175"/>
                <a:gd name="T52" fmla="*/ 109570 w 1176"/>
                <a:gd name="T53" fmla="*/ 416525 h 1175"/>
                <a:gd name="T54" fmla="*/ 194271 w 1176"/>
                <a:gd name="T55" fmla="*/ 368368 h 1175"/>
                <a:gd name="T56" fmla="*/ 222023 w 1176"/>
                <a:gd name="T57" fmla="*/ 270615 h 1175"/>
                <a:gd name="T58" fmla="*/ 198956 w 1176"/>
                <a:gd name="T59" fmla="*/ 198020 h 1175"/>
                <a:gd name="T60" fmla="*/ 204723 w 1176"/>
                <a:gd name="T61" fmla="*/ 200895 h 1175"/>
                <a:gd name="T62" fmla="*/ 271763 w 1176"/>
                <a:gd name="T63" fmla="*/ 221380 h 1175"/>
                <a:gd name="T64" fmla="*/ 369799 w 1176"/>
                <a:gd name="T65" fmla="*/ 193348 h 1175"/>
                <a:gd name="T66" fmla="*/ 418096 w 1176"/>
                <a:gd name="T67" fmla="*/ 109252 h 1175"/>
                <a:gd name="T68" fmla="*/ 338442 w 1176"/>
                <a:gd name="T69" fmla="*/ 17250 h 1175"/>
                <a:gd name="T70" fmla="*/ 257706 w 1176"/>
                <a:gd name="T71" fmla="*/ 53548 h 1175"/>
                <a:gd name="T72" fmla="*/ 253020 w 1176"/>
                <a:gd name="T73" fmla="*/ 74392 h 1175"/>
                <a:gd name="T74" fmla="*/ 262391 w 1176"/>
                <a:gd name="T75" fmla="*/ 96674 h 1175"/>
                <a:gd name="T76" fmla="*/ 301678 w 1176"/>
                <a:gd name="T77" fmla="*/ 123268 h 1175"/>
                <a:gd name="T78" fmla="*/ 331954 w 1176"/>
                <a:gd name="T79" fmla="*/ 108893 h 1175"/>
                <a:gd name="T80" fmla="*/ 333035 w 1176"/>
                <a:gd name="T81" fmla="*/ 94877 h 1175"/>
                <a:gd name="T82" fmla="*/ 308166 w 1176"/>
                <a:gd name="T83" fmla="*/ 79783 h 1175"/>
                <a:gd name="T84" fmla="*/ 277529 w 1176"/>
                <a:gd name="T85" fmla="*/ 60017 h 1175"/>
                <a:gd name="T86" fmla="*/ 301318 w 1176"/>
                <a:gd name="T87" fmla="*/ 38095 h 1175"/>
                <a:gd name="T88" fmla="*/ 351057 w 1176"/>
                <a:gd name="T89" fmla="*/ 38095 h 1175"/>
                <a:gd name="T90" fmla="*/ 393947 w 1176"/>
                <a:gd name="T91" fmla="*/ 100627 h 1175"/>
                <a:gd name="T92" fmla="*/ 314653 w 1176"/>
                <a:gd name="T93" fmla="*/ 196582 h 1175"/>
                <a:gd name="T94" fmla="*/ 202560 w 1176"/>
                <a:gd name="T95" fmla="*/ 170348 h 1175"/>
                <a:gd name="T96" fmla="*/ 138044 w 1176"/>
                <a:gd name="T97" fmla="*/ 121112 h 1175"/>
                <a:gd name="T98" fmla="*/ 90828 w 1176"/>
                <a:gd name="T99" fmla="*/ 74752 h 1175"/>
                <a:gd name="T100" fmla="*/ 105605 w 1176"/>
                <a:gd name="T101" fmla="*/ 79064 h 1175"/>
                <a:gd name="T102" fmla="*/ 193550 w 1176"/>
                <a:gd name="T103" fmla="*/ 80142 h 1175"/>
                <a:gd name="T104" fmla="*/ 233197 w 1176"/>
                <a:gd name="T105" fmla="*/ 56423 h 1175"/>
                <a:gd name="T106" fmla="*/ 239324 w 1176"/>
                <a:gd name="T107" fmla="*/ 44563 h 1175"/>
                <a:gd name="T108" fmla="*/ 218419 w 1176"/>
                <a:gd name="T109" fmla="*/ 17250 h 1175"/>
                <a:gd name="T110" fmla="*/ 195352 w 1176"/>
                <a:gd name="T111" fmla="*/ 30548 h 1175"/>
                <a:gd name="T112" fmla="*/ 178412 w 1176"/>
                <a:gd name="T113" fmla="*/ 43485 h 1175"/>
                <a:gd name="T114" fmla="*/ 76771 w 1176"/>
                <a:gd name="T115" fmla="*/ 44563 h 1175"/>
                <a:gd name="T116" fmla="*/ 28834 w 1176"/>
                <a:gd name="T117" fmla="*/ 15094 h 1175"/>
                <a:gd name="T118" fmla="*/ 3965 w 1176"/>
                <a:gd name="T119" fmla="*/ 0 h 1175"/>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1176" h="1175">
                  <a:moveTo>
                    <a:pt x="3" y="7"/>
                  </a:moveTo>
                  <a:lnTo>
                    <a:pt x="3" y="7"/>
                  </a:lnTo>
                  <a:cubicBezTo>
                    <a:pt x="0" y="16"/>
                    <a:pt x="17" y="48"/>
                    <a:pt x="43" y="80"/>
                  </a:cubicBezTo>
                  <a:cubicBezTo>
                    <a:pt x="90" y="136"/>
                    <a:pt x="113" y="173"/>
                    <a:pt x="125" y="212"/>
                  </a:cubicBezTo>
                  <a:cubicBezTo>
                    <a:pt x="160" y="323"/>
                    <a:pt x="159" y="422"/>
                    <a:pt x="122" y="494"/>
                  </a:cubicBezTo>
                  <a:cubicBezTo>
                    <a:pt x="117" y="504"/>
                    <a:pt x="101" y="526"/>
                    <a:pt x="86" y="541"/>
                  </a:cubicBezTo>
                  <a:cubicBezTo>
                    <a:pt x="54" y="574"/>
                    <a:pt x="49" y="583"/>
                    <a:pt x="49" y="605"/>
                  </a:cubicBezTo>
                  <a:cubicBezTo>
                    <a:pt x="49" y="647"/>
                    <a:pt x="83" y="674"/>
                    <a:pt x="125" y="663"/>
                  </a:cubicBezTo>
                  <a:cubicBezTo>
                    <a:pt x="137" y="659"/>
                    <a:pt x="152" y="652"/>
                    <a:pt x="159" y="646"/>
                  </a:cubicBezTo>
                  <a:cubicBezTo>
                    <a:pt x="175" y="631"/>
                    <a:pt x="212" y="569"/>
                    <a:pt x="224" y="536"/>
                  </a:cubicBezTo>
                  <a:cubicBezTo>
                    <a:pt x="249" y="471"/>
                    <a:pt x="248" y="377"/>
                    <a:pt x="220" y="292"/>
                  </a:cubicBezTo>
                  <a:cubicBezTo>
                    <a:pt x="214" y="270"/>
                    <a:pt x="209" y="252"/>
                    <a:pt x="210" y="251"/>
                  </a:cubicBezTo>
                  <a:cubicBezTo>
                    <a:pt x="212" y="249"/>
                    <a:pt x="286" y="325"/>
                    <a:pt x="338" y="382"/>
                  </a:cubicBezTo>
                  <a:cubicBezTo>
                    <a:pt x="387" y="436"/>
                    <a:pt x="449" y="517"/>
                    <a:pt x="475" y="561"/>
                  </a:cubicBezTo>
                  <a:cubicBezTo>
                    <a:pt x="529" y="655"/>
                    <a:pt x="562" y="795"/>
                    <a:pt x="548" y="873"/>
                  </a:cubicBezTo>
                  <a:cubicBezTo>
                    <a:pt x="525" y="995"/>
                    <a:pt x="398" y="1100"/>
                    <a:pt x="282" y="1092"/>
                  </a:cubicBezTo>
                  <a:cubicBezTo>
                    <a:pt x="210" y="1086"/>
                    <a:pt x="138" y="1037"/>
                    <a:pt x="107" y="973"/>
                  </a:cubicBezTo>
                  <a:cubicBezTo>
                    <a:pt x="90" y="940"/>
                    <a:pt x="90" y="873"/>
                    <a:pt x="106" y="835"/>
                  </a:cubicBezTo>
                  <a:cubicBezTo>
                    <a:pt x="119" y="806"/>
                    <a:pt x="151" y="771"/>
                    <a:pt x="168" y="769"/>
                  </a:cubicBezTo>
                  <a:cubicBezTo>
                    <a:pt x="207" y="763"/>
                    <a:pt x="224" y="788"/>
                    <a:pt x="224" y="854"/>
                  </a:cubicBezTo>
                  <a:cubicBezTo>
                    <a:pt x="224" y="903"/>
                    <a:pt x="230" y="913"/>
                    <a:pt x="265" y="924"/>
                  </a:cubicBezTo>
                  <a:cubicBezTo>
                    <a:pt x="284" y="929"/>
                    <a:pt x="288" y="929"/>
                    <a:pt x="304" y="920"/>
                  </a:cubicBezTo>
                  <a:cubicBezTo>
                    <a:pt x="330" y="905"/>
                    <a:pt x="347" y="869"/>
                    <a:pt x="344" y="836"/>
                  </a:cubicBezTo>
                  <a:cubicBezTo>
                    <a:pt x="341" y="803"/>
                    <a:pt x="311" y="760"/>
                    <a:pt x="270" y="728"/>
                  </a:cubicBezTo>
                  <a:cubicBezTo>
                    <a:pt x="243" y="707"/>
                    <a:pt x="235" y="704"/>
                    <a:pt x="208" y="702"/>
                  </a:cubicBezTo>
                  <a:cubicBezTo>
                    <a:pt x="181" y="699"/>
                    <a:pt x="173" y="702"/>
                    <a:pt x="149" y="714"/>
                  </a:cubicBezTo>
                  <a:cubicBezTo>
                    <a:pt x="74" y="755"/>
                    <a:pt x="36" y="839"/>
                    <a:pt x="49" y="938"/>
                  </a:cubicBezTo>
                  <a:cubicBezTo>
                    <a:pt x="63" y="1056"/>
                    <a:pt x="201" y="1174"/>
                    <a:pt x="304" y="1159"/>
                  </a:cubicBezTo>
                  <a:cubicBezTo>
                    <a:pt x="391" y="1147"/>
                    <a:pt x="492" y="1089"/>
                    <a:pt x="539" y="1025"/>
                  </a:cubicBezTo>
                  <a:cubicBezTo>
                    <a:pt x="597" y="946"/>
                    <a:pt x="627" y="840"/>
                    <a:pt x="616" y="753"/>
                  </a:cubicBezTo>
                  <a:cubicBezTo>
                    <a:pt x="611" y="712"/>
                    <a:pt x="578" y="600"/>
                    <a:pt x="560" y="567"/>
                  </a:cubicBezTo>
                  <a:lnTo>
                    <a:pt x="552" y="551"/>
                  </a:lnTo>
                  <a:lnTo>
                    <a:pt x="568" y="559"/>
                  </a:lnTo>
                  <a:cubicBezTo>
                    <a:pt x="601" y="577"/>
                    <a:pt x="712" y="610"/>
                    <a:pt x="754" y="616"/>
                  </a:cubicBezTo>
                  <a:cubicBezTo>
                    <a:pt x="841" y="626"/>
                    <a:pt x="947" y="596"/>
                    <a:pt x="1026" y="538"/>
                  </a:cubicBezTo>
                  <a:cubicBezTo>
                    <a:pt x="1090" y="491"/>
                    <a:pt x="1148" y="389"/>
                    <a:pt x="1160" y="304"/>
                  </a:cubicBezTo>
                  <a:cubicBezTo>
                    <a:pt x="1175" y="199"/>
                    <a:pt x="1057" y="63"/>
                    <a:pt x="939" y="48"/>
                  </a:cubicBezTo>
                  <a:cubicBezTo>
                    <a:pt x="841" y="35"/>
                    <a:pt x="756" y="73"/>
                    <a:pt x="715" y="149"/>
                  </a:cubicBezTo>
                  <a:cubicBezTo>
                    <a:pt x="702" y="171"/>
                    <a:pt x="701" y="180"/>
                    <a:pt x="702" y="207"/>
                  </a:cubicBezTo>
                  <a:cubicBezTo>
                    <a:pt x="705" y="234"/>
                    <a:pt x="708" y="242"/>
                    <a:pt x="728" y="269"/>
                  </a:cubicBezTo>
                  <a:cubicBezTo>
                    <a:pt x="761" y="311"/>
                    <a:pt x="805" y="341"/>
                    <a:pt x="837" y="343"/>
                  </a:cubicBezTo>
                  <a:cubicBezTo>
                    <a:pt x="870" y="346"/>
                    <a:pt x="906" y="329"/>
                    <a:pt x="921" y="303"/>
                  </a:cubicBezTo>
                  <a:cubicBezTo>
                    <a:pt x="930" y="288"/>
                    <a:pt x="930" y="283"/>
                    <a:pt x="924" y="264"/>
                  </a:cubicBezTo>
                  <a:cubicBezTo>
                    <a:pt x="914" y="228"/>
                    <a:pt x="904" y="222"/>
                    <a:pt x="855" y="222"/>
                  </a:cubicBezTo>
                  <a:cubicBezTo>
                    <a:pt x="789" y="222"/>
                    <a:pt x="764" y="207"/>
                    <a:pt x="770" y="167"/>
                  </a:cubicBezTo>
                  <a:cubicBezTo>
                    <a:pt x="772" y="150"/>
                    <a:pt x="807" y="119"/>
                    <a:pt x="836" y="106"/>
                  </a:cubicBezTo>
                  <a:cubicBezTo>
                    <a:pt x="874" y="89"/>
                    <a:pt x="941" y="89"/>
                    <a:pt x="974" y="106"/>
                  </a:cubicBezTo>
                  <a:cubicBezTo>
                    <a:pt x="1038" y="137"/>
                    <a:pt x="1088" y="210"/>
                    <a:pt x="1093" y="280"/>
                  </a:cubicBezTo>
                  <a:cubicBezTo>
                    <a:pt x="1101" y="397"/>
                    <a:pt x="997" y="524"/>
                    <a:pt x="873" y="547"/>
                  </a:cubicBezTo>
                  <a:cubicBezTo>
                    <a:pt x="795" y="561"/>
                    <a:pt x="656" y="528"/>
                    <a:pt x="562" y="474"/>
                  </a:cubicBezTo>
                  <a:cubicBezTo>
                    <a:pt x="518" y="448"/>
                    <a:pt x="437" y="386"/>
                    <a:pt x="383" y="337"/>
                  </a:cubicBezTo>
                  <a:cubicBezTo>
                    <a:pt x="326" y="285"/>
                    <a:pt x="250" y="211"/>
                    <a:pt x="252" y="208"/>
                  </a:cubicBezTo>
                  <a:cubicBezTo>
                    <a:pt x="253" y="208"/>
                    <a:pt x="272" y="212"/>
                    <a:pt x="293" y="220"/>
                  </a:cubicBezTo>
                  <a:cubicBezTo>
                    <a:pt x="378" y="247"/>
                    <a:pt x="472" y="248"/>
                    <a:pt x="537" y="223"/>
                  </a:cubicBezTo>
                  <a:cubicBezTo>
                    <a:pt x="570" y="211"/>
                    <a:pt x="632" y="174"/>
                    <a:pt x="647" y="157"/>
                  </a:cubicBezTo>
                  <a:cubicBezTo>
                    <a:pt x="653" y="151"/>
                    <a:pt x="661" y="136"/>
                    <a:pt x="664" y="124"/>
                  </a:cubicBezTo>
                  <a:cubicBezTo>
                    <a:pt x="675" y="82"/>
                    <a:pt x="649" y="48"/>
                    <a:pt x="606" y="48"/>
                  </a:cubicBezTo>
                  <a:cubicBezTo>
                    <a:pt x="584" y="48"/>
                    <a:pt x="575" y="53"/>
                    <a:pt x="542" y="85"/>
                  </a:cubicBezTo>
                  <a:cubicBezTo>
                    <a:pt x="526" y="100"/>
                    <a:pt x="506" y="116"/>
                    <a:pt x="495" y="121"/>
                  </a:cubicBezTo>
                  <a:cubicBezTo>
                    <a:pt x="423" y="159"/>
                    <a:pt x="324" y="159"/>
                    <a:pt x="213" y="124"/>
                  </a:cubicBezTo>
                  <a:cubicBezTo>
                    <a:pt x="174" y="111"/>
                    <a:pt x="137" y="89"/>
                    <a:pt x="80" y="42"/>
                  </a:cubicBezTo>
                  <a:cubicBezTo>
                    <a:pt x="55" y="21"/>
                    <a:pt x="20" y="0"/>
                    <a:pt x="11" y="0"/>
                  </a:cubicBezTo>
                  <a:cubicBezTo>
                    <a:pt x="8" y="0"/>
                    <a:pt x="5" y="3"/>
                    <a:pt x="3" y="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50" name="Freeform 55">
              <a:extLst>
                <a:ext uri="{FF2B5EF4-FFF2-40B4-BE49-F238E27FC236}">
                  <a16:creationId xmlns:a16="http://schemas.microsoft.com/office/drawing/2014/main" id="{2B1FB654-1575-D142-83F0-BF917803BE03}"/>
                </a:ext>
              </a:extLst>
            </p:cNvPr>
            <p:cNvSpPr>
              <a:spLocks noChangeArrowheads="1"/>
            </p:cNvSpPr>
            <p:nvPr/>
          </p:nvSpPr>
          <p:spPr bwMode="auto">
            <a:xfrm>
              <a:off x="2776538" y="319088"/>
              <a:ext cx="50800" cy="42862"/>
            </a:xfrm>
            <a:custGeom>
              <a:avLst/>
              <a:gdLst>
                <a:gd name="T0" fmla="*/ 14514 w 140"/>
                <a:gd name="T1" fmla="*/ 6483 h 119"/>
                <a:gd name="T2" fmla="*/ 14514 w 140"/>
                <a:gd name="T3" fmla="*/ 6483 h 119"/>
                <a:gd name="T4" fmla="*/ 0 w 140"/>
                <a:gd name="T5" fmla="*/ 23052 h 119"/>
                <a:gd name="T6" fmla="*/ 0 w 140"/>
                <a:gd name="T7" fmla="*/ 23052 h 119"/>
                <a:gd name="T8" fmla="*/ 6531 w 140"/>
                <a:gd name="T9" fmla="*/ 34218 h 119"/>
                <a:gd name="T10" fmla="*/ 6531 w 140"/>
                <a:gd name="T11" fmla="*/ 34218 h 119"/>
                <a:gd name="T12" fmla="*/ 31569 w 140"/>
                <a:gd name="T13" fmla="*/ 36739 h 119"/>
                <a:gd name="T14" fmla="*/ 31569 w 140"/>
                <a:gd name="T15" fmla="*/ 36739 h 119"/>
                <a:gd name="T16" fmla="*/ 14514 w 140"/>
                <a:gd name="T17" fmla="*/ 6483 h 11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40" h="119">
                  <a:moveTo>
                    <a:pt x="40" y="18"/>
                  </a:moveTo>
                  <a:lnTo>
                    <a:pt x="40" y="18"/>
                  </a:lnTo>
                  <a:cubicBezTo>
                    <a:pt x="19" y="24"/>
                    <a:pt x="0" y="46"/>
                    <a:pt x="0" y="64"/>
                  </a:cubicBezTo>
                  <a:cubicBezTo>
                    <a:pt x="0" y="71"/>
                    <a:pt x="8" y="84"/>
                    <a:pt x="18" y="95"/>
                  </a:cubicBezTo>
                  <a:cubicBezTo>
                    <a:pt x="40" y="116"/>
                    <a:pt x="60" y="118"/>
                    <a:pt x="87" y="102"/>
                  </a:cubicBezTo>
                  <a:cubicBezTo>
                    <a:pt x="139" y="71"/>
                    <a:pt x="98" y="0"/>
                    <a:pt x="40" y="1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51" name="Freeform 57">
              <a:extLst>
                <a:ext uri="{FF2B5EF4-FFF2-40B4-BE49-F238E27FC236}">
                  <a16:creationId xmlns:a16="http://schemas.microsoft.com/office/drawing/2014/main" id="{16AA00AC-A874-6348-B248-5625944C1804}"/>
                </a:ext>
              </a:extLst>
            </p:cNvPr>
            <p:cNvSpPr>
              <a:spLocks noChangeArrowheads="1"/>
            </p:cNvSpPr>
            <p:nvPr/>
          </p:nvSpPr>
          <p:spPr bwMode="auto">
            <a:xfrm>
              <a:off x="2692400" y="322263"/>
              <a:ext cx="38100" cy="41275"/>
            </a:xfrm>
            <a:custGeom>
              <a:avLst/>
              <a:gdLst>
                <a:gd name="T0" fmla="*/ 9970 w 107"/>
                <a:gd name="T1" fmla="*/ 7896 h 115"/>
                <a:gd name="T2" fmla="*/ 9970 w 107"/>
                <a:gd name="T3" fmla="*/ 7896 h 115"/>
                <a:gd name="T4" fmla="*/ 0 w 107"/>
                <a:gd name="T5" fmla="*/ 25483 h 115"/>
                <a:gd name="T6" fmla="*/ 0 w 107"/>
                <a:gd name="T7" fmla="*/ 25483 h 115"/>
                <a:gd name="T8" fmla="*/ 16736 w 107"/>
                <a:gd name="T9" fmla="*/ 40916 h 115"/>
                <a:gd name="T10" fmla="*/ 16736 w 107"/>
                <a:gd name="T11" fmla="*/ 40916 h 115"/>
                <a:gd name="T12" fmla="*/ 37744 w 107"/>
                <a:gd name="T13" fmla="*/ 20099 h 115"/>
                <a:gd name="T14" fmla="*/ 37744 w 107"/>
                <a:gd name="T15" fmla="*/ 20099 h 115"/>
                <a:gd name="T16" fmla="*/ 9970 w 107"/>
                <a:gd name="T17" fmla="*/ 7896 h 1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07" h="115">
                  <a:moveTo>
                    <a:pt x="28" y="22"/>
                  </a:moveTo>
                  <a:lnTo>
                    <a:pt x="28" y="22"/>
                  </a:lnTo>
                  <a:cubicBezTo>
                    <a:pt x="14" y="32"/>
                    <a:pt x="0" y="56"/>
                    <a:pt x="0" y="71"/>
                  </a:cubicBezTo>
                  <a:cubicBezTo>
                    <a:pt x="0" y="89"/>
                    <a:pt x="28" y="114"/>
                    <a:pt x="47" y="114"/>
                  </a:cubicBezTo>
                  <a:cubicBezTo>
                    <a:pt x="82" y="114"/>
                    <a:pt x="106" y="90"/>
                    <a:pt x="106" y="56"/>
                  </a:cubicBezTo>
                  <a:cubicBezTo>
                    <a:pt x="106" y="20"/>
                    <a:pt x="58" y="0"/>
                    <a:pt x="28" y="2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52" name="Freeform 59">
              <a:extLst>
                <a:ext uri="{FF2B5EF4-FFF2-40B4-BE49-F238E27FC236}">
                  <a16:creationId xmlns:a16="http://schemas.microsoft.com/office/drawing/2014/main" id="{E019C39C-220A-2446-B0B0-32AFA535F340}"/>
                </a:ext>
              </a:extLst>
            </p:cNvPr>
            <p:cNvSpPr>
              <a:spLocks noChangeArrowheads="1"/>
            </p:cNvSpPr>
            <p:nvPr/>
          </p:nvSpPr>
          <p:spPr bwMode="auto">
            <a:xfrm>
              <a:off x="2041525" y="333375"/>
              <a:ext cx="611188" cy="25400"/>
            </a:xfrm>
            <a:custGeom>
              <a:avLst/>
              <a:gdLst>
                <a:gd name="T0" fmla="*/ 3604 w 1696"/>
                <a:gd name="T1" fmla="*/ 4049 h 69"/>
                <a:gd name="T2" fmla="*/ 3604 w 1696"/>
                <a:gd name="T3" fmla="*/ 4049 h 69"/>
                <a:gd name="T4" fmla="*/ 4685 w 1696"/>
                <a:gd name="T5" fmla="*/ 21351 h 69"/>
                <a:gd name="T6" fmla="*/ 4685 w 1696"/>
                <a:gd name="T7" fmla="*/ 21351 h 69"/>
                <a:gd name="T8" fmla="*/ 593530 w 1696"/>
                <a:gd name="T9" fmla="*/ 21719 h 69"/>
                <a:gd name="T10" fmla="*/ 593530 w 1696"/>
                <a:gd name="T11" fmla="*/ 21719 h 69"/>
                <a:gd name="T12" fmla="*/ 606864 w 1696"/>
                <a:gd name="T13" fmla="*/ 10675 h 69"/>
                <a:gd name="T14" fmla="*/ 606864 w 1696"/>
                <a:gd name="T15" fmla="*/ 10675 h 69"/>
                <a:gd name="T16" fmla="*/ 595332 w 1696"/>
                <a:gd name="T17" fmla="*/ 4049 h 69"/>
                <a:gd name="T18" fmla="*/ 595332 w 1696"/>
                <a:gd name="T19" fmla="*/ 4049 h 69"/>
                <a:gd name="T20" fmla="*/ 296945 w 1696"/>
                <a:gd name="T21" fmla="*/ 1472 h 69"/>
                <a:gd name="T22" fmla="*/ 7207 w 1696"/>
                <a:gd name="T23" fmla="*/ 0 h 69"/>
                <a:gd name="T24" fmla="*/ 3604 w 1696"/>
                <a:gd name="T25" fmla="*/ 4049 h 6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96" h="69">
                  <a:moveTo>
                    <a:pt x="10" y="11"/>
                  </a:moveTo>
                  <a:lnTo>
                    <a:pt x="10" y="11"/>
                  </a:lnTo>
                  <a:cubicBezTo>
                    <a:pt x="0" y="22"/>
                    <a:pt x="1" y="44"/>
                    <a:pt x="13" y="58"/>
                  </a:cubicBezTo>
                  <a:cubicBezTo>
                    <a:pt x="21" y="67"/>
                    <a:pt x="1593" y="68"/>
                    <a:pt x="1647" y="59"/>
                  </a:cubicBezTo>
                  <a:cubicBezTo>
                    <a:pt x="1689" y="52"/>
                    <a:pt x="1695" y="48"/>
                    <a:pt x="1684" y="29"/>
                  </a:cubicBezTo>
                  <a:cubicBezTo>
                    <a:pt x="1678" y="18"/>
                    <a:pt x="1670" y="13"/>
                    <a:pt x="1652" y="11"/>
                  </a:cubicBezTo>
                  <a:cubicBezTo>
                    <a:pt x="1639" y="9"/>
                    <a:pt x="1266" y="6"/>
                    <a:pt x="824" y="4"/>
                  </a:cubicBezTo>
                  <a:lnTo>
                    <a:pt x="20" y="0"/>
                  </a:lnTo>
                  <a:lnTo>
                    <a:pt x="10" y="11"/>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53" name="Freeform 62">
              <a:extLst>
                <a:ext uri="{FF2B5EF4-FFF2-40B4-BE49-F238E27FC236}">
                  <a16:creationId xmlns:a16="http://schemas.microsoft.com/office/drawing/2014/main" id="{394ACF5F-24B2-644A-9ECC-B996FF896FDF}"/>
                </a:ext>
              </a:extLst>
            </p:cNvPr>
            <p:cNvSpPr>
              <a:spLocks noChangeArrowheads="1"/>
            </p:cNvSpPr>
            <p:nvPr/>
          </p:nvSpPr>
          <p:spPr bwMode="auto">
            <a:xfrm>
              <a:off x="2481263" y="398463"/>
              <a:ext cx="41275" cy="41275"/>
            </a:xfrm>
            <a:custGeom>
              <a:avLst/>
              <a:gdLst>
                <a:gd name="T0" fmla="*/ 14944 w 116"/>
                <a:gd name="T1" fmla="*/ 5844 h 113"/>
                <a:gd name="T2" fmla="*/ 14944 w 116"/>
                <a:gd name="T3" fmla="*/ 5844 h 113"/>
                <a:gd name="T4" fmla="*/ 35582 w 116"/>
                <a:gd name="T5" fmla="*/ 28491 h 113"/>
                <a:gd name="T6" fmla="*/ 35582 w 116"/>
                <a:gd name="T7" fmla="*/ 28491 h 113"/>
                <a:gd name="T8" fmla="*/ 39852 w 116"/>
                <a:gd name="T9" fmla="*/ 16437 h 113"/>
                <a:gd name="T10" fmla="*/ 39852 w 116"/>
                <a:gd name="T11" fmla="*/ 16437 h 113"/>
                <a:gd name="T12" fmla="*/ 35582 w 116"/>
                <a:gd name="T13" fmla="*/ 5114 h 113"/>
                <a:gd name="T14" fmla="*/ 35582 w 116"/>
                <a:gd name="T15" fmla="*/ 5114 h 113"/>
                <a:gd name="T16" fmla="*/ 14944 w 116"/>
                <a:gd name="T17" fmla="*/ 5844 h 11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16" h="113">
                  <a:moveTo>
                    <a:pt x="42" y="16"/>
                  </a:moveTo>
                  <a:lnTo>
                    <a:pt x="42" y="16"/>
                  </a:lnTo>
                  <a:cubicBezTo>
                    <a:pt x="0" y="52"/>
                    <a:pt x="56" y="112"/>
                    <a:pt x="100" y="78"/>
                  </a:cubicBezTo>
                  <a:cubicBezTo>
                    <a:pt x="113" y="67"/>
                    <a:pt x="115" y="63"/>
                    <a:pt x="112" y="45"/>
                  </a:cubicBezTo>
                  <a:cubicBezTo>
                    <a:pt x="110" y="34"/>
                    <a:pt x="105" y="20"/>
                    <a:pt x="100" y="14"/>
                  </a:cubicBezTo>
                  <a:cubicBezTo>
                    <a:pt x="87" y="0"/>
                    <a:pt x="59" y="1"/>
                    <a:pt x="42" y="1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54" name="Freeform 64">
              <a:extLst>
                <a:ext uri="{FF2B5EF4-FFF2-40B4-BE49-F238E27FC236}">
                  <a16:creationId xmlns:a16="http://schemas.microsoft.com/office/drawing/2014/main" id="{056540BB-0B0F-3943-9D06-213E76E998CA}"/>
                </a:ext>
              </a:extLst>
            </p:cNvPr>
            <p:cNvSpPr>
              <a:spLocks noChangeArrowheads="1"/>
            </p:cNvSpPr>
            <p:nvPr/>
          </p:nvSpPr>
          <p:spPr bwMode="auto">
            <a:xfrm>
              <a:off x="1706563" y="401638"/>
              <a:ext cx="752475" cy="754062"/>
            </a:xfrm>
            <a:custGeom>
              <a:avLst/>
              <a:gdLst>
                <a:gd name="T0" fmla="*/ 449615 w 2092"/>
                <a:gd name="T1" fmla="*/ 352352 h 2093"/>
                <a:gd name="T2" fmla="*/ 486303 w 2092"/>
                <a:gd name="T3" fmla="*/ 487096 h 2093"/>
                <a:gd name="T4" fmla="*/ 352138 w 2092"/>
                <a:gd name="T5" fmla="*/ 450348 h 2093"/>
                <a:gd name="T6" fmla="*/ 290631 w 2092"/>
                <a:gd name="T7" fmla="*/ 291105 h 2093"/>
                <a:gd name="T8" fmla="*/ 453931 w 2092"/>
                <a:gd name="T9" fmla="*/ 1441 h 2093"/>
                <a:gd name="T10" fmla="*/ 394941 w 2092"/>
                <a:gd name="T11" fmla="*/ 68813 h 2093"/>
                <a:gd name="T12" fmla="*/ 196751 w 2092"/>
                <a:gd name="T13" fmla="*/ 169691 h 2093"/>
                <a:gd name="T14" fmla="*/ 149272 w 2092"/>
                <a:gd name="T15" fmla="*/ 149515 h 2093"/>
                <a:gd name="T16" fmla="*/ 169415 w 2092"/>
                <a:gd name="T17" fmla="*/ 197072 h 2093"/>
                <a:gd name="T18" fmla="*/ 68701 w 2092"/>
                <a:gd name="T19" fmla="*/ 395946 h 2093"/>
                <a:gd name="T20" fmla="*/ 719 w 2092"/>
                <a:gd name="T21" fmla="*/ 580048 h 2093"/>
                <a:gd name="T22" fmla="*/ 14388 w 2092"/>
                <a:gd name="T23" fmla="*/ 750099 h 2093"/>
                <a:gd name="T24" fmla="*/ 25178 w 2092"/>
                <a:gd name="T25" fmla="*/ 492140 h 2093"/>
                <a:gd name="T26" fmla="*/ 36689 w 2092"/>
                <a:gd name="T27" fmla="*/ 437378 h 2093"/>
                <a:gd name="T28" fmla="*/ 192795 w 2092"/>
                <a:gd name="T29" fmla="*/ 294707 h 2093"/>
                <a:gd name="T30" fmla="*/ 205384 w 2092"/>
                <a:gd name="T31" fmla="*/ 248232 h 2093"/>
                <a:gd name="T32" fmla="*/ 200348 w 2092"/>
                <a:gd name="T33" fmla="*/ 420445 h 2093"/>
                <a:gd name="T34" fmla="*/ 71938 w 2092"/>
                <a:gd name="T35" fmla="*/ 620399 h 2093"/>
                <a:gd name="T36" fmla="*/ 61507 w 2092"/>
                <a:gd name="T37" fmla="*/ 669757 h 2093"/>
                <a:gd name="T38" fmla="*/ 109706 w 2092"/>
                <a:gd name="T39" fmla="*/ 637692 h 2093"/>
                <a:gd name="T40" fmla="*/ 165098 w 2092"/>
                <a:gd name="T41" fmla="*/ 700020 h 2093"/>
                <a:gd name="T42" fmla="*/ 172292 w 2092"/>
                <a:gd name="T43" fmla="*/ 565637 h 2093"/>
                <a:gd name="T44" fmla="*/ 243152 w 2092"/>
                <a:gd name="T45" fmla="*/ 328934 h 2093"/>
                <a:gd name="T46" fmla="*/ 259338 w 2092"/>
                <a:gd name="T47" fmla="*/ 376130 h 2093"/>
                <a:gd name="T48" fmla="*/ 263654 w 2092"/>
                <a:gd name="T49" fmla="*/ 594459 h 2093"/>
                <a:gd name="T50" fmla="*/ 324802 w 2092"/>
                <a:gd name="T51" fmla="*/ 705064 h 2093"/>
                <a:gd name="T52" fmla="*/ 448176 w 2092"/>
                <a:gd name="T53" fmla="*/ 648861 h 2093"/>
                <a:gd name="T54" fmla="*/ 390625 w 2092"/>
                <a:gd name="T55" fmla="*/ 535373 h 2093"/>
                <a:gd name="T56" fmla="*/ 379115 w 2092"/>
                <a:gd name="T57" fmla="*/ 593738 h 2093"/>
                <a:gd name="T58" fmla="*/ 408250 w 2092"/>
                <a:gd name="T59" fmla="*/ 668676 h 2093"/>
                <a:gd name="T60" fmla="*/ 293868 w 2092"/>
                <a:gd name="T61" fmla="*/ 617156 h 2093"/>
                <a:gd name="T62" fmla="*/ 269769 w 2092"/>
                <a:gd name="T63" fmla="*/ 323169 h 2093"/>
                <a:gd name="T64" fmla="*/ 254302 w 2092"/>
                <a:gd name="T65" fmla="*/ 278855 h 2093"/>
                <a:gd name="T66" fmla="*/ 319766 w 2092"/>
                <a:gd name="T67" fmla="*/ 440980 h 2093"/>
                <a:gd name="T68" fmla="*/ 360411 w 2092"/>
                <a:gd name="T69" fmla="*/ 479890 h 2093"/>
                <a:gd name="T70" fmla="*/ 557162 w 2092"/>
                <a:gd name="T71" fmla="*/ 545821 h 2093"/>
                <a:gd name="T72" fmla="*/ 470117 w 2092"/>
                <a:gd name="T73" fmla="*/ 327493 h 2093"/>
                <a:gd name="T74" fmla="*/ 314730 w 2092"/>
                <a:gd name="T75" fmla="*/ 277774 h 2093"/>
                <a:gd name="T76" fmla="*/ 293149 w 2092"/>
                <a:gd name="T77" fmla="*/ 260481 h 2093"/>
                <a:gd name="T78" fmla="*/ 471196 w 2092"/>
                <a:gd name="T79" fmla="*/ 282818 h 2093"/>
                <a:gd name="T80" fmla="*/ 683774 w 2092"/>
                <a:gd name="T81" fmla="*/ 365322 h 2093"/>
                <a:gd name="T82" fmla="*/ 643848 w 2092"/>
                <a:gd name="T83" fmla="*/ 414320 h 2093"/>
                <a:gd name="T84" fmla="*/ 549249 w 2092"/>
                <a:gd name="T85" fmla="*/ 364962 h 2093"/>
                <a:gd name="T86" fmla="*/ 548890 w 2092"/>
                <a:gd name="T87" fmla="*/ 426209 h 2093"/>
                <a:gd name="T88" fmla="*/ 685932 w 2092"/>
                <a:gd name="T89" fmla="*/ 424408 h 2093"/>
                <a:gd name="T90" fmla="*/ 687371 w 2092"/>
                <a:gd name="T91" fmla="*/ 303714 h 2093"/>
                <a:gd name="T92" fmla="*/ 485584 w 2092"/>
                <a:gd name="T93" fmla="*/ 261202 h 2093"/>
                <a:gd name="T94" fmla="*/ 309335 w 2092"/>
                <a:gd name="T95" fmla="*/ 246790 h 2093"/>
                <a:gd name="T96" fmla="*/ 481267 w 2092"/>
                <a:gd name="T97" fmla="*/ 203197 h 2093"/>
                <a:gd name="T98" fmla="*/ 669027 w 2092"/>
                <a:gd name="T99" fmla="*/ 163566 h 2093"/>
                <a:gd name="T100" fmla="*/ 700320 w 2092"/>
                <a:gd name="T101" fmla="*/ 154199 h 2093"/>
                <a:gd name="T102" fmla="*/ 643129 w 2092"/>
                <a:gd name="T103" fmla="*/ 96194 h 2093"/>
                <a:gd name="T104" fmla="*/ 655358 w 2092"/>
                <a:gd name="T105" fmla="*/ 59446 h 2093"/>
                <a:gd name="T106" fmla="*/ 536300 w 2092"/>
                <a:gd name="T107" fmla="*/ 126818 h 2093"/>
                <a:gd name="T108" fmla="*/ 328039 w 2092"/>
                <a:gd name="T109" fmla="*/ 218329 h 2093"/>
                <a:gd name="T110" fmla="*/ 254662 w 2092"/>
                <a:gd name="T111" fmla="*/ 198513 h 2093"/>
                <a:gd name="T112" fmla="*/ 402135 w 2092"/>
                <a:gd name="T113" fmla="*/ 119612 h 2093"/>
                <a:gd name="T114" fmla="*/ 439543 w 2092"/>
                <a:gd name="T115" fmla="*/ 31344 h 2093"/>
                <a:gd name="T116" fmla="*/ 643848 w 2092"/>
                <a:gd name="T117" fmla="*/ 18734 h 2093"/>
                <a:gd name="T118" fmla="*/ 746360 w 2092"/>
                <a:gd name="T119" fmla="*/ 2522 h 2093"/>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2092" h="2093">
                  <a:moveTo>
                    <a:pt x="989" y="912"/>
                  </a:moveTo>
                  <a:lnTo>
                    <a:pt x="989" y="912"/>
                  </a:lnTo>
                  <a:cubicBezTo>
                    <a:pt x="1074" y="955"/>
                    <a:pt x="1146" y="976"/>
                    <a:pt x="1210" y="978"/>
                  </a:cubicBezTo>
                  <a:lnTo>
                    <a:pt x="1250" y="978"/>
                  </a:lnTo>
                  <a:lnTo>
                    <a:pt x="1259" y="1032"/>
                  </a:lnTo>
                  <a:cubicBezTo>
                    <a:pt x="1275" y="1120"/>
                    <a:pt x="1313" y="1263"/>
                    <a:pt x="1333" y="1308"/>
                  </a:cubicBezTo>
                  <a:lnTo>
                    <a:pt x="1352" y="1352"/>
                  </a:lnTo>
                  <a:lnTo>
                    <a:pt x="1309" y="1333"/>
                  </a:lnTo>
                  <a:cubicBezTo>
                    <a:pt x="1263" y="1314"/>
                    <a:pt x="1120" y="1275"/>
                    <a:pt x="1031" y="1259"/>
                  </a:cubicBezTo>
                  <a:lnTo>
                    <a:pt x="979" y="1250"/>
                  </a:lnTo>
                  <a:lnTo>
                    <a:pt x="977" y="1210"/>
                  </a:lnTo>
                  <a:cubicBezTo>
                    <a:pt x="976" y="1122"/>
                    <a:pt x="928" y="999"/>
                    <a:pt x="842" y="862"/>
                  </a:cubicBezTo>
                  <a:lnTo>
                    <a:pt x="808" y="808"/>
                  </a:lnTo>
                  <a:lnTo>
                    <a:pt x="862" y="842"/>
                  </a:lnTo>
                  <a:cubicBezTo>
                    <a:pt x="891" y="860"/>
                    <a:pt x="948" y="892"/>
                    <a:pt x="989" y="912"/>
                  </a:cubicBezTo>
                  <a:close/>
                  <a:moveTo>
                    <a:pt x="1262" y="4"/>
                  </a:moveTo>
                  <a:lnTo>
                    <a:pt x="1262" y="4"/>
                  </a:lnTo>
                  <a:cubicBezTo>
                    <a:pt x="1141" y="7"/>
                    <a:pt x="1126" y="11"/>
                    <a:pt x="1132" y="32"/>
                  </a:cubicBezTo>
                  <a:cubicBezTo>
                    <a:pt x="1135" y="46"/>
                    <a:pt x="1112" y="155"/>
                    <a:pt x="1098" y="191"/>
                  </a:cubicBezTo>
                  <a:cubicBezTo>
                    <a:pt x="1055" y="306"/>
                    <a:pt x="916" y="427"/>
                    <a:pt x="790" y="461"/>
                  </a:cubicBezTo>
                  <a:cubicBezTo>
                    <a:pt x="702" y="484"/>
                    <a:pt x="598" y="488"/>
                    <a:pt x="547" y="471"/>
                  </a:cubicBezTo>
                  <a:cubicBezTo>
                    <a:pt x="530" y="465"/>
                    <a:pt x="495" y="450"/>
                    <a:pt x="467" y="436"/>
                  </a:cubicBezTo>
                  <a:cubicBezTo>
                    <a:pt x="440" y="423"/>
                    <a:pt x="416" y="414"/>
                    <a:pt x="415" y="415"/>
                  </a:cubicBezTo>
                  <a:cubicBezTo>
                    <a:pt x="414" y="417"/>
                    <a:pt x="423" y="440"/>
                    <a:pt x="436" y="467"/>
                  </a:cubicBezTo>
                  <a:cubicBezTo>
                    <a:pt x="449" y="495"/>
                    <a:pt x="465" y="531"/>
                    <a:pt x="471" y="547"/>
                  </a:cubicBezTo>
                  <a:cubicBezTo>
                    <a:pt x="489" y="599"/>
                    <a:pt x="484" y="702"/>
                    <a:pt x="461" y="790"/>
                  </a:cubicBezTo>
                  <a:cubicBezTo>
                    <a:pt x="426" y="917"/>
                    <a:pt x="305" y="1056"/>
                    <a:pt x="191" y="1099"/>
                  </a:cubicBezTo>
                  <a:cubicBezTo>
                    <a:pt x="153" y="1113"/>
                    <a:pt x="74" y="1130"/>
                    <a:pt x="42" y="1132"/>
                  </a:cubicBezTo>
                  <a:cubicBezTo>
                    <a:pt x="0" y="1133"/>
                    <a:pt x="2" y="1105"/>
                    <a:pt x="2" y="1610"/>
                  </a:cubicBezTo>
                  <a:cubicBezTo>
                    <a:pt x="2" y="1856"/>
                    <a:pt x="4" y="2062"/>
                    <a:pt x="6" y="2070"/>
                  </a:cubicBezTo>
                  <a:cubicBezTo>
                    <a:pt x="11" y="2086"/>
                    <a:pt x="27" y="2092"/>
                    <a:pt x="40" y="2082"/>
                  </a:cubicBezTo>
                  <a:cubicBezTo>
                    <a:pt x="49" y="2076"/>
                    <a:pt x="50" y="2056"/>
                    <a:pt x="52" y="1790"/>
                  </a:cubicBezTo>
                  <a:cubicBezTo>
                    <a:pt x="55" y="1521"/>
                    <a:pt x="56" y="1496"/>
                    <a:pt x="70" y="1366"/>
                  </a:cubicBezTo>
                  <a:cubicBezTo>
                    <a:pt x="78" y="1290"/>
                    <a:pt x="86" y="1225"/>
                    <a:pt x="87" y="1221"/>
                  </a:cubicBezTo>
                  <a:cubicBezTo>
                    <a:pt x="88" y="1218"/>
                    <a:pt x="95" y="1214"/>
                    <a:pt x="102" y="1214"/>
                  </a:cubicBezTo>
                  <a:cubicBezTo>
                    <a:pt x="123" y="1214"/>
                    <a:pt x="199" y="1189"/>
                    <a:pt x="251" y="1164"/>
                  </a:cubicBezTo>
                  <a:cubicBezTo>
                    <a:pt x="384" y="1102"/>
                    <a:pt x="495" y="967"/>
                    <a:pt x="536" y="818"/>
                  </a:cubicBezTo>
                  <a:cubicBezTo>
                    <a:pt x="543" y="791"/>
                    <a:pt x="548" y="753"/>
                    <a:pt x="550" y="708"/>
                  </a:cubicBezTo>
                  <a:lnTo>
                    <a:pt x="554" y="639"/>
                  </a:lnTo>
                  <a:lnTo>
                    <a:pt x="571" y="689"/>
                  </a:lnTo>
                  <a:cubicBezTo>
                    <a:pt x="600" y="776"/>
                    <a:pt x="607" y="820"/>
                    <a:pt x="607" y="912"/>
                  </a:cubicBezTo>
                  <a:cubicBezTo>
                    <a:pt x="606" y="1009"/>
                    <a:pt x="593" y="1076"/>
                    <a:pt x="557" y="1167"/>
                  </a:cubicBezTo>
                  <a:cubicBezTo>
                    <a:pt x="516" y="1269"/>
                    <a:pt x="474" y="1337"/>
                    <a:pt x="352" y="1491"/>
                  </a:cubicBezTo>
                  <a:cubicBezTo>
                    <a:pt x="262" y="1605"/>
                    <a:pt x="241" y="1637"/>
                    <a:pt x="200" y="1722"/>
                  </a:cubicBezTo>
                  <a:cubicBezTo>
                    <a:pt x="174" y="1775"/>
                    <a:pt x="168" y="1795"/>
                    <a:pt x="165" y="1822"/>
                  </a:cubicBezTo>
                  <a:cubicBezTo>
                    <a:pt x="163" y="1849"/>
                    <a:pt x="164" y="1856"/>
                    <a:pt x="171" y="1859"/>
                  </a:cubicBezTo>
                  <a:cubicBezTo>
                    <a:pt x="180" y="1862"/>
                    <a:pt x="213" y="1839"/>
                    <a:pt x="267" y="1788"/>
                  </a:cubicBezTo>
                  <a:lnTo>
                    <a:pt x="301" y="1755"/>
                  </a:lnTo>
                  <a:lnTo>
                    <a:pt x="305" y="1770"/>
                  </a:lnTo>
                  <a:cubicBezTo>
                    <a:pt x="325" y="1860"/>
                    <a:pt x="375" y="1933"/>
                    <a:pt x="428" y="1947"/>
                  </a:cubicBezTo>
                  <a:cubicBezTo>
                    <a:pt x="449" y="1953"/>
                    <a:pt x="452" y="1952"/>
                    <a:pt x="459" y="1943"/>
                  </a:cubicBezTo>
                  <a:cubicBezTo>
                    <a:pt x="467" y="1934"/>
                    <a:pt x="467" y="1931"/>
                    <a:pt x="454" y="1860"/>
                  </a:cubicBezTo>
                  <a:cubicBezTo>
                    <a:pt x="437" y="1774"/>
                    <a:pt x="446" y="1678"/>
                    <a:pt x="479" y="1570"/>
                  </a:cubicBezTo>
                  <a:cubicBezTo>
                    <a:pt x="490" y="1535"/>
                    <a:pt x="528" y="1432"/>
                    <a:pt x="564" y="1338"/>
                  </a:cubicBezTo>
                  <a:cubicBezTo>
                    <a:pt x="666" y="1079"/>
                    <a:pt x="676" y="1039"/>
                    <a:pt x="676" y="913"/>
                  </a:cubicBezTo>
                  <a:lnTo>
                    <a:pt x="676" y="833"/>
                  </a:lnTo>
                  <a:lnTo>
                    <a:pt x="686" y="860"/>
                  </a:lnTo>
                  <a:cubicBezTo>
                    <a:pt x="699" y="903"/>
                    <a:pt x="714" y="979"/>
                    <a:pt x="721" y="1044"/>
                  </a:cubicBezTo>
                  <a:cubicBezTo>
                    <a:pt x="724" y="1082"/>
                    <a:pt x="726" y="1200"/>
                    <a:pt x="726" y="1350"/>
                  </a:cubicBezTo>
                  <a:cubicBezTo>
                    <a:pt x="724" y="1563"/>
                    <a:pt x="725" y="1601"/>
                    <a:pt x="733" y="1650"/>
                  </a:cubicBezTo>
                  <a:cubicBezTo>
                    <a:pt x="755" y="1778"/>
                    <a:pt x="787" y="1855"/>
                    <a:pt x="843" y="1910"/>
                  </a:cubicBezTo>
                  <a:cubicBezTo>
                    <a:pt x="862" y="1930"/>
                    <a:pt x="889" y="1950"/>
                    <a:pt x="903" y="1957"/>
                  </a:cubicBezTo>
                  <a:cubicBezTo>
                    <a:pt x="990" y="1997"/>
                    <a:pt x="1105" y="1977"/>
                    <a:pt x="1178" y="1907"/>
                  </a:cubicBezTo>
                  <a:cubicBezTo>
                    <a:pt x="1214" y="1872"/>
                    <a:pt x="1231" y="1846"/>
                    <a:pt x="1246" y="1801"/>
                  </a:cubicBezTo>
                  <a:cubicBezTo>
                    <a:pt x="1279" y="1700"/>
                    <a:pt x="1255" y="1592"/>
                    <a:pt x="1183" y="1526"/>
                  </a:cubicBezTo>
                  <a:cubicBezTo>
                    <a:pt x="1149" y="1495"/>
                    <a:pt x="1128" y="1486"/>
                    <a:pt x="1086" y="1486"/>
                  </a:cubicBezTo>
                  <a:cubicBezTo>
                    <a:pt x="1050" y="1486"/>
                    <a:pt x="1021" y="1501"/>
                    <a:pt x="1013" y="1526"/>
                  </a:cubicBezTo>
                  <a:cubicBezTo>
                    <a:pt x="996" y="1577"/>
                    <a:pt x="1011" y="1621"/>
                    <a:pt x="1054" y="1648"/>
                  </a:cubicBezTo>
                  <a:cubicBezTo>
                    <a:pt x="1125" y="1693"/>
                    <a:pt x="1146" y="1725"/>
                    <a:pt x="1150" y="1790"/>
                  </a:cubicBezTo>
                  <a:cubicBezTo>
                    <a:pt x="1152" y="1832"/>
                    <a:pt x="1152" y="1834"/>
                    <a:pt x="1135" y="1856"/>
                  </a:cubicBezTo>
                  <a:cubicBezTo>
                    <a:pt x="1105" y="1898"/>
                    <a:pt x="1071" y="1910"/>
                    <a:pt x="1014" y="1900"/>
                  </a:cubicBezTo>
                  <a:cubicBezTo>
                    <a:pt x="918" y="1884"/>
                    <a:pt x="852" y="1822"/>
                    <a:pt x="817" y="1713"/>
                  </a:cubicBezTo>
                  <a:cubicBezTo>
                    <a:pt x="792" y="1635"/>
                    <a:pt x="789" y="1598"/>
                    <a:pt x="785" y="1310"/>
                  </a:cubicBezTo>
                  <a:cubicBezTo>
                    <a:pt x="780" y="1020"/>
                    <a:pt x="779" y="1008"/>
                    <a:pt x="750" y="897"/>
                  </a:cubicBezTo>
                  <a:cubicBezTo>
                    <a:pt x="743" y="869"/>
                    <a:pt x="731" y="833"/>
                    <a:pt x="724" y="815"/>
                  </a:cubicBezTo>
                  <a:cubicBezTo>
                    <a:pt x="716" y="797"/>
                    <a:pt x="709" y="778"/>
                    <a:pt x="707" y="774"/>
                  </a:cubicBezTo>
                  <a:cubicBezTo>
                    <a:pt x="702" y="761"/>
                    <a:pt x="741" y="821"/>
                    <a:pt x="772" y="875"/>
                  </a:cubicBezTo>
                  <a:cubicBezTo>
                    <a:pt x="810" y="942"/>
                    <a:pt x="869" y="1119"/>
                    <a:pt x="889" y="1224"/>
                  </a:cubicBezTo>
                  <a:cubicBezTo>
                    <a:pt x="896" y="1265"/>
                    <a:pt x="905" y="1302"/>
                    <a:pt x="909" y="1307"/>
                  </a:cubicBezTo>
                  <a:cubicBezTo>
                    <a:pt x="913" y="1313"/>
                    <a:pt x="944" y="1321"/>
                    <a:pt x="1002" y="1332"/>
                  </a:cubicBezTo>
                  <a:cubicBezTo>
                    <a:pt x="1223" y="1372"/>
                    <a:pt x="1346" y="1423"/>
                    <a:pt x="1515" y="1549"/>
                  </a:cubicBezTo>
                  <a:cubicBezTo>
                    <a:pt x="1616" y="1624"/>
                    <a:pt x="1625" y="1616"/>
                    <a:pt x="1549" y="1515"/>
                  </a:cubicBezTo>
                  <a:cubicBezTo>
                    <a:pt x="1424" y="1346"/>
                    <a:pt x="1371" y="1224"/>
                    <a:pt x="1332" y="1002"/>
                  </a:cubicBezTo>
                  <a:cubicBezTo>
                    <a:pt x="1321" y="945"/>
                    <a:pt x="1313" y="912"/>
                    <a:pt x="1307" y="909"/>
                  </a:cubicBezTo>
                  <a:cubicBezTo>
                    <a:pt x="1303" y="905"/>
                    <a:pt x="1265" y="897"/>
                    <a:pt x="1223" y="888"/>
                  </a:cubicBezTo>
                  <a:cubicBezTo>
                    <a:pt x="1118" y="869"/>
                    <a:pt x="942" y="810"/>
                    <a:pt x="875" y="771"/>
                  </a:cubicBezTo>
                  <a:cubicBezTo>
                    <a:pt x="821" y="741"/>
                    <a:pt x="761" y="703"/>
                    <a:pt x="774" y="707"/>
                  </a:cubicBezTo>
                  <a:cubicBezTo>
                    <a:pt x="779" y="709"/>
                    <a:pt x="797" y="716"/>
                    <a:pt x="815" y="723"/>
                  </a:cubicBezTo>
                  <a:cubicBezTo>
                    <a:pt x="833" y="731"/>
                    <a:pt x="870" y="743"/>
                    <a:pt x="897" y="750"/>
                  </a:cubicBezTo>
                  <a:cubicBezTo>
                    <a:pt x="1007" y="779"/>
                    <a:pt x="1020" y="780"/>
                    <a:pt x="1310" y="785"/>
                  </a:cubicBezTo>
                  <a:cubicBezTo>
                    <a:pt x="1599" y="789"/>
                    <a:pt x="1635" y="792"/>
                    <a:pt x="1713" y="817"/>
                  </a:cubicBezTo>
                  <a:cubicBezTo>
                    <a:pt x="1822" y="852"/>
                    <a:pt x="1885" y="918"/>
                    <a:pt x="1901" y="1014"/>
                  </a:cubicBezTo>
                  <a:cubicBezTo>
                    <a:pt x="1910" y="1072"/>
                    <a:pt x="1898" y="1105"/>
                    <a:pt x="1856" y="1135"/>
                  </a:cubicBezTo>
                  <a:cubicBezTo>
                    <a:pt x="1834" y="1152"/>
                    <a:pt x="1832" y="1152"/>
                    <a:pt x="1790" y="1150"/>
                  </a:cubicBezTo>
                  <a:cubicBezTo>
                    <a:pt x="1725" y="1145"/>
                    <a:pt x="1693" y="1124"/>
                    <a:pt x="1648" y="1054"/>
                  </a:cubicBezTo>
                  <a:cubicBezTo>
                    <a:pt x="1620" y="1010"/>
                    <a:pt x="1577" y="996"/>
                    <a:pt x="1527" y="1013"/>
                  </a:cubicBezTo>
                  <a:cubicBezTo>
                    <a:pt x="1501" y="1021"/>
                    <a:pt x="1485" y="1050"/>
                    <a:pt x="1485" y="1086"/>
                  </a:cubicBezTo>
                  <a:cubicBezTo>
                    <a:pt x="1485" y="1127"/>
                    <a:pt x="1494" y="1149"/>
                    <a:pt x="1526" y="1183"/>
                  </a:cubicBezTo>
                  <a:cubicBezTo>
                    <a:pt x="1592" y="1255"/>
                    <a:pt x="1700" y="1279"/>
                    <a:pt x="1801" y="1245"/>
                  </a:cubicBezTo>
                  <a:cubicBezTo>
                    <a:pt x="1847" y="1231"/>
                    <a:pt x="1872" y="1214"/>
                    <a:pt x="1907" y="1178"/>
                  </a:cubicBezTo>
                  <a:cubicBezTo>
                    <a:pt x="1976" y="1105"/>
                    <a:pt x="1997" y="990"/>
                    <a:pt x="1956" y="902"/>
                  </a:cubicBezTo>
                  <a:cubicBezTo>
                    <a:pt x="1950" y="889"/>
                    <a:pt x="1929" y="862"/>
                    <a:pt x="1911" y="843"/>
                  </a:cubicBezTo>
                  <a:cubicBezTo>
                    <a:pt x="1855" y="787"/>
                    <a:pt x="1778" y="754"/>
                    <a:pt x="1650" y="733"/>
                  </a:cubicBezTo>
                  <a:cubicBezTo>
                    <a:pt x="1601" y="725"/>
                    <a:pt x="1563" y="724"/>
                    <a:pt x="1350" y="725"/>
                  </a:cubicBezTo>
                  <a:cubicBezTo>
                    <a:pt x="1200" y="726"/>
                    <a:pt x="1082" y="725"/>
                    <a:pt x="1045" y="721"/>
                  </a:cubicBezTo>
                  <a:cubicBezTo>
                    <a:pt x="980" y="715"/>
                    <a:pt x="903" y="700"/>
                    <a:pt x="860" y="685"/>
                  </a:cubicBezTo>
                  <a:lnTo>
                    <a:pt x="833" y="676"/>
                  </a:lnTo>
                  <a:lnTo>
                    <a:pt x="914" y="676"/>
                  </a:lnTo>
                  <a:cubicBezTo>
                    <a:pt x="1040" y="676"/>
                    <a:pt x="1078" y="665"/>
                    <a:pt x="1338" y="564"/>
                  </a:cubicBezTo>
                  <a:cubicBezTo>
                    <a:pt x="1431" y="528"/>
                    <a:pt x="1535" y="489"/>
                    <a:pt x="1569" y="480"/>
                  </a:cubicBezTo>
                  <a:cubicBezTo>
                    <a:pt x="1679" y="446"/>
                    <a:pt x="1774" y="437"/>
                    <a:pt x="1860" y="454"/>
                  </a:cubicBezTo>
                  <a:cubicBezTo>
                    <a:pt x="1931" y="467"/>
                    <a:pt x="1933" y="467"/>
                    <a:pt x="1943" y="459"/>
                  </a:cubicBezTo>
                  <a:cubicBezTo>
                    <a:pt x="1952" y="452"/>
                    <a:pt x="1952" y="448"/>
                    <a:pt x="1947" y="428"/>
                  </a:cubicBezTo>
                  <a:cubicBezTo>
                    <a:pt x="1933" y="375"/>
                    <a:pt x="1861" y="324"/>
                    <a:pt x="1770" y="305"/>
                  </a:cubicBezTo>
                  <a:lnTo>
                    <a:pt x="1756" y="302"/>
                  </a:lnTo>
                  <a:lnTo>
                    <a:pt x="1788" y="267"/>
                  </a:lnTo>
                  <a:cubicBezTo>
                    <a:pt x="1838" y="213"/>
                    <a:pt x="1862" y="181"/>
                    <a:pt x="1859" y="171"/>
                  </a:cubicBezTo>
                  <a:cubicBezTo>
                    <a:pt x="1856" y="164"/>
                    <a:pt x="1849" y="163"/>
                    <a:pt x="1822" y="165"/>
                  </a:cubicBezTo>
                  <a:cubicBezTo>
                    <a:pt x="1795" y="168"/>
                    <a:pt x="1775" y="175"/>
                    <a:pt x="1722" y="200"/>
                  </a:cubicBezTo>
                  <a:cubicBezTo>
                    <a:pt x="1638" y="241"/>
                    <a:pt x="1605" y="262"/>
                    <a:pt x="1491" y="352"/>
                  </a:cubicBezTo>
                  <a:cubicBezTo>
                    <a:pt x="1337" y="474"/>
                    <a:pt x="1269" y="516"/>
                    <a:pt x="1166" y="557"/>
                  </a:cubicBezTo>
                  <a:cubicBezTo>
                    <a:pt x="1076" y="593"/>
                    <a:pt x="1009" y="606"/>
                    <a:pt x="912" y="606"/>
                  </a:cubicBezTo>
                  <a:cubicBezTo>
                    <a:pt x="820" y="607"/>
                    <a:pt x="776" y="600"/>
                    <a:pt x="689" y="571"/>
                  </a:cubicBezTo>
                  <a:lnTo>
                    <a:pt x="639" y="554"/>
                  </a:lnTo>
                  <a:lnTo>
                    <a:pt x="708" y="551"/>
                  </a:lnTo>
                  <a:cubicBezTo>
                    <a:pt x="812" y="546"/>
                    <a:pt x="888" y="521"/>
                    <a:pt x="976" y="464"/>
                  </a:cubicBezTo>
                  <a:cubicBezTo>
                    <a:pt x="1020" y="435"/>
                    <a:pt x="1084" y="375"/>
                    <a:pt x="1118" y="332"/>
                  </a:cubicBezTo>
                  <a:cubicBezTo>
                    <a:pt x="1158" y="279"/>
                    <a:pt x="1215" y="143"/>
                    <a:pt x="1215" y="102"/>
                  </a:cubicBezTo>
                  <a:cubicBezTo>
                    <a:pt x="1215" y="95"/>
                    <a:pt x="1218" y="88"/>
                    <a:pt x="1222" y="87"/>
                  </a:cubicBezTo>
                  <a:cubicBezTo>
                    <a:pt x="1225" y="86"/>
                    <a:pt x="1290" y="78"/>
                    <a:pt x="1366" y="70"/>
                  </a:cubicBezTo>
                  <a:cubicBezTo>
                    <a:pt x="1496" y="56"/>
                    <a:pt x="1521" y="55"/>
                    <a:pt x="1790" y="52"/>
                  </a:cubicBezTo>
                  <a:cubicBezTo>
                    <a:pt x="2057" y="50"/>
                    <a:pt x="2076" y="49"/>
                    <a:pt x="2083" y="40"/>
                  </a:cubicBezTo>
                  <a:cubicBezTo>
                    <a:pt x="2091" y="28"/>
                    <a:pt x="2087" y="12"/>
                    <a:pt x="2075" y="7"/>
                  </a:cubicBezTo>
                  <a:cubicBezTo>
                    <a:pt x="2064" y="3"/>
                    <a:pt x="1407" y="0"/>
                    <a:pt x="1262" y="4"/>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55" name="Freeform 66">
              <a:extLst>
                <a:ext uri="{FF2B5EF4-FFF2-40B4-BE49-F238E27FC236}">
                  <a16:creationId xmlns:a16="http://schemas.microsoft.com/office/drawing/2014/main" id="{A6761D61-50EE-784C-9E5E-D96E820E1E9E}"/>
                </a:ext>
              </a:extLst>
            </p:cNvPr>
            <p:cNvSpPr>
              <a:spLocks noChangeArrowheads="1"/>
            </p:cNvSpPr>
            <p:nvPr/>
          </p:nvSpPr>
          <p:spPr bwMode="auto">
            <a:xfrm>
              <a:off x="2084388" y="458788"/>
              <a:ext cx="142875" cy="128587"/>
            </a:xfrm>
            <a:custGeom>
              <a:avLst/>
              <a:gdLst>
                <a:gd name="T0" fmla="*/ 113651 w 396"/>
                <a:gd name="T1" fmla="*/ 8284 h 357"/>
                <a:gd name="T2" fmla="*/ 113651 w 396"/>
                <a:gd name="T3" fmla="*/ 8284 h 357"/>
                <a:gd name="T4" fmla="*/ 86591 w 396"/>
                <a:gd name="T5" fmla="*/ 37460 h 357"/>
                <a:gd name="T6" fmla="*/ 86591 w 396"/>
                <a:gd name="T7" fmla="*/ 37460 h 357"/>
                <a:gd name="T8" fmla="*/ 56645 w 396"/>
                <a:gd name="T9" fmla="*/ 73478 h 357"/>
                <a:gd name="T10" fmla="*/ 56645 w 396"/>
                <a:gd name="T11" fmla="*/ 73478 h 357"/>
                <a:gd name="T12" fmla="*/ 7938 w 396"/>
                <a:gd name="T13" fmla="*/ 116701 h 357"/>
                <a:gd name="T14" fmla="*/ 7938 w 396"/>
                <a:gd name="T15" fmla="*/ 116701 h 357"/>
                <a:gd name="T16" fmla="*/ 1082 w 396"/>
                <a:gd name="T17" fmla="*/ 124265 h 357"/>
                <a:gd name="T18" fmla="*/ 1082 w 396"/>
                <a:gd name="T19" fmla="*/ 124265 h 357"/>
                <a:gd name="T20" fmla="*/ 5051 w 396"/>
                <a:gd name="T21" fmla="*/ 127146 h 357"/>
                <a:gd name="T22" fmla="*/ 5051 w 396"/>
                <a:gd name="T23" fmla="*/ 127146 h 357"/>
                <a:gd name="T24" fmla="*/ 73241 w 396"/>
                <a:gd name="T25" fmla="*/ 92568 h 357"/>
                <a:gd name="T26" fmla="*/ 73241 w 396"/>
                <a:gd name="T27" fmla="*/ 92568 h 357"/>
                <a:gd name="T28" fmla="*/ 139267 w 396"/>
                <a:gd name="T29" fmla="*/ 31697 h 357"/>
                <a:gd name="T30" fmla="*/ 139267 w 396"/>
                <a:gd name="T31" fmla="*/ 31697 h 357"/>
                <a:gd name="T32" fmla="*/ 138906 w 396"/>
                <a:gd name="T33" fmla="*/ 6483 h 357"/>
                <a:gd name="T34" fmla="*/ 138906 w 396"/>
                <a:gd name="T35" fmla="*/ 6483 h 357"/>
                <a:gd name="T36" fmla="*/ 113651 w 396"/>
                <a:gd name="T37" fmla="*/ 8284 h 35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396" h="357">
                  <a:moveTo>
                    <a:pt x="315" y="23"/>
                  </a:moveTo>
                  <a:lnTo>
                    <a:pt x="315" y="23"/>
                  </a:lnTo>
                  <a:cubicBezTo>
                    <a:pt x="303" y="33"/>
                    <a:pt x="269" y="69"/>
                    <a:pt x="240" y="104"/>
                  </a:cubicBezTo>
                  <a:cubicBezTo>
                    <a:pt x="212" y="140"/>
                    <a:pt x="175" y="184"/>
                    <a:pt x="157" y="204"/>
                  </a:cubicBezTo>
                  <a:cubicBezTo>
                    <a:pt x="124" y="242"/>
                    <a:pt x="44" y="313"/>
                    <a:pt x="22" y="324"/>
                  </a:cubicBezTo>
                  <a:cubicBezTo>
                    <a:pt x="5" y="333"/>
                    <a:pt x="8" y="330"/>
                    <a:pt x="3" y="345"/>
                  </a:cubicBezTo>
                  <a:cubicBezTo>
                    <a:pt x="0" y="356"/>
                    <a:pt x="0" y="356"/>
                    <a:pt x="14" y="353"/>
                  </a:cubicBezTo>
                  <a:cubicBezTo>
                    <a:pt x="42" y="346"/>
                    <a:pt x="158" y="287"/>
                    <a:pt x="203" y="257"/>
                  </a:cubicBezTo>
                  <a:cubicBezTo>
                    <a:pt x="293" y="196"/>
                    <a:pt x="370" y="125"/>
                    <a:pt x="386" y="88"/>
                  </a:cubicBezTo>
                  <a:cubicBezTo>
                    <a:pt x="395" y="64"/>
                    <a:pt x="395" y="33"/>
                    <a:pt x="385" y="18"/>
                  </a:cubicBezTo>
                  <a:cubicBezTo>
                    <a:pt x="373" y="0"/>
                    <a:pt x="343" y="2"/>
                    <a:pt x="315" y="2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56" name="Freeform 68">
              <a:extLst>
                <a:ext uri="{FF2B5EF4-FFF2-40B4-BE49-F238E27FC236}">
                  <a16:creationId xmlns:a16="http://schemas.microsoft.com/office/drawing/2014/main" id="{A71EE890-A44C-2B43-99DD-889FE9A2A059}"/>
                </a:ext>
              </a:extLst>
            </p:cNvPr>
            <p:cNvSpPr>
              <a:spLocks noChangeArrowheads="1"/>
            </p:cNvSpPr>
            <p:nvPr/>
          </p:nvSpPr>
          <p:spPr bwMode="auto">
            <a:xfrm>
              <a:off x="1636713" y="738188"/>
              <a:ext cx="23812" cy="609600"/>
            </a:xfrm>
            <a:custGeom>
              <a:avLst/>
              <a:gdLst>
                <a:gd name="T0" fmla="*/ 3663 w 65"/>
                <a:gd name="T1" fmla="*/ 3958 h 1694"/>
                <a:gd name="T2" fmla="*/ 3663 w 65"/>
                <a:gd name="T3" fmla="*/ 3958 h 1694"/>
                <a:gd name="T4" fmla="*/ 1832 w 65"/>
                <a:gd name="T5" fmla="*/ 304440 h 1694"/>
                <a:gd name="T6" fmla="*/ 3297 w 65"/>
                <a:gd name="T7" fmla="*/ 600604 h 1694"/>
                <a:gd name="T8" fmla="*/ 8059 w 65"/>
                <a:gd name="T9" fmla="*/ 604562 h 1694"/>
                <a:gd name="T10" fmla="*/ 8059 w 65"/>
                <a:gd name="T11" fmla="*/ 604562 h 1694"/>
                <a:gd name="T12" fmla="*/ 20515 w 65"/>
                <a:gd name="T13" fmla="*/ 601323 h 1694"/>
                <a:gd name="T14" fmla="*/ 20515 w 65"/>
                <a:gd name="T15" fmla="*/ 601323 h 1694"/>
                <a:gd name="T16" fmla="*/ 23079 w 65"/>
                <a:gd name="T17" fmla="*/ 301201 h 1694"/>
                <a:gd name="T18" fmla="*/ 23079 w 65"/>
                <a:gd name="T19" fmla="*/ 301201 h 1694"/>
                <a:gd name="T20" fmla="*/ 21248 w 65"/>
                <a:gd name="T21" fmla="*/ 4678 h 1694"/>
                <a:gd name="T22" fmla="*/ 21248 w 65"/>
                <a:gd name="T23" fmla="*/ 4678 h 1694"/>
                <a:gd name="T24" fmla="*/ 3663 w 65"/>
                <a:gd name="T25" fmla="*/ 3958 h 169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65" h="1694">
                  <a:moveTo>
                    <a:pt x="10" y="11"/>
                  </a:moveTo>
                  <a:lnTo>
                    <a:pt x="10" y="11"/>
                  </a:lnTo>
                  <a:cubicBezTo>
                    <a:pt x="0" y="22"/>
                    <a:pt x="0" y="50"/>
                    <a:pt x="5" y="846"/>
                  </a:cubicBezTo>
                  <a:lnTo>
                    <a:pt x="9" y="1669"/>
                  </a:lnTo>
                  <a:lnTo>
                    <a:pt x="22" y="1680"/>
                  </a:lnTo>
                  <a:cubicBezTo>
                    <a:pt x="39" y="1693"/>
                    <a:pt x="50" y="1690"/>
                    <a:pt x="56" y="1671"/>
                  </a:cubicBezTo>
                  <a:cubicBezTo>
                    <a:pt x="60" y="1660"/>
                    <a:pt x="63" y="1390"/>
                    <a:pt x="63" y="837"/>
                  </a:cubicBezTo>
                  <a:cubicBezTo>
                    <a:pt x="64" y="150"/>
                    <a:pt x="64" y="17"/>
                    <a:pt x="58" y="13"/>
                  </a:cubicBezTo>
                  <a:cubicBezTo>
                    <a:pt x="43" y="0"/>
                    <a:pt x="20" y="0"/>
                    <a:pt x="10" y="11"/>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57" name="Freeform 70">
              <a:extLst>
                <a:ext uri="{FF2B5EF4-FFF2-40B4-BE49-F238E27FC236}">
                  <a16:creationId xmlns:a16="http://schemas.microsoft.com/office/drawing/2014/main" id="{0FF4E6C2-F594-B942-8827-C692951D67C8}"/>
                </a:ext>
              </a:extLst>
            </p:cNvPr>
            <p:cNvSpPr>
              <a:spLocks noChangeArrowheads="1"/>
            </p:cNvSpPr>
            <p:nvPr/>
          </p:nvSpPr>
          <p:spPr bwMode="auto">
            <a:xfrm>
              <a:off x="1765300" y="779463"/>
              <a:ext cx="127000" cy="146050"/>
            </a:xfrm>
            <a:custGeom>
              <a:avLst/>
              <a:gdLst>
                <a:gd name="T0" fmla="*/ 120487 w 351"/>
                <a:gd name="T1" fmla="*/ 1803 h 405"/>
                <a:gd name="T2" fmla="*/ 120487 w 351"/>
                <a:gd name="T3" fmla="*/ 1803 h 405"/>
                <a:gd name="T4" fmla="*/ 116145 w 351"/>
                <a:gd name="T5" fmla="*/ 6491 h 405"/>
                <a:gd name="T6" fmla="*/ 116145 w 351"/>
                <a:gd name="T7" fmla="*/ 6491 h 405"/>
                <a:gd name="T8" fmla="*/ 37630 w 351"/>
                <a:gd name="T9" fmla="*/ 85466 h 405"/>
                <a:gd name="T10" fmla="*/ 37630 w 351"/>
                <a:gd name="T11" fmla="*/ 85466 h 405"/>
                <a:gd name="T12" fmla="*/ 0 w 351"/>
                <a:gd name="T13" fmla="*/ 129462 h 405"/>
                <a:gd name="T14" fmla="*/ 0 w 351"/>
                <a:gd name="T15" fmla="*/ 129462 h 405"/>
                <a:gd name="T16" fmla="*/ 30031 w 351"/>
                <a:gd name="T17" fmla="*/ 139198 h 405"/>
                <a:gd name="T18" fmla="*/ 30031 w 351"/>
                <a:gd name="T19" fmla="*/ 139198 h 405"/>
                <a:gd name="T20" fmla="*/ 90818 w 351"/>
                <a:gd name="T21" fmla="*/ 73566 h 405"/>
                <a:gd name="T22" fmla="*/ 90818 w 351"/>
                <a:gd name="T23" fmla="*/ 73566 h 405"/>
                <a:gd name="T24" fmla="*/ 125553 w 351"/>
                <a:gd name="T25" fmla="*/ 5770 h 405"/>
                <a:gd name="T26" fmla="*/ 125553 w 351"/>
                <a:gd name="T27" fmla="*/ 5770 h 405"/>
                <a:gd name="T28" fmla="*/ 120487 w 351"/>
                <a:gd name="T29" fmla="*/ 1803 h 40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351" h="405">
                  <a:moveTo>
                    <a:pt x="333" y="5"/>
                  </a:moveTo>
                  <a:lnTo>
                    <a:pt x="333" y="5"/>
                  </a:lnTo>
                  <a:cubicBezTo>
                    <a:pt x="328" y="6"/>
                    <a:pt x="322" y="12"/>
                    <a:pt x="321" y="18"/>
                  </a:cubicBezTo>
                  <a:cubicBezTo>
                    <a:pt x="311" y="50"/>
                    <a:pt x="212" y="149"/>
                    <a:pt x="104" y="237"/>
                  </a:cubicBezTo>
                  <a:cubicBezTo>
                    <a:pt x="21" y="305"/>
                    <a:pt x="0" y="329"/>
                    <a:pt x="0" y="359"/>
                  </a:cubicBezTo>
                  <a:cubicBezTo>
                    <a:pt x="0" y="391"/>
                    <a:pt x="39" y="404"/>
                    <a:pt x="83" y="386"/>
                  </a:cubicBezTo>
                  <a:cubicBezTo>
                    <a:pt x="119" y="371"/>
                    <a:pt x="190" y="294"/>
                    <a:pt x="251" y="204"/>
                  </a:cubicBezTo>
                  <a:cubicBezTo>
                    <a:pt x="281" y="160"/>
                    <a:pt x="341" y="43"/>
                    <a:pt x="347" y="16"/>
                  </a:cubicBezTo>
                  <a:cubicBezTo>
                    <a:pt x="350" y="1"/>
                    <a:pt x="349" y="0"/>
                    <a:pt x="333" y="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58" name="Freeform 72">
              <a:extLst>
                <a:ext uri="{FF2B5EF4-FFF2-40B4-BE49-F238E27FC236}">
                  <a16:creationId xmlns:a16="http://schemas.microsoft.com/office/drawing/2014/main" id="{6EEAFF5A-43DB-BB46-B950-FC81C2B5566A}"/>
                </a:ext>
              </a:extLst>
            </p:cNvPr>
            <p:cNvSpPr>
              <a:spLocks noChangeArrowheads="1"/>
            </p:cNvSpPr>
            <p:nvPr/>
          </p:nvSpPr>
          <p:spPr bwMode="auto">
            <a:xfrm>
              <a:off x="1700213" y="1181100"/>
              <a:ext cx="39687" cy="36513"/>
            </a:xfrm>
            <a:custGeom>
              <a:avLst/>
              <a:gdLst>
                <a:gd name="T0" fmla="*/ 13229 w 111"/>
                <a:gd name="T1" fmla="*/ 5370 h 102"/>
                <a:gd name="T2" fmla="*/ 13229 w 111"/>
                <a:gd name="T3" fmla="*/ 5370 h 102"/>
                <a:gd name="T4" fmla="*/ 6793 w 111"/>
                <a:gd name="T5" fmla="*/ 30785 h 102"/>
                <a:gd name="T6" fmla="*/ 6793 w 111"/>
                <a:gd name="T7" fmla="*/ 30785 h 102"/>
                <a:gd name="T8" fmla="*/ 17877 w 111"/>
                <a:gd name="T9" fmla="*/ 35081 h 102"/>
                <a:gd name="T10" fmla="*/ 17877 w 111"/>
                <a:gd name="T11" fmla="*/ 35081 h 102"/>
                <a:gd name="T12" fmla="*/ 29676 w 111"/>
                <a:gd name="T13" fmla="*/ 30428 h 102"/>
                <a:gd name="T14" fmla="*/ 29676 w 111"/>
                <a:gd name="T15" fmla="*/ 30428 h 102"/>
                <a:gd name="T16" fmla="*/ 13229 w 111"/>
                <a:gd name="T17" fmla="*/ 5370 h 10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11" h="102">
                  <a:moveTo>
                    <a:pt x="37" y="15"/>
                  </a:moveTo>
                  <a:lnTo>
                    <a:pt x="37" y="15"/>
                  </a:lnTo>
                  <a:cubicBezTo>
                    <a:pt x="11" y="26"/>
                    <a:pt x="0" y="69"/>
                    <a:pt x="19" y="86"/>
                  </a:cubicBezTo>
                  <a:cubicBezTo>
                    <a:pt x="25" y="91"/>
                    <a:pt x="38" y="97"/>
                    <a:pt x="50" y="98"/>
                  </a:cubicBezTo>
                  <a:cubicBezTo>
                    <a:pt x="68" y="101"/>
                    <a:pt x="73" y="99"/>
                    <a:pt x="83" y="85"/>
                  </a:cubicBezTo>
                  <a:cubicBezTo>
                    <a:pt x="110" y="52"/>
                    <a:pt x="76" y="0"/>
                    <a:pt x="37" y="1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59" name="Freeform 74">
              <a:extLst>
                <a:ext uri="{FF2B5EF4-FFF2-40B4-BE49-F238E27FC236}">
                  <a16:creationId xmlns:a16="http://schemas.microsoft.com/office/drawing/2014/main" id="{068C4ADB-72C8-6748-AB5D-809D6504D7B5}"/>
                </a:ext>
              </a:extLst>
            </p:cNvPr>
            <p:cNvSpPr>
              <a:spLocks noChangeArrowheads="1"/>
            </p:cNvSpPr>
            <p:nvPr/>
          </p:nvSpPr>
          <p:spPr bwMode="auto">
            <a:xfrm>
              <a:off x="1631950" y="1385888"/>
              <a:ext cx="42863" cy="39687"/>
            </a:xfrm>
            <a:custGeom>
              <a:avLst/>
              <a:gdLst>
                <a:gd name="T0" fmla="*/ 9564 w 121"/>
                <a:gd name="T1" fmla="*/ 5006 h 111"/>
                <a:gd name="T2" fmla="*/ 9564 w 121"/>
                <a:gd name="T3" fmla="*/ 5006 h 111"/>
                <a:gd name="T4" fmla="*/ 0 w 121"/>
                <a:gd name="T5" fmla="*/ 23240 h 111"/>
                <a:gd name="T6" fmla="*/ 0 w 121"/>
                <a:gd name="T7" fmla="*/ 23240 h 111"/>
                <a:gd name="T8" fmla="*/ 14878 w 121"/>
                <a:gd name="T9" fmla="*/ 39329 h 111"/>
                <a:gd name="T10" fmla="*/ 14878 w 121"/>
                <a:gd name="T11" fmla="*/ 39329 h 111"/>
                <a:gd name="T12" fmla="*/ 29756 w 121"/>
                <a:gd name="T13" fmla="*/ 7151 h 111"/>
                <a:gd name="T14" fmla="*/ 29756 w 121"/>
                <a:gd name="T15" fmla="*/ 7151 h 111"/>
                <a:gd name="T16" fmla="*/ 9564 w 121"/>
                <a:gd name="T17" fmla="*/ 5006 h 1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21" h="111">
                  <a:moveTo>
                    <a:pt x="27" y="14"/>
                  </a:moveTo>
                  <a:lnTo>
                    <a:pt x="27" y="14"/>
                  </a:lnTo>
                  <a:cubicBezTo>
                    <a:pt x="7" y="27"/>
                    <a:pt x="0" y="40"/>
                    <a:pt x="0" y="65"/>
                  </a:cubicBezTo>
                  <a:cubicBezTo>
                    <a:pt x="0" y="90"/>
                    <a:pt x="19" y="110"/>
                    <a:pt x="42" y="110"/>
                  </a:cubicBezTo>
                  <a:cubicBezTo>
                    <a:pt x="93" y="110"/>
                    <a:pt x="120" y="54"/>
                    <a:pt x="84" y="20"/>
                  </a:cubicBezTo>
                  <a:cubicBezTo>
                    <a:pt x="66" y="1"/>
                    <a:pt x="52" y="0"/>
                    <a:pt x="27" y="1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60" name="Freeform 76">
              <a:extLst>
                <a:ext uri="{FF2B5EF4-FFF2-40B4-BE49-F238E27FC236}">
                  <a16:creationId xmlns:a16="http://schemas.microsoft.com/office/drawing/2014/main" id="{6219292D-A8AE-764B-AC20-32D66A41BF50}"/>
                </a:ext>
              </a:extLst>
            </p:cNvPr>
            <p:cNvSpPr>
              <a:spLocks noChangeArrowheads="1"/>
            </p:cNvSpPr>
            <p:nvPr/>
          </p:nvSpPr>
          <p:spPr bwMode="auto">
            <a:xfrm>
              <a:off x="1627188" y="1470025"/>
              <a:ext cx="39687" cy="46038"/>
            </a:xfrm>
            <a:custGeom>
              <a:avLst/>
              <a:gdLst>
                <a:gd name="T0" fmla="*/ 9741 w 110"/>
                <a:gd name="T1" fmla="*/ 6114 h 128"/>
                <a:gd name="T2" fmla="*/ 9741 w 110"/>
                <a:gd name="T3" fmla="*/ 6114 h 128"/>
                <a:gd name="T4" fmla="*/ 3247 w 110"/>
                <a:gd name="T5" fmla="*/ 30212 h 128"/>
                <a:gd name="T6" fmla="*/ 3247 w 110"/>
                <a:gd name="T7" fmla="*/ 30212 h 128"/>
                <a:gd name="T8" fmla="*/ 33193 w 110"/>
                <a:gd name="T9" fmla="*/ 33090 h 128"/>
                <a:gd name="T10" fmla="*/ 33193 w 110"/>
                <a:gd name="T11" fmla="*/ 33090 h 128"/>
                <a:gd name="T12" fmla="*/ 31028 w 110"/>
                <a:gd name="T13" fmla="*/ 8632 h 128"/>
                <a:gd name="T14" fmla="*/ 31028 w 110"/>
                <a:gd name="T15" fmla="*/ 8632 h 128"/>
                <a:gd name="T16" fmla="*/ 9741 w 110"/>
                <a:gd name="T17" fmla="*/ 6114 h 1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10" h="128">
                  <a:moveTo>
                    <a:pt x="27" y="17"/>
                  </a:moveTo>
                  <a:lnTo>
                    <a:pt x="27" y="17"/>
                  </a:lnTo>
                  <a:cubicBezTo>
                    <a:pt x="9" y="31"/>
                    <a:pt x="0" y="65"/>
                    <a:pt x="9" y="84"/>
                  </a:cubicBezTo>
                  <a:cubicBezTo>
                    <a:pt x="28" y="122"/>
                    <a:pt x="72" y="127"/>
                    <a:pt x="92" y="92"/>
                  </a:cubicBezTo>
                  <a:cubicBezTo>
                    <a:pt x="109" y="65"/>
                    <a:pt x="107" y="45"/>
                    <a:pt x="86" y="24"/>
                  </a:cubicBezTo>
                  <a:cubicBezTo>
                    <a:pt x="65" y="3"/>
                    <a:pt x="48" y="0"/>
                    <a:pt x="27" y="1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nvGrpSpPr>
          <p:cNvPr id="461" name="Group 2">
            <a:extLst>
              <a:ext uri="{FF2B5EF4-FFF2-40B4-BE49-F238E27FC236}">
                <a16:creationId xmlns:a16="http://schemas.microsoft.com/office/drawing/2014/main" id="{A0E004F5-0B48-6747-95BC-46B3689BF16D}"/>
              </a:ext>
            </a:extLst>
          </p:cNvPr>
          <p:cNvGrpSpPr>
            <a:grpSpLocks noChangeAspect="1"/>
          </p:cNvGrpSpPr>
          <p:nvPr/>
        </p:nvGrpSpPr>
        <p:grpSpPr bwMode="auto">
          <a:xfrm>
            <a:off x="10819469" y="288031"/>
            <a:ext cx="1090195" cy="1087315"/>
            <a:chOff x="7370763" y="317500"/>
            <a:chExt cx="1201737" cy="1198563"/>
          </a:xfrm>
          <a:solidFill>
            <a:schemeClr val="accent3"/>
          </a:solidFill>
        </p:grpSpPr>
        <p:sp>
          <p:nvSpPr>
            <p:cNvPr id="462" name="Freeform 54">
              <a:extLst>
                <a:ext uri="{FF2B5EF4-FFF2-40B4-BE49-F238E27FC236}">
                  <a16:creationId xmlns:a16="http://schemas.microsoft.com/office/drawing/2014/main" id="{A8120777-00BA-DB42-ADB6-E91606FB5647}"/>
                </a:ext>
              </a:extLst>
            </p:cNvPr>
            <p:cNvSpPr>
              <a:spLocks noChangeArrowheads="1"/>
            </p:cNvSpPr>
            <p:nvPr/>
          </p:nvSpPr>
          <p:spPr bwMode="auto">
            <a:xfrm>
              <a:off x="8147050" y="317500"/>
              <a:ext cx="425450" cy="422275"/>
            </a:xfrm>
            <a:custGeom>
              <a:avLst/>
              <a:gdLst>
                <a:gd name="T0" fmla="*/ 408907 w 1183"/>
                <a:gd name="T1" fmla="*/ 4313 h 1175"/>
                <a:gd name="T2" fmla="*/ 393442 w 1183"/>
                <a:gd name="T3" fmla="*/ 15453 h 1175"/>
                <a:gd name="T4" fmla="*/ 345970 w 1183"/>
                <a:gd name="T5" fmla="*/ 44923 h 1175"/>
                <a:gd name="T6" fmla="*/ 244553 w 1183"/>
                <a:gd name="T7" fmla="*/ 43845 h 1175"/>
                <a:gd name="T8" fmla="*/ 227650 w 1183"/>
                <a:gd name="T9" fmla="*/ 30907 h 1175"/>
                <a:gd name="T10" fmla="*/ 204633 w 1183"/>
                <a:gd name="T11" fmla="*/ 17610 h 1175"/>
                <a:gd name="T12" fmla="*/ 183774 w 1183"/>
                <a:gd name="T13" fmla="*/ 44923 h 1175"/>
                <a:gd name="T14" fmla="*/ 189888 w 1183"/>
                <a:gd name="T15" fmla="*/ 56783 h 1175"/>
                <a:gd name="T16" fmla="*/ 229088 w 1183"/>
                <a:gd name="T17" fmla="*/ 80502 h 1175"/>
                <a:gd name="T18" fmla="*/ 317199 w 1183"/>
                <a:gd name="T19" fmla="*/ 79424 h 1175"/>
                <a:gd name="T20" fmla="*/ 331585 w 1183"/>
                <a:gd name="T21" fmla="*/ 75111 h 1175"/>
                <a:gd name="T22" fmla="*/ 284472 w 1183"/>
                <a:gd name="T23" fmla="*/ 121471 h 1175"/>
                <a:gd name="T24" fmla="*/ 220098 w 1183"/>
                <a:gd name="T25" fmla="*/ 170707 h 1175"/>
                <a:gd name="T26" fmla="*/ 108251 w 1183"/>
                <a:gd name="T27" fmla="*/ 196942 h 1175"/>
                <a:gd name="T28" fmla="*/ 29490 w 1183"/>
                <a:gd name="T29" fmla="*/ 100987 h 1175"/>
                <a:gd name="T30" fmla="*/ 71927 w 1183"/>
                <a:gd name="T31" fmla="*/ 38454 h 1175"/>
                <a:gd name="T32" fmla="*/ 121557 w 1183"/>
                <a:gd name="T33" fmla="*/ 38454 h 1175"/>
                <a:gd name="T34" fmla="*/ 145653 w 1183"/>
                <a:gd name="T35" fmla="*/ 60376 h 1175"/>
                <a:gd name="T36" fmla="*/ 115084 w 1183"/>
                <a:gd name="T37" fmla="*/ 80142 h 1175"/>
                <a:gd name="T38" fmla="*/ 89909 w 1183"/>
                <a:gd name="T39" fmla="*/ 95236 h 1175"/>
                <a:gd name="T40" fmla="*/ 91348 w 1183"/>
                <a:gd name="T41" fmla="*/ 109252 h 1175"/>
                <a:gd name="T42" fmla="*/ 121198 w 1183"/>
                <a:gd name="T43" fmla="*/ 123628 h 1175"/>
                <a:gd name="T44" fmla="*/ 160398 w 1183"/>
                <a:gd name="T45" fmla="*/ 97033 h 1175"/>
                <a:gd name="T46" fmla="*/ 169748 w 1183"/>
                <a:gd name="T47" fmla="*/ 74752 h 1175"/>
                <a:gd name="T48" fmla="*/ 165433 w 1183"/>
                <a:gd name="T49" fmla="*/ 53907 h 1175"/>
                <a:gd name="T50" fmla="*/ 84874 w 1183"/>
                <a:gd name="T51" fmla="*/ 17610 h 1175"/>
                <a:gd name="T52" fmla="*/ 5035 w 1183"/>
                <a:gd name="T53" fmla="*/ 109612 h 1175"/>
                <a:gd name="T54" fmla="*/ 53226 w 1183"/>
                <a:gd name="T55" fmla="*/ 193707 h 1175"/>
                <a:gd name="T56" fmla="*/ 151047 w 1183"/>
                <a:gd name="T57" fmla="*/ 221739 h 1175"/>
                <a:gd name="T58" fmla="*/ 223694 w 1183"/>
                <a:gd name="T59" fmla="*/ 198379 h 1175"/>
                <a:gd name="T60" fmla="*/ 221176 w 1183"/>
                <a:gd name="T61" fmla="*/ 204130 h 1175"/>
                <a:gd name="T62" fmla="*/ 200677 w 1183"/>
                <a:gd name="T63" fmla="*/ 270975 h 1175"/>
                <a:gd name="T64" fmla="*/ 228729 w 1183"/>
                <a:gd name="T65" fmla="*/ 368727 h 1175"/>
                <a:gd name="T66" fmla="*/ 312884 w 1183"/>
                <a:gd name="T67" fmla="*/ 416884 h 1175"/>
                <a:gd name="T68" fmla="*/ 404951 w 1183"/>
                <a:gd name="T69" fmla="*/ 338179 h 1175"/>
                <a:gd name="T70" fmla="*/ 368627 w 1183"/>
                <a:gd name="T71" fmla="*/ 256959 h 1175"/>
                <a:gd name="T72" fmla="*/ 347409 w 1183"/>
                <a:gd name="T73" fmla="*/ 252646 h 1175"/>
                <a:gd name="T74" fmla="*/ 325471 w 1183"/>
                <a:gd name="T75" fmla="*/ 261990 h 1175"/>
                <a:gd name="T76" fmla="*/ 298498 w 1183"/>
                <a:gd name="T77" fmla="*/ 300804 h 1175"/>
                <a:gd name="T78" fmla="*/ 313243 w 1183"/>
                <a:gd name="T79" fmla="*/ 330992 h 1175"/>
                <a:gd name="T80" fmla="*/ 326910 w 1183"/>
                <a:gd name="T81" fmla="*/ 332429 h 1175"/>
                <a:gd name="T82" fmla="*/ 341655 w 1183"/>
                <a:gd name="T83" fmla="*/ 307272 h 1175"/>
                <a:gd name="T84" fmla="*/ 361794 w 1183"/>
                <a:gd name="T85" fmla="*/ 276725 h 1175"/>
                <a:gd name="T86" fmla="*/ 384092 w 1183"/>
                <a:gd name="T87" fmla="*/ 300444 h 1175"/>
                <a:gd name="T88" fmla="*/ 384092 w 1183"/>
                <a:gd name="T89" fmla="*/ 350039 h 1175"/>
                <a:gd name="T90" fmla="*/ 321155 w 1183"/>
                <a:gd name="T91" fmla="*/ 392806 h 1175"/>
                <a:gd name="T92" fmla="*/ 225132 w 1183"/>
                <a:gd name="T93" fmla="*/ 314101 h 1175"/>
                <a:gd name="T94" fmla="*/ 251746 w 1183"/>
                <a:gd name="T95" fmla="*/ 201973 h 1175"/>
                <a:gd name="T96" fmla="*/ 301016 w 1183"/>
                <a:gd name="T97" fmla="*/ 137644 h 1175"/>
                <a:gd name="T98" fmla="*/ 347049 w 1183"/>
                <a:gd name="T99" fmla="*/ 90565 h 1175"/>
                <a:gd name="T100" fmla="*/ 343093 w 1183"/>
                <a:gd name="T101" fmla="*/ 105299 h 1175"/>
                <a:gd name="T102" fmla="*/ 341655 w 1183"/>
                <a:gd name="T103" fmla="*/ 192989 h 1175"/>
                <a:gd name="T104" fmla="*/ 365391 w 1183"/>
                <a:gd name="T105" fmla="*/ 232521 h 1175"/>
                <a:gd name="T106" fmla="*/ 377618 w 1183"/>
                <a:gd name="T107" fmla="*/ 238630 h 1175"/>
                <a:gd name="T108" fmla="*/ 404951 w 1183"/>
                <a:gd name="T109" fmla="*/ 217786 h 1175"/>
                <a:gd name="T110" fmla="*/ 391644 w 1183"/>
                <a:gd name="T111" fmla="*/ 194786 h 1175"/>
                <a:gd name="T112" fmla="*/ 378338 w 1183"/>
                <a:gd name="T113" fmla="*/ 177895 h 1175"/>
                <a:gd name="T114" fmla="*/ 377259 w 1183"/>
                <a:gd name="T115" fmla="*/ 76549 h 1175"/>
                <a:gd name="T116" fmla="*/ 406749 w 1183"/>
                <a:gd name="T117" fmla="*/ 29110 h 1175"/>
                <a:gd name="T118" fmla="*/ 417538 w 1183"/>
                <a:gd name="T119" fmla="*/ 359 h 1175"/>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1183" h="1175">
                  <a:moveTo>
                    <a:pt x="1137" y="12"/>
                  </a:moveTo>
                  <a:lnTo>
                    <a:pt x="1137" y="12"/>
                  </a:lnTo>
                  <a:cubicBezTo>
                    <a:pt x="1126" y="18"/>
                    <a:pt x="1107" y="32"/>
                    <a:pt x="1094" y="43"/>
                  </a:cubicBezTo>
                  <a:cubicBezTo>
                    <a:pt x="1038" y="90"/>
                    <a:pt x="1000" y="112"/>
                    <a:pt x="962" y="125"/>
                  </a:cubicBezTo>
                  <a:cubicBezTo>
                    <a:pt x="851" y="160"/>
                    <a:pt x="751" y="160"/>
                    <a:pt x="680" y="122"/>
                  </a:cubicBezTo>
                  <a:cubicBezTo>
                    <a:pt x="669" y="117"/>
                    <a:pt x="648" y="101"/>
                    <a:pt x="633" y="86"/>
                  </a:cubicBezTo>
                  <a:cubicBezTo>
                    <a:pt x="600" y="54"/>
                    <a:pt x="591" y="49"/>
                    <a:pt x="569" y="49"/>
                  </a:cubicBezTo>
                  <a:cubicBezTo>
                    <a:pt x="526" y="49"/>
                    <a:pt x="500" y="83"/>
                    <a:pt x="511" y="125"/>
                  </a:cubicBezTo>
                  <a:cubicBezTo>
                    <a:pt x="514" y="137"/>
                    <a:pt x="522" y="152"/>
                    <a:pt x="528" y="158"/>
                  </a:cubicBezTo>
                  <a:cubicBezTo>
                    <a:pt x="542" y="175"/>
                    <a:pt x="604" y="212"/>
                    <a:pt x="637" y="224"/>
                  </a:cubicBezTo>
                  <a:cubicBezTo>
                    <a:pt x="703" y="249"/>
                    <a:pt x="797" y="248"/>
                    <a:pt x="882" y="221"/>
                  </a:cubicBezTo>
                  <a:cubicBezTo>
                    <a:pt x="904" y="213"/>
                    <a:pt x="922" y="209"/>
                    <a:pt x="922" y="209"/>
                  </a:cubicBezTo>
                  <a:cubicBezTo>
                    <a:pt x="925" y="212"/>
                    <a:pt x="849" y="286"/>
                    <a:pt x="791" y="338"/>
                  </a:cubicBezTo>
                  <a:cubicBezTo>
                    <a:pt x="738" y="387"/>
                    <a:pt x="656" y="449"/>
                    <a:pt x="612" y="475"/>
                  </a:cubicBezTo>
                  <a:cubicBezTo>
                    <a:pt x="519" y="529"/>
                    <a:pt x="379" y="562"/>
                    <a:pt x="301" y="548"/>
                  </a:cubicBezTo>
                  <a:cubicBezTo>
                    <a:pt x="178" y="525"/>
                    <a:pt x="74" y="398"/>
                    <a:pt x="82" y="281"/>
                  </a:cubicBezTo>
                  <a:cubicBezTo>
                    <a:pt x="87" y="211"/>
                    <a:pt x="136" y="138"/>
                    <a:pt x="200" y="107"/>
                  </a:cubicBezTo>
                  <a:cubicBezTo>
                    <a:pt x="234" y="90"/>
                    <a:pt x="300" y="90"/>
                    <a:pt x="338" y="107"/>
                  </a:cubicBezTo>
                  <a:cubicBezTo>
                    <a:pt x="368" y="120"/>
                    <a:pt x="402" y="151"/>
                    <a:pt x="405" y="168"/>
                  </a:cubicBezTo>
                  <a:cubicBezTo>
                    <a:pt x="411" y="208"/>
                    <a:pt x="385" y="223"/>
                    <a:pt x="320" y="223"/>
                  </a:cubicBezTo>
                  <a:cubicBezTo>
                    <a:pt x="270" y="223"/>
                    <a:pt x="260" y="229"/>
                    <a:pt x="250" y="265"/>
                  </a:cubicBezTo>
                  <a:cubicBezTo>
                    <a:pt x="245" y="284"/>
                    <a:pt x="245" y="289"/>
                    <a:pt x="254" y="304"/>
                  </a:cubicBezTo>
                  <a:cubicBezTo>
                    <a:pt x="269" y="330"/>
                    <a:pt x="304" y="347"/>
                    <a:pt x="337" y="344"/>
                  </a:cubicBezTo>
                  <a:cubicBezTo>
                    <a:pt x="370" y="342"/>
                    <a:pt x="413" y="312"/>
                    <a:pt x="446" y="270"/>
                  </a:cubicBezTo>
                  <a:cubicBezTo>
                    <a:pt x="467" y="243"/>
                    <a:pt x="470" y="235"/>
                    <a:pt x="472" y="208"/>
                  </a:cubicBezTo>
                  <a:cubicBezTo>
                    <a:pt x="474" y="181"/>
                    <a:pt x="472" y="172"/>
                    <a:pt x="460" y="150"/>
                  </a:cubicBezTo>
                  <a:cubicBezTo>
                    <a:pt x="419" y="74"/>
                    <a:pt x="334" y="36"/>
                    <a:pt x="236" y="49"/>
                  </a:cubicBezTo>
                  <a:cubicBezTo>
                    <a:pt x="118" y="64"/>
                    <a:pt x="0" y="200"/>
                    <a:pt x="14" y="305"/>
                  </a:cubicBezTo>
                  <a:cubicBezTo>
                    <a:pt x="27" y="390"/>
                    <a:pt x="84" y="492"/>
                    <a:pt x="148" y="539"/>
                  </a:cubicBezTo>
                  <a:cubicBezTo>
                    <a:pt x="228" y="597"/>
                    <a:pt x="333" y="627"/>
                    <a:pt x="420" y="617"/>
                  </a:cubicBezTo>
                  <a:cubicBezTo>
                    <a:pt x="462" y="611"/>
                    <a:pt x="573" y="578"/>
                    <a:pt x="607" y="560"/>
                  </a:cubicBezTo>
                  <a:lnTo>
                    <a:pt x="622" y="552"/>
                  </a:lnTo>
                  <a:lnTo>
                    <a:pt x="615" y="568"/>
                  </a:lnTo>
                  <a:cubicBezTo>
                    <a:pt x="597" y="601"/>
                    <a:pt x="563" y="713"/>
                    <a:pt x="558" y="754"/>
                  </a:cubicBezTo>
                  <a:cubicBezTo>
                    <a:pt x="547" y="841"/>
                    <a:pt x="578" y="947"/>
                    <a:pt x="636" y="1026"/>
                  </a:cubicBezTo>
                  <a:cubicBezTo>
                    <a:pt x="683" y="1090"/>
                    <a:pt x="784" y="1148"/>
                    <a:pt x="870" y="1160"/>
                  </a:cubicBezTo>
                  <a:cubicBezTo>
                    <a:pt x="973" y="1174"/>
                    <a:pt x="1109" y="1058"/>
                    <a:pt x="1126" y="941"/>
                  </a:cubicBezTo>
                  <a:cubicBezTo>
                    <a:pt x="1140" y="844"/>
                    <a:pt x="1100" y="756"/>
                    <a:pt x="1025" y="715"/>
                  </a:cubicBezTo>
                  <a:cubicBezTo>
                    <a:pt x="1001" y="703"/>
                    <a:pt x="993" y="700"/>
                    <a:pt x="966" y="703"/>
                  </a:cubicBezTo>
                  <a:cubicBezTo>
                    <a:pt x="939" y="705"/>
                    <a:pt x="931" y="708"/>
                    <a:pt x="905" y="729"/>
                  </a:cubicBezTo>
                  <a:cubicBezTo>
                    <a:pt x="863" y="761"/>
                    <a:pt x="833" y="804"/>
                    <a:pt x="830" y="837"/>
                  </a:cubicBezTo>
                  <a:cubicBezTo>
                    <a:pt x="828" y="870"/>
                    <a:pt x="845" y="906"/>
                    <a:pt x="871" y="921"/>
                  </a:cubicBezTo>
                  <a:cubicBezTo>
                    <a:pt x="886" y="930"/>
                    <a:pt x="891" y="930"/>
                    <a:pt x="909" y="925"/>
                  </a:cubicBezTo>
                  <a:cubicBezTo>
                    <a:pt x="945" y="914"/>
                    <a:pt x="950" y="904"/>
                    <a:pt x="950" y="855"/>
                  </a:cubicBezTo>
                  <a:cubicBezTo>
                    <a:pt x="950" y="789"/>
                    <a:pt x="967" y="764"/>
                    <a:pt x="1006" y="770"/>
                  </a:cubicBezTo>
                  <a:cubicBezTo>
                    <a:pt x="1023" y="772"/>
                    <a:pt x="1055" y="807"/>
                    <a:pt x="1068" y="836"/>
                  </a:cubicBezTo>
                  <a:cubicBezTo>
                    <a:pt x="1084" y="874"/>
                    <a:pt x="1084" y="941"/>
                    <a:pt x="1068" y="974"/>
                  </a:cubicBezTo>
                  <a:cubicBezTo>
                    <a:pt x="1037" y="1038"/>
                    <a:pt x="964" y="1087"/>
                    <a:pt x="893" y="1093"/>
                  </a:cubicBezTo>
                  <a:cubicBezTo>
                    <a:pt x="777" y="1101"/>
                    <a:pt x="649" y="996"/>
                    <a:pt x="626" y="874"/>
                  </a:cubicBezTo>
                  <a:cubicBezTo>
                    <a:pt x="612" y="795"/>
                    <a:pt x="645" y="656"/>
                    <a:pt x="700" y="562"/>
                  </a:cubicBezTo>
                  <a:cubicBezTo>
                    <a:pt x="726" y="518"/>
                    <a:pt x="788" y="437"/>
                    <a:pt x="837" y="383"/>
                  </a:cubicBezTo>
                  <a:cubicBezTo>
                    <a:pt x="888" y="326"/>
                    <a:pt x="963" y="250"/>
                    <a:pt x="965" y="252"/>
                  </a:cubicBezTo>
                  <a:cubicBezTo>
                    <a:pt x="966" y="253"/>
                    <a:pt x="961" y="271"/>
                    <a:pt x="954" y="293"/>
                  </a:cubicBezTo>
                  <a:cubicBezTo>
                    <a:pt x="927" y="378"/>
                    <a:pt x="925" y="472"/>
                    <a:pt x="950" y="537"/>
                  </a:cubicBezTo>
                  <a:cubicBezTo>
                    <a:pt x="963" y="570"/>
                    <a:pt x="1000" y="632"/>
                    <a:pt x="1016" y="647"/>
                  </a:cubicBezTo>
                  <a:cubicBezTo>
                    <a:pt x="1022" y="653"/>
                    <a:pt x="1038" y="660"/>
                    <a:pt x="1050" y="664"/>
                  </a:cubicBezTo>
                  <a:cubicBezTo>
                    <a:pt x="1091" y="675"/>
                    <a:pt x="1126" y="648"/>
                    <a:pt x="1126" y="606"/>
                  </a:cubicBezTo>
                  <a:cubicBezTo>
                    <a:pt x="1126" y="584"/>
                    <a:pt x="1121" y="575"/>
                    <a:pt x="1089" y="542"/>
                  </a:cubicBezTo>
                  <a:cubicBezTo>
                    <a:pt x="1074" y="527"/>
                    <a:pt x="1057" y="505"/>
                    <a:pt x="1052" y="495"/>
                  </a:cubicBezTo>
                  <a:cubicBezTo>
                    <a:pt x="1015" y="423"/>
                    <a:pt x="1015" y="324"/>
                    <a:pt x="1049" y="213"/>
                  </a:cubicBezTo>
                  <a:cubicBezTo>
                    <a:pt x="1061" y="174"/>
                    <a:pt x="1085" y="137"/>
                    <a:pt x="1131" y="81"/>
                  </a:cubicBezTo>
                  <a:cubicBezTo>
                    <a:pt x="1168" y="36"/>
                    <a:pt x="1182" y="0"/>
                    <a:pt x="1161" y="1"/>
                  </a:cubicBezTo>
                  <a:cubicBezTo>
                    <a:pt x="1158" y="1"/>
                    <a:pt x="1147" y="6"/>
                    <a:pt x="1137" y="1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63" name="Freeform 56">
              <a:extLst>
                <a:ext uri="{FF2B5EF4-FFF2-40B4-BE49-F238E27FC236}">
                  <a16:creationId xmlns:a16="http://schemas.microsoft.com/office/drawing/2014/main" id="{BF64F179-8F6D-7A4D-B34D-C2D16EE6EB24}"/>
                </a:ext>
              </a:extLst>
            </p:cNvPr>
            <p:cNvSpPr>
              <a:spLocks noChangeArrowheads="1"/>
            </p:cNvSpPr>
            <p:nvPr/>
          </p:nvSpPr>
          <p:spPr bwMode="auto">
            <a:xfrm>
              <a:off x="7370763" y="323850"/>
              <a:ext cx="44450" cy="38100"/>
            </a:xfrm>
            <a:custGeom>
              <a:avLst/>
              <a:gdLst>
                <a:gd name="T0" fmla="*/ 15302 w 122"/>
                <a:gd name="T1" fmla="*/ 2469 h 108"/>
                <a:gd name="T2" fmla="*/ 15302 w 122"/>
                <a:gd name="T3" fmla="*/ 2469 h 108"/>
                <a:gd name="T4" fmla="*/ 12388 w 122"/>
                <a:gd name="T5" fmla="*/ 32103 h 108"/>
                <a:gd name="T6" fmla="*/ 12388 w 122"/>
                <a:gd name="T7" fmla="*/ 32103 h 108"/>
                <a:gd name="T8" fmla="*/ 37527 w 122"/>
                <a:gd name="T9" fmla="*/ 29633 h 108"/>
                <a:gd name="T10" fmla="*/ 37527 w 122"/>
                <a:gd name="T11" fmla="*/ 29633 h 108"/>
                <a:gd name="T12" fmla="*/ 44086 w 122"/>
                <a:gd name="T13" fmla="*/ 18697 h 108"/>
                <a:gd name="T14" fmla="*/ 44086 w 122"/>
                <a:gd name="T15" fmla="*/ 18697 h 108"/>
                <a:gd name="T16" fmla="*/ 28783 w 122"/>
                <a:gd name="T17" fmla="*/ 2117 h 108"/>
                <a:gd name="T18" fmla="*/ 28783 w 122"/>
                <a:gd name="T19" fmla="*/ 2117 h 108"/>
                <a:gd name="T20" fmla="*/ 15302 w 122"/>
                <a:gd name="T21" fmla="*/ 2469 h 10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22" h="108">
                  <a:moveTo>
                    <a:pt x="42" y="7"/>
                  </a:moveTo>
                  <a:lnTo>
                    <a:pt x="42" y="7"/>
                  </a:lnTo>
                  <a:cubicBezTo>
                    <a:pt x="4" y="27"/>
                    <a:pt x="0" y="71"/>
                    <a:pt x="34" y="91"/>
                  </a:cubicBezTo>
                  <a:cubicBezTo>
                    <a:pt x="62" y="107"/>
                    <a:pt x="82" y="105"/>
                    <a:pt x="103" y="84"/>
                  </a:cubicBezTo>
                  <a:cubicBezTo>
                    <a:pt x="114" y="73"/>
                    <a:pt x="121" y="60"/>
                    <a:pt x="121" y="53"/>
                  </a:cubicBezTo>
                  <a:cubicBezTo>
                    <a:pt x="121" y="33"/>
                    <a:pt x="102" y="13"/>
                    <a:pt x="79" y="6"/>
                  </a:cubicBezTo>
                  <a:cubicBezTo>
                    <a:pt x="56" y="0"/>
                    <a:pt x="57" y="0"/>
                    <a:pt x="42" y="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64" name="Freeform 58">
              <a:extLst>
                <a:ext uri="{FF2B5EF4-FFF2-40B4-BE49-F238E27FC236}">
                  <a16:creationId xmlns:a16="http://schemas.microsoft.com/office/drawing/2014/main" id="{6407615C-C5FD-EF49-B7E4-149686D5F049}"/>
                </a:ext>
              </a:extLst>
            </p:cNvPr>
            <p:cNvSpPr>
              <a:spLocks noChangeArrowheads="1"/>
            </p:cNvSpPr>
            <p:nvPr/>
          </p:nvSpPr>
          <p:spPr bwMode="auto">
            <a:xfrm>
              <a:off x="7461250" y="323850"/>
              <a:ext cx="39688" cy="47625"/>
            </a:xfrm>
            <a:custGeom>
              <a:avLst/>
              <a:gdLst>
                <a:gd name="T0" fmla="*/ 5006 w 111"/>
                <a:gd name="T1" fmla="*/ 8659 h 132"/>
                <a:gd name="T2" fmla="*/ 5006 w 111"/>
                <a:gd name="T3" fmla="*/ 8659 h 132"/>
                <a:gd name="T4" fmla="*/ 0 w 111"/>
                <a:gd name="T5" fmla="*/ 19483 h 132"/>
                <a:gd name="T6" fmla="*/ 0 w 111"/>
                <a:gd name="T7" fmla="*/ 19483 h 132"/>
                <a:gd name="T8" fmla="*/ 32537 w 111"/>
                <a:gd name="T9" fmla="*/ 34636 h 132"/>
                <a:gd name="T10" fmla="*/ 32537 w 111"/>
                <a:gd name="T11" fmla="*/ 34636 h 132"/>
                <a:gd name="T12" fmla="*/ 35397 w 111"/>
                <a:gd name="T13" fmla="*/ 15514 h 132"/>
                <a:gd name="T14" fmla="*/ 35397 w 111"/>
                <a:gd name="T15" fmla="*/ 15514 h 132"/>
                <a:gd name="T16" fmla="*/ 5006 w 111"/>
                <a:gd name="T17" fmla="*/ 8659 h 13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11" h="132">
                  <a:moveTo>
                    <a:pt x="14" y="24"/>
                  </a:moveTo>
                  <a:lnTo>
                    <a:pt x="14" y="24"/>
                  </a:lnTo>
                  <a:cubicBezTo>
                    <a:pt x="5" y="33"/>
                    <a:pt x="0" y="44"/>
                    <a:pt x="0" y="54"/>
                  </a:cubicBezTo>
                  <a:cubicBezTo>
                    <a:pt x="0" y="105"/>
                    <a:pt x="56" y="131"/>
                    <a:pt x="91" y="96"/>
                  </a:cubicBezTo>
                  <a:cubicBezTo>
                    <a:pt x="108" y="79"/>
                    <a:pt x="110" y="65"/>
                    <a:pt x="99" y="43"/>
                  </a:cubicBezTo>
                  <a:cubicBezTo>
                    <a:pt x="81" y="10"/>
                    <a:pt x="38" y="0"/>
                    <a:pt x="14" y="2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65" name="Freeform 60">
              <a:extLst>
                <a:ext uri="{FF2B5EF4-FFF2-40B4-BE49-F238E27FC236}">
                  <a16:creationId xmlns:a16="http://schemas.microsoft.com/office/drawing/2014/main" id="{13E1A2F2-87B1-FA4F-B614-B1FEDD910DB8}"/>
                </a:ext>
              </a:extLst>
            </p:cNvPr>
            <p:cNvSpPr>
              <a:spLocks noChangeArrowheads="1"/>
            </p:cNvSpPr>
            <p:nvPr/>
          </p:nvSpPr>
          <p:spPr bwMode="auto">
            <a:xfrm>
              <a:off x="7540625" y="333375"/>
              <a:ext cx="609600" cy="23813"/>
            </a:xfrm>
            <a:custGeom>
              <a:avLst/>
              <a:gdLst>
                <a:gd name="T0" fmla="*/ 173452 w 1694"/>
                <a:gd name="T1" fmla="*/ 2133 h 67"/>
                <a:gd name="T2" fmla="*/ 8637 w 1694"/>
                <a:gd name="T3" fmla="*/ 2843 h 67"/>
                <a:gd name="T4" fmla="*/ 4678 w 1694"/>
                <a:gd name="T5" fmla="*/ 7464 h 67"/>
                <a:gd name="T6" fmla="*/ 4678 w 1694"/>
                <a:gd name="T7" fmla="*/ 7464 h 67"/>
                <a:gd name="T8" fmla="*/ 7557 w 1694"/>
                <a:gd name="T9" fmla="*/ 19903 h 67"/>
                <a:gd name="T10" fmla="*/ 7557 w 1694"/>
                <a:gd name="T11" fmla="*/ 19903 h 67"/>
                <a:gd name="T12" fmla="*/ 603842 w 1694"/>
                <a:gd name="T13" fmla="*/ 20614 h 67"/>
                <a:gd name="T14" fmla="*/ 603842 w 1694"/>
                <a:gd name="T15" fmla="*/ 20614 h 67"/>
                <a:gd name="T16" fmla="*/ 605642 w 1694"/>
                <a:gd name="T17" fmla="*/ 3554 h 67"/>
                <a:gd name="T18" fmla="*/ 605642 w 1694"/>
                <a:gd name="T19" fmla="*/ 3554 h 67"/>
                <a:gd name="T20" fmla="*/ 469975 w 1694"/>
                <a:gd name="T21" fmla="*/ 355 h 67"/>
                <a:gd name="T22" fmla="*/ 469975 w 1694"/>
                <a:gd name="T23" fmla="*/ 355 h 67"/>
                <a:gd name="T24" fmla="*/ 173452 w 1694"/>
                <a:gd name="T25" fmla="*/ 2133 h 6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94" h="67">
                  <a:moveTo>
                    <a:pt x="482" y="6"/>
                  </a:moveTo>
                  <a:lnTo>
                    <a:pt x="24" y="8"/>
                  </a:lnTo>
                  <a:lnTo>
                    <a:pt x="13" y="21"/>
                  </a:lnTo>
                  <a:cubicBezTo>
                    <a:pt x="0" y="38"/>
                    <a:pt x="2" y="49"/>
                    <a:pt x="21" y="56"/>
                  </a:cubicBezTo>
                  <a:cubicBezTo>
                    <a:pt x="44" y="64"/>
                    <a:pt x="1669" y="66"/>
                    <a:pt x="1678" y="58"/>
                  </a:cubicBezTo>
                  <a:cubicBezTo>
                    <a:pt x="1691" y="48"/>
                    <a:pt x="1693" y="21"/>
                    <a:pt x="1683" y="10"/>
                  </a:cubicBezTo>
                  <a:cubicBezTo>
                    <a:pt x="1673" y="1"/>
                    <a:pt x="1663" y="0"/>
                    <a:pt x="1306" y="1"/>
                  </a:cubicBezTo>
                  <a:cubicBezTo>
                    <a:pt x="1105" y="2"/>
                    <a:pt x="734" y="4"/>
                    <a:pt x="482" y="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66" name="Freeform 63">
              <a:extLst>
                <a:ext uri="{FF2B5EF4-FFF2-40B4-BE49-F238E27FC236}">
                  <a16:creationId xmlns:a16="http://schemas.microsoft.com/office/drawing/2014/main" id="{4D4A17BB-6D79-0C46-95DA-C79AC7765ACA}"/>
                </a:ext>
              </a:extLst>
            </p:cNvPr>
            <p:cNvSpPr>
              <a:spLocks noChangeArrowheads="1"/>
            </p:cNvSpPr>
            <p:nvPr/>
          </p:nvSpPr>
          <p:spPr bwMode="auto">
            <a:xfrm>
              <a:off x="7669213" y="395288"/>
              <a:ext cx="31750" cy="39687"/>
            </a:xfrm>
            <a:custGeom>
              <a:avLst/>
              <a:gdLst>
                <a:gd name="T0" fmla="*/ 5412 w 88"/>
                <a:gd name="T1" fmla="*/ 8504 h 112"/>
                <a:gd name="T2" fmla="*/ 5412 w 88"/>
                <a:gd name="T3" fmla="*/ 8504 h 112"/>
                <a:gd name="T4" fmla="*/ 722 w 88"/>
                <a:gd name="T5" fmla="*/ 19489 h 112"/>
                <a:gd name="T6" fmla="*/ 722 w 88"/>
                <a:gd name="T7" fmla="*/ 19489 h 112"/>
                <a:gd name="T8" fmla="*/ 5412 w 88"/>
                <a:gd name="T9" fmla="*/ 31183 h 112"/>
                <a:gd name="T10" fmla="*/ 5412 w 88"/>
                <a:gd name="T11" fmla="*/ 31183 h 112"/>
                <a:gd name="T12" fmla="*/ 31389 w 88"/>
                <a:gd name="T13" fmla="*/ 19844 h 112"/>
                <a:gd name="T14" fmla="*/ 31389 w 88"/>
                <a:gd name="T15" fmla="*/ 19844 h 112"/>
                <a:gd name="T16" fmla="*/ 5412 w 88"/>
                <a:gd name="T17" fmla="*/ 8504 h 11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8" h="112">
                  <a:moveTo>
                    <a:pt x="15" y="24"/>
                  </a:moveTo>
                  <a:lnTo>
                    <a:pt x="15" y="24"/>
                  </a:lnTo>
                  <a:cubicBezTo>
                    <a:pt x="9" y="30"/>
                    <a:pt x="4" y="44"/>
                    <a:pt x="2" y="55"/>
                  </a:cubicBezTo>
                  <a:cubicBezTo>
                    <a:pt x="0" y="73"/>
                    <a:pt x="2" y="77"/>
                    <a:pt x="15" y="88"/>
                  </a:cubicBezTo>
                  <a:cubicBezTo>
                    <a:pt x="43" y="111"/>
                    <a:pt x="87" y="91"/>
                    <a:pt x="87" y="56"/>
                  </a:cubicBezTo>
                  <a:cubicBezTo>
                    <a:pt x="87" y="22"/>
                    <a:pt x="36" y="0"/>
                    <a:pt x="15" y="2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67" name="Freeform 65">
              <a:extLst>
                <a:ext uri="{FF2B5EF4-FFF2-40B4-BE49-F238E27FC236}">
                  <a16:creationId xmlns:a16="http://schemas.microsoft.com/office/drawing/2014/main" id="{9AF47A86-1267-E346-A824-6FBF9ED79AD3}"/>
                </a:ext>
              </a:extLst>
            </p:cNvPr>
            <p:cNvSpPr>
              <a:spLocks noChangeArrowheads="1"/>
            </p:cNvSpPr>
            <p:nvPr/>
          </p:nvSpPr>
          <p:spPr bwMode="auto">
            <a:xfrm>
              <a:off x="7731125" y="403225"/>
              <a:ext cx="752475" cy="752475"/>
            </a:xfrm>
            <a:custGeom>
              <a:avLst/>
              <a:gdLst>
                <a:gd name="T0" fmla="*/ 400337 w 2092"/>
                <a:gd name="T1" fmla="*/ 449255 h 2092"/>
                <a:gd name="T2" fmla="*/ 265812 w 2092"/>
                <a:gd name="T3" fmla="*/ 485943 h 2092"/>
                <a:gd name="T4" fmla="*/ 302860 w 2092"/>
                <a:gd name="T5" fmla="*/ 351419 h 2092"/>
                <a:gd name="T6" fmla="*/ 442421 w 2092"/>
                <a:gd name="T7" fmla="*/ 302141 h 2092"/>
                <a:gd name="T8" fmla="*/ 37768 w 2092"/>
                <a:gd name="T9" fmla="*/ 719 h 2092"/>
                <a:gd name="T10" fmla="*/ 3237 w 2092"/>
                <a:gd name="T11" fmla="*/ 14028 h 2092"/>
                <a:gd name="T12" fmla="*/ 260776 w 2092"/>
                <a:gd name="T13" fmla="*/ 24819 h 2092"/>
                <a:gd name="T14" fmla="*/ 315450 w 2092"/>
                <a:gd name="T15" fmla="*/ 36329 h 2092"/>
                <a:gd name="T16" fmla="*/ 457888 w 2092"/>
                <a:gd name="T17" fmla="*/ 192435 h 2092"/>
                <a:gd name="T18" fmla="*/ 504288 w 2092"/>
                <a:gd name="T19" fmla="*/ 205024 h 2092"/>
                <a:gd name="T20" fmla="*/ 332715 w 2092"/>
                <a:gd name="T21" fmla="*/ 199989 h 2092"/>
                <a:gd name="T22" fmla="*/ 132726 w 2092"/>
                <a:gd name="T23" fmla="*/ 71579 h 2092"/>
                <a:gd name="T24" fmla="*/ 83808 w 2092"/>
                <a:gd name="T25" fmla="*/ 61148 h 2092"/>
                <a:gd name="T26" fmla="*/ 115461 w 2092"/>
                <a:gd name="T27" fmla="*/ 109346 h 2092"/>
                <a:gd name="T28" fmla="*/ 53234 w 2092"/>
                <a:gd name="T29" fmla="*/ 164739 h 2092"/>
                <a:gd name="T30" fmla="*/ 187759 w 2092"/>
                <a:gd name="T31" fmla="*/ 172292 h 2092"/>
                <a:gd name="T32" fmla="*/ 423717 w 2092"/>
                <a:gd name="T33" fmla="*/ 242792 h 2092"/>
                <a:gd name="T34" fmla="*/ 376597 w 2092"/>
                <a:gd name="T35" fmla="*/ 258978 h 2092"/>
                <a:gd name="T36" fmla="*/ 158624 w 2092"/>
                <a:gd name="T37" fmla="*/ 263294 h 2092"/>
                <a:gd name="T38" fmla="*/ 48558 w 2092"/>
                <a:gd name="T39" fmla="*/ 324082 h 2092"/>
                <a:gd name="T40" fmla="*/ 104670 w 2092"/>
                <a:gd name="T41" fmla="*/ 447456 h 2092"/>
                <a:gd name="T42" fmla="*/ 217973 w 2092"/>
                <a:gd name="T43" fmla="*/ 390265 h 2092"/>
                <a:gd name="T44" fmla="*/ 159343 w 2092"/>
                <a:gd name="T45" fmla="*/ 378755 h 2092"/>
                <a:gd name="T46" fmla="*/ 84887 w 2092"/>
                <a:gd name="T47" fmla="*/ 407890 h 2092"/>
                <a:gd name="T48" fmla="*/ 135963 w 2092"/>
                <a:gd name="T49" fmla="*/ 293508 h 2092"/>
                <a:gd name="T50" fmla="*/ 429832 w 2092"/>
                <a:gd name="T51" fmla="*/ 269409 h 2092"/>
                <a:gd name="T52" fmla="*/ 473714 w 2092"/>
                <a:gd name="T53" fmla="*/ 253942 h 2092"/>
                <a:gd name="T54" fmla="*/ 312212 w 2092"/>
                <a:gd name="T55" fmla="*/ 319047 h 2092"/>
                <a:gd name="T56" fmla="*/ 273366 w 2092"/>
                <a:gd name="T57" fmla="*/ 360051 h 2092"/>
                <a:gd name="T58" fmla="*/ 207542 w 2092"/>
                <a:gd name="T59" fmla="*/ 556803 h 2092"/>
                <a:gd name="T60" fmla="*/ 425515 w 2092"/>
                <a:gd name="T61" fmla="*/ 469757 h 2092"/>
                <a:gd name="T62" fmla="*/ 474793 w 2092"/>
                <a:gd name="T63" fmla="*/ 314371 h 2092"/>
                <a:gd name="T64" fmla="*/ 492058 w 2092"/>
                <a:gd name="T65" fmla="*/ 292789 h 2092"/>
                <a:gd name="T66" fmla="*/ 470117 w 2092"/>
                <a:gd name="T67" fmla="*/ 470836 h 2092"/>
                <a:gd name="T68" fmla="*/ 387748 w 2092"/>
                <a:gd name="T69" fmla="*/ 683055 h 2092"/>
                <a:gd name="T70" fmla="*/ 338830 w 2092"/>
                <a:gd name="T71" fmla="*/ 643488 h 2092"/>
                <a:gd name="T72" fmla="*/ 388107 w 2092"/>
                <a:gd name="T73" fmla="*/ 548530 h 2092"/>
                <a:gd name="T74" fmla="*/ 326600 w 2092"/>
                <a:gd name="T75" fmla="*/ 548530 h 2092"/>
                <a:gd name="T76" fmla="*/ 328758 w 2092"/>
                <a:gd name="T77" fmla="*/ 685572 h 2092"/>
                <a:gd name="T78" fmla="*/ 449255 w 2092"/>
                <a:gd name="T79" fmla="*/ 686651 h 2092"/>
                <a:gd name="T80" fmla="*/ 491699 w 2092"/>
                <a:gd name="T81" fmla="*/ 485224 h 2092"/>
                <a:gd name="T82" fmla="*/ 506086 w 2092"/>
                <a:gd name="T83" fmla="*/ 308975 h 2092"/>
                <a:gd name="T84" fmla="*/ 549609 w 2092"/>
                <a:gd name="T85" fmla="*/ 480908 h 2092"/>
                <a:gd name="T86" fmla="*/ 589175 w 2092"/>
                <a:gd name="T87" fmla="*/ 668667 h 2092"/>
                <a:gd name="T88" fmla="*/ 598527 w 2092"/>
                <a:gd name="T89" fmla="*/ 699960 h 2092"/>
                <a:gd name="T90" fmla="*/ 656437 w 2092"/>
                <a:gd name="T91" fmla="*/ 642769 h 2092"/>
                <a:gd name="T92" fmla="*/ 692766 w 2092"/>
                <a:gd name="T93" fmla="*/ 654999 h 2092"/>
                <a:gd name="T94" fmla="*/ 625504 w 2092"/>
                <a:gd name="T95" fmla="*/ 535941 h 2092"/>
                <a:gd name="T96" fmla="*/ 534142 w 2092"/>
                <a:gd name="T97" fmla="*/ 327679 h 2092"/>
                <a:gd name="T98" fmla="*/ 554285 w 2092"/>
                <a:gd name="T99" fmla="*/ 254302 h 2092"/>
                <a:gd name="T100" fmla="*/ 633057 w 2092"/>
                <a:gd name="T101" fmla="*/ 401416 h 2092"/>
                <a:gd name="T102" fmla="*/ 720822 w 2092"/>
                <a:gd name="T103" fmla="*/ 438824 h 2092"/>
                <a:gd name="T104" fmla="*/ 733411 w 2092"/>
                <a:gd name="T105" fmla="*/ 643488 h 2092"/>
                <a:gd name="T106" fmla="*/ 750317 w 2092"/>
                <a:gd name="T107" fmla="*/ 744202 h 2092"/>
                <a:gd name="T108" fmla="*/ 737368 w 2092"/>
                <a:gd name="T109" fmla="*/ 406811 h 2092"/>
                <a:gd name="T110" fmla="*/ 586657 w 2092"/>
                <a:gd name="T111" fmla="*/ 283797 h 2092"/>
                <a:gd name="T112" fmla="*/ 595290 w 2092"/>
                <a:gd name="T113" fmla="*/ 167616 h 2092"/>
                <a:gd name="T114" fmla="*/ 584139 w 2092"/>
                <a:gd name="T115" fmla="*/ 156466 h 2092"/>
                <a:gd name="T116" fmla="*/ 467959 w 2092"/>
                <a:gd name="T117" fmla="*/ 165458 h 2092"/>
                <a:gd name="T118" fmla="*/ 345304 w 2092"/>
                <a:gd name="T119" fmla="*/ 14747 h 2092"/>
                <a:gd name="T120" fmla="*/ 199269 w 2092"/>
                <a:gd name="T121" fmla="*/ 360 h 209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2092" h="2092">
                  <a:moveTo>
                    <a:pt x="1250" y="860"/>
                  </a:moveTo>
                  <a:lnTo>
                    <a:pt x="1250" y="860"/>
                  </a:lnTo>
                  <a:cubicBezTo>
                    <a:pt x="1163" y="998"/>
                    <a:pt x="1116" y="1120"/>
                    <a:pt x="1114" y="1209"/>
                  </a:cubicBezTo>
                  <a:lnTo>
                    <a:pt x="1113" y="1249"/>
                  </a:lnTo>
                  <a:lnTo>
                    <a:pt x="1060" y="1258"/>
                  </a:lnTo>
                  <a:cubicBezTo>
                    <a:pt x="971" y="1274"/>
                    <a:pt x="829" y="1313"/>
                    <a:pt x="783" y="1332"/>
                  </a:cubicBezTo>
                  <a:lnTo>
                    <a:pt x="739" y="1351"/>
                  </a:lnTo>
                  <a:lnTo>
                    <a:pt x="758" y="1307"/>
                  </a:lnTo>
                  <a:cubicBezTo>
                    <a:pt x="778" y="1262"/>
                    <a:pt x="816" y="1119"/>
                    <a:pt x="832" y="1031"/>
                  </a:cubicBezTo>
                  <a:lnTo>
                    <a:pt x="842" y="977"/>
                  </a:lnTo>
                  <a:lnTo>
                    <a:pt x="882" y="977"/>
                  </a:lnTo>
                  <a:cubicBezTo>
                    <a:pt x="971" y="974"/>
                    <a:pt x="1097" y="925"/>
                    <a:pt x="1230" y="840"/>
                  </a:cubicBezTo>
                  <a:cubicBezTo>
                    <a:pt x="1259" y="821"/>
                    <a:pt x="1283" y="806"/>
                    <a:pt x="1284" y="806"/>
                  </a:cubicBezTo>
                  <a:cubicBezTo>
                    <a:pt x="1284" y="805"/>
                    <a:pt x="1269" y="830"/>
                    <a:pt x="1250" y="860"/>
                  </a:cubicBezTo>
                  <a:close/>
                  <a:moveTo>
                    <a:pt x="105" y="2"/>
                  </a:moveTo>
                  <a:lnTo>
                    <a:pt x="105" y="2"/>
                  </a:lnTo>
                  <a:cubicBezTo>
                    <a:pt x="64" y="3"/>
                    <a:pt x="25" y="5"/>
                    <a:pt x="19" y="6"/>
                  </a:cubicBezTo>
                  <a:cubicBezTo>
                    <a:pt x="5" y="9"/>
                    <a:pt x="0" y="26"/>
                    <a:pt x="9" y="39"/>
                  </a:cubicBezTo>
                  <a:cubicBezTo>
                    <a:pt x="16" y="48"/>
                    <a:pt x="35" y="49"/>
                    <a:pt x="302" y="51"/>
                  </a:cubicBezTo>
                  <a:cubicBezTo>
                    <a:pt x="570" y="54"/>
                    <a:pt x="595" y="55"/>
                    <a:pt x="725" y="69"/>
                  </a:cubicBezTo>
                  <a:cubicBezTo>
                    <a:pt x="801" y="77"/>
                    <a:pt x="866" y="85"/>
                    <a:pt x="870" y="86"/>
                  </a:cubicBezTo>
                  <a:cubicBezTo>
                    <a:pt x="874" y="87"/>
                    <a:pt x="877" y="94"/>
                    <a:pt x="877" y="101"/>
                  </a:cubicBezTo>
                  <a:cubicBezTo>
                    <a:pt x="877" y="122"/>
                    <a:pt x="903" y="198"/>
                    <a:pt x="927" y="251"/>
                  </a:cubicBezTo>
                  <a:cubicBezTo>
                    <a:pt x="989" y="383"/>
                    <a:pt x="1124" y="494"/>
                    <a:pt x="1273" y="535"/>
                  </a:cubicBezTo>
                  <a:cubicBezTo>
                    <a:pt x="1301" y="543"/>
                    <a:pt x="1338" y="547"/>
                    <a:pt x="1384" y="550"/>
                  </a:cubicBezTo>
                  <a:lnTo>
                    <a:pt x="1452" y="553"/>
                  </a:lnTo>
                  <a:lnTo>
                    <a:pt x="1402" y="570"/>
                  </a:lnTo>
                  <a:cubicBezTo>
                    <a:pt x="1316" y="599"/>
                    <a:pt x="1271" y="606"/>
                    <a:pt x="1179" y="605"/>
                  </a:cubicBezTo>
                  <a:cubicBezTo>
                    <a:pt x="1082" y="605"/>
                    <a:pt x="1016" y="592"/>
                    <a:pt x="925" y="556"/>
                  </a:cubicBezTo>
                  <a:cubicBezTo>
                    <a:pt x="822" y="515"/>
                    <a:pt x="755" y="473"/>
                    <a:pt x="601" y="351"/>
                  </a:cubicBezTo>
                  <a:cubicBezTo>
                    <a:pt x="487" y="261"/>
                    <a:pt x="454" y="240"/>
                    <a:pt x="369" y="199"/>
                  </a:cubicBezTo>
                  <a:cubicBezTo>
                    <a:pt x="317" y="174"/>
                    <a:pt x="297" y="167"/>
                    <a:pt x="269" y="164"/>
                  </a:cubicBezTo>
                  <a:cubicBezTo>
                    <a:pt x="243" y="162"/>
                    <a:pt x="236" y="163"/>
                    <a:pt x="233" y="170"/>
                  </a:cubicBezTo>
                  <a:cubicBezTo>
                    <a:pt x="229" y="180"/>
                    <a:pt x="253" y="212"/>
                    <a:pt x="304" y="266"/>
                  </a:cubicBezTo>
                  <a:lnTo>
                    <a:pt x="337" y="301"/>
                  </a:lnTo>
                  <a:lnTo>
                    <a:pt x="321" y="304"/>
                  </a:lnTo>
                  <a:cubicBezTo>
                    <a:pt x="231" y="323"/>
                    <a:pt x="158" y="374"/>
                    <a:pt x="144" y="427"/>
                  </a:cubicBezTo>
                  <a:cubicBezTo>
                    <a:pt x="139" y="447"/>
                    <a:pt x="140" y="451"/>
                    <a:pt x="148" y="458"/>
                  </a:cubicBezTo>
                  <a:cubicBezTo>
                    <a:pt x="158" y="466"/>
                    <a:pt x="160" y="466"/>
                    <a:pt x="232" y="453"/>
                  </a:cubicBezTo>
                  <a:cubicBezTo>
                    <a:pt x="317" y="436"/>
                    <a:pt x="413" y="445"/>
                    <a:pt x="522" y="479"/>
                  </a:cubicBezTo>
                  <a:cubicBezTo>
                    <a:pt x="557" y="488"/>
                    <a:pt x="660" y="527"/>
                    <a:pt x="753" y="563"/>
                  </a:cubicBezTo>
                  <a:cubicBezTo>
                    <a:pt x="1013" y="664"/>
                    <a:pt x="1052" y="675"/>
                    <a:pt x="1178" y="675"/>
                  </a:cubicBezTo>
                  <a:lnTo>
                    <a:pt x="1259" y="675"/>
                  </a:lnTo>
                  <a:lnTo>
                    <a:pt x="1232" y="684"/>
                  </a:lnTo>
                  <a:cubicBezTo>
                    <a:pt x="1189" y="699"/>
                    <a:pt x="1112" y="714"/>
                    <a:pt x="1047" y="720"/>
                  </a:cubicBezTo>
                  <a:cubicBezTo>
                    <a:pt x="1009" y="724"/>
                    <a:pt x="892" y="725"/>
                    <a:pt x="742" y="724"/>
                  </a:cubicBezTo>
                  <a:cubicBezTo>
                    <a:pt x="529" y="723"/>
                    <a:pt x="490" y="724"/>
                    <a:pt x="441" y="732"/>
                  </a:cubicBezTo>
                  <a:cubicBezTo>
                    <a:pt x="314" y="753"/>
                    <a:pt x="237" y="786"/>
                    <a:pt x="181" y="842"/>
                  </a:cubicBezTo>
                  <a:cubicBezTo>
                    <a:pt x="162" y="861"/>
                    <a:pt x="141" y="888"/>
                    <a:pt x="135" y="901"/>
                  </a:cubicBezTo>
                  <a:cubicBezTo>
                    <a:pt x="95" y="989"/>
                    <a:pt x="115" y="1104"/>
                    <a:pt x="184" y="1177"/>
                  </a:cubicBezTo>
                  <a:cubicBezTo>
                    <a:pt x="219" y="1213"/>
                    <a:pt x="246" y="1230"/>
                    <a:pt x="291" y="1244"/>
                  </a:cubicBezTo>
                  <a:cubicBezTo>
                    <a:pt x="392" y="1278"/>
                    <a:pt x="499" y="1254"/>
                    <a:pt x="565" y="1182"/>
                  </a:cubicBezTo>
                  <a:cubicBezTo>
                    <a:pt x="597" y="1148"/>
                    <a:pt x="606" y="1126"/>
                    <a:pt x="606" y="1085"/>
                  </a:cubicBezTo>
                  <a:cubicBezTo>
                    <a:pt x="606" y="1049"/>
                    <a:pt x="590" y="1020"/>
                    <a:pt x="565" y="1012"/>
                  </a:cubicBezTo>
                  <a:cubicBezTo>
                    <a:pt x="514" y="995"/>
                    <a:pt x="471" y="1009"/>
                    <a:pt x="443" y="1053"/>
                  </a:cubicBezTo>
                  <a:cubicBezTo>
                    <a:pt x="398" y="1123"/>
                    <a:pt x="367" y="1144"/>
                    <a:pt x="302" y="1149"/>
                  </a:cubicBezTo>
                  <a:cubicBezTo>
                    <a:pt x="259" y="1151"/>
                    <a:pt x="258" y="1151"/>
                    <a:pt x="236" y="1134"/>
                  </a:cubicBezTo>
                  <a:cubicBezTo>
                    <a:pt x="194" y="1104"/>
                    <a:pt x="181" y="1071"/>
                    <a:pt x="191" y="1013"/>
                  </a:cubicBezTo>
                  <a:cubicBezTo>
                    <a:pt x="207" y="917"/>
                    <a:pt x="269" y="851"/>
                    <a:pt x="378" y="816"/>
                  </a:cubicBezTo>
                  <a:cubicBezTo>
                    <a:pt x="457" y="791"/>
                    <a:pt x="493" y="788"/>
                    <a:pt x="782" y="784"/>
                  </a:cubicBezTo>
                  <a:cubicBezTo>
                    <a:pt x="1072" y="779"/>
                    <a:pt x="1084" y="778"/>
                    <a:pt x="1195" y="749"/>
                  </a:cubicBezTo>
                  <a:cubicBezTo>
                    <a:pt x="1221" y="742"/>
                    <a:pt x="1259" y="730"/>
                    <a:pt x="1277" y="722"/>
                  </a:cubicBezTo>
                  <a:cubicBezTo>
                    <a:pt x="1294" y="715"/>
                    <a:pt x="1313" y="708"/>
                    <a:pt x="1317" y="706"/>
                  </a:cubicBezTo>
                  <a:cubicBezTo>
                    <a:pt x="1331" y="702"/>
                    <a:pt x="1270" y="740"/>
                    <a:pt x="1217" y="770"/>
                  </a:cubicBezTo>
                  <a:cubicBezTo>
                    <a:pt x="1149" y="809"/>
                    <a:pt x="973" y="868"/>
                    <a:pt x="868" y="887"/>
                  </a:cubicBezTo>
                  <a:cubicBezTo>
                    <a:pt x="826" y="896"/>
                    <a:pt x="789" y="904"/>
                    <a:pt x="784" y="908"/>
                  </a:cubicBezTo>
                  <a:cubicBezTo>
                    <a:pt x="779" y="911"/>
                    <a:pt x="771" y="944"/>
                    <a:pt x="760" y="1001"/>
                  </a:cubicBezTo>
                  <a:cubicBezTo>
                    <a:pt x="720" y="1223"/>
                    <a:pt x="668" y="1345"/>
                    <a:pt x="542" y="1514"/>
                  </a:cubicBezTo>
                  <a:cubicBezTo>
                    <a:pt x="467" y="1615"/>
                    <a:pt x="476" y="1623"/>
                    <a:pt x="577" y="1548"/>
                  </a:cubicBezTo>
                  <a:cubicBezTo>
                    <a:pt x="746" y="1422"/>
                    <a:pt x="868" y="1371"/>
                    <a:pt x="1089" y="1331"/>
                  </a:cubicBezTo>
                  <a:cubicBezTo>
                    <a:pt x="1147" y="1320"/>
                    <a:pt x="1179" y="1312"/>
                    <a:pt x="1183" y="1306"/>
                  </a:cubicBezTo>
                  <a:cubicBezTo>
                    <a:pt x="1186" y="1301"/>
                    <a:pt x="1195" y="1264"/>
                    <a:pt x="1203" y="1223"/>
                  </a:cubicBezTo>
                  <a:cubicBezTo>
                    <a:pt x="1223" y="1118"/>
                    <a:pt x="1281" y="941"/>
                    <a:pt x="1320" y="874"/>
                  </a:cubicBezTo>
                  <a:cubicBezTo>
                    <a:pt x="1350" y="820"/>
                    <a:pt x="1389" y="760"/>
                    <a:pt x="1384" y="773"/>
                  </a:cubicBezTo>
                  <a:cubicBezTo>
                    <a:pt x="1383" y="777"/>
                    <a:pt x="1375" y="796"/>
                    <a:pt x="1368" y="814"/>
                  </a:cubicBezTo>
                  <a:cubicBezTo>
                    <a:pt x="1361" y="832"/>
                    <a:pt x="1349" y="868"/>
                    <a:pt x="1341" y="896"/>
                  </a:cubicBezTo>
                  <a:cubicBezTo>
                    <a:pt x="1312" y="1007"/>
                    <a:pt x="1311" y="1019"/>
                    <a:pt x="1307" y="1309"/>
                  </a:cubicBezTo>
                  <a:cubicBezTo>
                    <a:pt x="1302" y="1597"/>
                    <a:pt x="1300" y="1634"/>
                    <a:pt x="1274" y="1712"/>
                  </a:cubicBezTo>
                  <a:cubicBezTo>
                    <a:pt x="1239" y="1821"/>
                    <a:pt x="1173" y="1883"/>
                    <a:pt x="1078" y="1899"/>
                  </a:cubicBezTo>
                  <a:cubicBezTo>
                    <a:pt x="1020" y="1909"/>
                    <a:pt x="987" y="1897"/>
                    <a:pt x="956" y="1855"/>
                  </a:cubicBezTo>
                  <a:cubicBezTo>
                    <a:pt x="940" y="1833"/>
                    <a:pt x="939" y="1831"/>
                    <a:pt x="942" y="1789"/>
                  </a:cubicBezTo>
                  <a:cubicBezTo>
                    <a:pt x="946" y="1724"/>
                    <a:pt x="967" y="1692"/>
                    <a:pt x="1038" y="1647"/>
                  </a:cubicBezTo>
                  <a:cubicBezTo>
                    <a:pt x="1080" y="1620"/>
                    <a:pt x="1095" y="1576"/>
                    <a:pt x="1079" y="1525"/>
                  </a:cubicBezTo>
                  <a:cubicBezTo>
                    <a:pt x="1070" y="1500"/>
                    <a:pt x="1042" y="1485"/>
                    <a:pt x="1005" y="1485"/>
                  </a:cubicBezTo>
                  <a:cubicBezTo>
                    <a:pt x="964" y="1485"/>
                    <a:pt x="943" y="1494"/>
                    <a:pt x="908" y="1525"/>
                  </a:cubicBezTo>
                  <a:cubicBezTo>
                    <a:pt x="836" y="1591"/>
                    <a:pt x="812" y="1699"/>
                    <a:pt x="846" y="1800"/>
                  </a:cubicBezTo>
                  <a:cubicBezTo>
                    <a:pt x="861" y="1845"/>
                    <a:pt x="877" y="1871"/>
                    <a:pt x="914" y="1906"/>
                  </a:cubicBezTo>
                  <a:cubicBezTo>
                    <a:pt x="987" y="1976"/>
                    <a:pt x="1102" y="1996"/>
                    <a:pt x="1189" y="1956"/>
                  </a:cubicBezTo>
                  <a:cubicBezTo>
                    <a:pt x="1203" y="1949"/>
                    <a:pt x="1229" y="1929"/>
                    <a:pt x="1249" y="1909"/>
                  </a:cubicBezTo>
                  <a:cubicBezTo>
                    <a:pt x="1304" y="1854"/>
                    <a:pt x="1337" y="1777"/>
                    <a:pt x="1358" y="1649"/>
                  </a:cubicBezTo>
                  <a:cubicBezTo>
                    <a:pt x="1367" y="1600"/>
                    <a:pt x="1368" y="1562"/>
                    <a:pt x="1367" y="1349"/>
                  </a:cubicBezTo>
                  <a:cubicBezTo>
                    <a:pt x="1365" y="1199"/>
                    <a:pt x="1367" y="1081"/>
                    <a:pt x="1371" y="1043"/>
                  </a:cubicBezTo>
                  <a:cubicBezTo>
                    <a:pt x="1377" y="978"/>
                    <a:pt x="1392" y="902"/>
                    <a:pt x="1407" y="859"/>
                  </a:cubicBezTo>
                  <a:lnTo>
                    <a:pt x="1415" y="832"/>
                  </a:lnTo>
                  <a:lnTo>
                    <a:pt x="1415" y="912"/>
                  </a:lnTo>
                  <a:cubicBezTo>
                    <a:pt x="1416" y="1038"/>
                    <a:pt x="1426" y="1078"/>
                    <a:pt x="1528" y="1337"/>
                  </a:cubicBezTo>
                  <a:cubicBezTo>
                    <a:pt x="1564" y="1431"/>
                    <a:pt x="1602" y="1534"/>
                    <a:pt x="1612" y="1569"/>
                  </a:cubicBezTo>
                  <a:cubicBezTo>
                    <a:pt x="1646" y="1677"/>
                    <a:pt x="1654" y="1773"/>
                    <a:pt x="1638" y="1859"/>
                  </a:cubicBezTo>
                  <a:cubicBezTo>
                    <a:pt x="1624" y="1930"/>
                    <a:pt x="1624" y="1933"/>
                    <a:pt x="1633" y="1942"/>
                  </a:cubicBezTo>
                  <a:cubicBezTo>
                    <a:pt x="1640" y="1951"/>
                    <a:pt x="1643" y="1952"/>
                    <a:pt x="1664" y="1946"/>
                  </a:cubicBezTo>
                  <a:cubicBezTo>
                    <a:pt x="1716" y="1932"/>
                    <a:pt x="1767" y="1859"/>
                    <a:pt x="1786" y="1769"/>
                  </a:cubicBezTo>
                  <a:lnTo>
                    <a:pt x="1790" y="1754"/>
                  </a:lnTo>
                  <a:lnTo>
                    <a:pt x="1825" y="1787"/>
                  </a:lnTo>
                  <a:cubicBezTo>
                    <a:pt x="1879" y="1838"/>
                    <a:pt x="1911" y="1861"/>
                    <a:pt x="1920" y="1858"/>
                  </a:cubicBezTo>
                  <a:cubicBezTo>
                    <a:pt x="1927" y="1855"/>
                    <a:pt x="1929" y="1848"/>
                    <a:pt x="1926" y="1821"/>
                  </a:cubicBezTo>
                  <a:cubicBezTo>
                    <a:pt x="1924" y="1794"/>
                    <a:pt x="1917" y="1774"/>
                    <a:pt x="1892" y="1721"/>
                  </a:cubicBezTo>
                  <a:cubicBezTo>
                    <a:pt x="1850" y="1636"/>
                    <a:pt x="1829" y="1604"/>
                    <a:pt x="1739" y="1490"/>
                  </a:cubicBezTo>
                  <a:cubicBezTo>
                    <a:pt x="1617" y="1336"/>
                    <a:pt x="1575" y="1268"/>
                    <a:pt x="1534" y="1166"/>
                  </a:cubicBezTo>
                  <a:cubicBezTo>
                    <a:pt x="1498" y="1075"/>
                    <a:pt x="1485" y="1008"/>
                    <a:pt x="1485" y="911"/>
                  </a:cubicBezTo>
                  <a:cubicBezTo>
                    <a:pt x="1484" y="819"/>
                    <a:pt x="1491" y="775"/>
                    <a:pt x="1521" y="688"/>
                  </a:cubicBezTo>
                  <a:lnTo>
                    <a:pt x="1537" y="638"/>
                  </a:lnTo>
                  <a:lnTo>
                    <a:pt x="1541" y="707"/>
                  </a:lnTo>
                  <a:cubicBezTo>
                    <a:pt x="1546" y="810"/>
                    <a:pt x="1571" y="886"/>
                    <a:pt x="1627" y="974"/>
                  </a:cubicBezTo>
                  <a:cubicBezTo>
                    <a:pt x="1656" y="1019"/>
                    <a:pt x="1716" y="1083"/>
                    <a:pt x="1760" y="1116"/>
                  </a:cubicBezTo>
                  <a:cubicBezTo>
                    <a:pt x="1812" y="1156"/>
                    <a:pt x="1948" y="1213"/>
                    <a:pt x="1989" y="1213"/>
                  </a:cubicBezTo>
                  <a:cubicBezTo>
                    <a:pt x="1996" y="1213"/>
                    <a:pt x="2003" y="1217"/>
                    <a:pt x="2004" y="1220"/>
                  </a:cubicBezTo>
                  <a:cubicBezTo>
                    <a:pt x="2006" y="1224"/>
                    <a:pt x="2013" y="1289"/>
                    <a:pt x="2021" y="1365"/>
                  </a:cubicBezTo>
                  <a:cubicBezTo>
                    <a:pt x="2036" y="1495"/>
                    <a:pt x="2037" y="1520"/>
                    <a:pt x="2039" y="1789"/>
                  </a:cubicBezTo>
                  <a:cubicBezTo>
                    <a:pt x="2041" y="2055"/>
                    <a:pt x="2042" y="2075"/>
                    <a:pt x="2051" y="2081"/>
                  </a:cubicBezTo>
                  <a:cubicBezTo>
                    <a:pt x="2065" y="2091"/>
                    <a:pt x="2081" y="2085"/>
                    <a:pt x="2086" y="2069"/>
                  </a:cubicBezTo>
                  <a:cubicBezTo>
                    <a:pt x="2088" y="2061"/>
                    <a:pt x="2090" y="1855"/>
                    <a:pt x="2090" y="1609"/>
                  </a:cubicBezTo>
                  <a:cubicBezTo>
                    <a:pt x="2089" y="1104"/>
                    <a:pt x="2091" y="1132"/>
                    <a:pt x="2050" y="1131"/>
                  </a:cubicBezTo>
                  <a:cubicBezTo>
                    <a:pt x="2018" y="1129"/>
                    <a:pt x="1938" y="1112"/>
                    <a:pt x="1900" y="1098"/>
                  </a:cubicBezTo>
                  <a:cubicBezTo>
                    <a:pt x="1786" y="1055"/>
                    <a:pt x="1665" y="916"/>
                    <a:pt x="1631" y="789"/>
                  </a:cubicBezTo>
                  <a:cubicBezTo>
                    <a:pt x="1607" y="701"/>
                    <a:pt x="1603" y="598"/>
                    <a:pt x="1621" y="546"/>
                  </a:cubicBezTo>
                  <a:cubicBezTo>
                    <a:pt x="1626" y="530"/>
                    <a:pt x="1642" y="494"/>
                    <a:pt x="1655" y="466"/>
                  </a:cubicBezTo>
                  <a:cubicBezTo>
                    <a:pt x="1668" y="439"/>
                    <a:pt x="1678" y="416"/>
                    <a:pt x="1677" y="414"/>
                  </a:cubicBezTo>
                  <a:cubicBezTo>
                    <a:pt x="1675" y="413"/>
                    <a:pt x="1652" y="422"/>
                    <a:pt x="1624" y="435"/>
                  </a:cubicBezTo>
                  <a:cubicBezTo>
                    <a:pt x="1597" y="449"/>
                    <a:pt x="1561" y="464"/>
                    <a:pt x="1544" y="470"/>
                  </a:cubicBezTo>
                  <a:cubicBezTo>
                    <a:pt x="1493" y="487"/>
                    <a:pt x="1390" y="483"/>
                    <a:pt x="1301" y="460"/>
                  </a:cubicBezTo>
                  <a:cubicBezTo>
                    <a:pt x="1175" y="426"/>
                    <a:pt x="1036" y="303"/>
                    <a:pt x="993" y="190"/>
                  </a:cubicBezTo>
                  <a:cubicBezTo>
                    <a:pt x="979" y="152"/>
                    <a:pt x="961" y="73"/>
                    <a:pt x="960" y="41"/>
                  </a:cubicBezTo>
                  <a:cubicBezTo>
                    <a:pt x="959" y="20"/>
                    <a:pt x="957" y="16"/>
                    <a:pt x="944" y="10"/>
                  </a:cubicBezTo>
                  <a:cubicBezTo>
                    <a:pt x="933" y="5"/>
                    <a:pt x="852" y="3"/>
                    <a:pt x="554" y="1"/>
                  </a:cubicBezTo>
                  <a:cubicBezTo>
                    <a:pt x="348" y="0"/>
                    <a:pt x="146" y="0"/>
                    <a:pt x="105" y="2"/>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68" name="Freeform 67">
              <a:extLst>
                <a:ext uri="{FF2B5EF4-FFF2-40B4-BE49-F238E27FC236}">
                  <a16:creationId xmlns:a16="http://schemas.microsoft.com/office/drawing/2014/main" id="{162F99D9-A7F6-E742-AF24-956DD4B49C49}"/>
                </a:ext>
              </a:extLst>
            </p:cNvPr>
            <p:cNvSpPr>
              <a:spLocks noChangeArrowheads="1"/>
            </p:cNvSpPr>
            <p:nvPr/>
          </p:nvSpPr>
          <p:spPr bwMode="auto">
            <a:xfrm>
              <a:off x="7964488" y="458788"/>
              <a:ext cx="144462" cy="130175"/>
            </a:xfrm>
            <a:custGeom>
              <a:avLst/>
              <a:gdLst>
                <a:gd name="T0" fmla="*/ 3973 w 400"/>
                <a:gd name="T1" fmla="*/ 6130 h 361"/>
                <a:gd name="T2" fmla="*/ 3973 w 400"/>
                <a:gd name="T3" fmla="*/ 6130 h 361"/>
                <a:gd name="T4" fmla="*/ 3612 w 400"/>
                <a:gd name="T5" fmla="*/ 31372 h 361"/>
                <a:gd name="T6" fmla="*/ 3612 w 400"/>
                <a:gd name="T7" fmla="*/ 31372 h 361"/>
                <a:gd name="T8" fmla="*/ 108708 w 400"/>
                <a:gd name="T9" fmla="*/ 114309 h 361"/>
                <a:gd name="T10" fmla="*/ 108708 w 400"/>
                <a:gd name="T11" fmla="*/ 114309 h 361"/>
                <a:gd name="T12" fmla="*/ 141934 w 400"/>
                <a:gd name="T13" fmla="*/ 125127 h 361"/>
                <a:gd name="T14" fmla="*/ 141934 w 400"/>
                <a:gd name="T15" fmla="*/ 125127 h 361"/>
                <a:gd name="T16" fmla="*/ 141212 w 400"/>
                <a:gd name="T17" fmla="*/ 120800 h 361"/>
                <a:gd name="T18" fmla="*/ 141212 w 400"/>
                <a:gd name="T19" fmla="*/ 120800 h 361"/>
                <a:gd name="T20" fmla="*/ 134711 w 400"/>
                <a:gd name="T21" fmla="*/ 116112 h 361"/>
                <a:gd name="T22" fmla="*/ 134711 w 400"/>
                <a:gd name="T23" fmla="*/ 116112 h 361"/>
                <a:gd name="T24" fmla="*/ 83427 w 400"/>
                <a:gd name="T25" fmla="*/ 70316 h 361"/>
                <a:gd name="T26" fmla="*/ 83427 w 400"/>
                <a:gd name="T27" fmla="*/ 70316 h 361"/>
                <a:gd name="T28" fmla="*/ 53812 w 400"/>
                <a:gd name="T29" fmla="*/ 34257 h 361"/>
                <a:gd name="T30" fmla="*/ 53812 w 400"/>
                <a:gd name="T31" fmla="*/ 34257 h 361"/>
                <a:gd name="T32" fmla="*/ 27448 w 400"/>
                <a:gd name="T33" fmla="*/ 6851 h 361"/>
                <a:gd name="T34" fmla="*/ 27448 w 400"/>
                <a:gd name="T35" fmla="*/ 6851 h 361"/>
                <a:gd name="T36" fmla="*/ 3973 w 400"/>
                <a:gd name="T37" fmla="*/ 6130 h 36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400" h="361">
                  <a:moveTo>
                    <a:pt x="11" y="17"/>
                  </a:moveTo>
                  <a:lnTo>
                    <a:pt x="11" y="17"/>
                  </a:lnTo>
                  <a:cubicBezTo>
                    <a:pt x="1" y="32"/>
                    <a:pt x="0" y="63"/>
                    <a:pt x="10" y="87"/>
                  </a:cubicBezTo>
                  <a:cubicBezTo>
                    <a:pt x="34" y="145"/>
                    <a:pt x="177" y="258"/>
                    <a:pt x="301" y="317"/>
                  </a:cubicBezTo>
                  <a:cubicBezTo>
                    <a:pt x="376" y="353"/>
                    <a:pt x="399" y="360"/>
                    <a:pt x="393" y="347"/>
                  </a:cubicBezTo>
                  <a:cubicBezTo>
                    <a:pt x="392" y="342"/>
                    <a:pt x="391" y="336"/>
                    <a:pt x="391" y="335"/>
                  </a:cubicBezTo>
                  <a:cubicBezTo>
                    <a:pt x="391" y="332"/>
                    <a:pt x="383" y="327"/>
                    <a:pt x="373" y="322"/>
                  </a:cubicBezTo>
                  <a:cubicBezTo>
                    <a:pt x="351" y="311"/>
                    <a:pt x="271" y="240"/>
                    <a:pt x="231" y="195"/>
                  </a:cubicBezTo>
                  <a:cubicBezTo>
                    <a:pt x="214" y="175"/>
                    <a:pt x="177" y="130"/>
                    <a:pt x="149" y="95"/>
                  </a:cubicBezTo>
                  <a:cubicBezTo>
                    <a:pt x="120" y="61"/>
                    <a:pt x="87" y="26"/>
                    <a:pt x="76" y="19"/>
                  </a:cubicBezTo>
                  <a:cubicBezTo>
                    <a:pt x="50" y="1"/>
                    <a:pt x="22" y="0"/>
                    <a:pt x="11" y="1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69" name="Freeform 69">
              <a:extLst>
                <a:ext uri="{FF2B5EF4-FFF2-40B4-BE49-F238E27FC236}">
                  <a16:creationId xmlns:a16="http://schemas.microsoft.com/office/drawing/2014/main" id="{81E88878-0201-CF4E-91AC-B0850996604E}"/>
                </a:ext>
              </a:extLst>
            </p:cNvPr>
            <p:cNvSpPr>
              <a:spLocks noChangeArrowheads="1"/>
            </p:cNvSpPr>
            <p:nvPr/>
          </p:nvSpPr>
          <p:spPr bwMode="auto">
            <a:xfrm>
              <a:off x="8531225" y="736600"/>
              <a:ext cx="22225" cy="609600"/>
            </a:xfrm>
            <a:custGeom>
              <a:avLst/>
              <a:gdLst>
                <a:gd name="T0" fmla="*/ 4586 w 63"/>
                <a:gd name="T1" fmla="*/ 3596 h 1695"/>
                <a:gd name="T2" fmla="*/ 0 w 63"/>
                <a:gd name="T3" fmla="*/ 5754 h 1695"/>
                <a:gd name="T4" fmla="*/ 0 w 63"/>
                <a:gd name="T5" fmla="*/ 300664 h 1695"/>
                <a:gd name="T6" fmla="*/ 0 w 63"/>
                <a:gd name="T7" fmla="*/ 300664 h 1695"/>
                <a:gd name="T8" fmla="*/ 2117 w 63"/>
                <a:gd name="T9" fmla="*/ 601328 h 1695"/>
                <a:gd name="T10" fmla="*/ 2117 w 63"/>
                <a:gd name="T11" fmla="*/ 601328 h 1695"/>
                <a:gd name="T12" fmla="*/ 14111 w 63"/>
                <a:gd name="T13" fmla="*/ 604565 h 1695"/>
                <a:gd name="T14" fmla="*/ 18697 w 63"/>
                <a:gd name="T15" fmla="*/ 600609 h 1695"/>
                <a:gd name="T16" fmla="*/ 20461 w 63"/>
                <a:gd name="T17" fmla="*/ 304620 h 1695"/>
                <a:gd name="T18" fmla="*/ 20461 w 63"/>
                <a:gd name="T19" fmla="*/ 304620 h 1695"/>
                <a:gd name="T20" fmla="*/ 18697 w 63"/>
                <a:gd name="T21" fmla="*/ 4675 h 1695"/>
                <a:gd name="T22" fmla="*/ 18697 w 63"/>
                <a:gd name="T23" fmla="*/ 4675 h 1695"/>
                <a:gd name="T24" fmla="*/ 4586 w 63"/>
                <a:gd name="T25" fmla="*/ 3596 h 169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63" h="1695">
                  <a:moveTo>
                    <a:pt x="13" y="10"/>
                  </a:moveTo>
                  <a:lnTo>
                    <a:pt x="0" y="16"/>
                  </a:lnTo>
                  <a:lnTo>
                    <a:pt x="0" y="836"/>
                  </a:lnTo>
                  <a:cubicBezTo>
                    <a:pt x="0" y="1395"/>
                    <a:pt x="2" y="1661"/>
                    <a:pt x="6" y="1672"/>
                  </a:cubicBezTo>
                  <a:cubicBezTo>
                    <a:pt x="13" y="1691"/>
                    <a:pt x="24" y="1694"/>
                    <a:pt x="40" y="1681"/>
                  </a:cubicBezTo>
                  <a:lnTo>
                    <a:pt x="53" y="1670"/>
                  </a:lnTo>
                  <a:lnTo>
                    <a:pt x="58" y="847"/>
                  </a:lnTo>
                  <a:cubicBezTo>
                    <a:pt x="62" y="63"/>
                    <a:pt x="62" y="22"/>
                    <a:pt x="53" y="13"/>
                  </a:cubicBezTo>
                  <a:cubicBezTo>
                    <a:pt x="42" y="1"/>
                    <a:pt x="32" y="0"/>
                    <a:pt x="13" y="1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70" name="Freeform 71">
              <a:extLst>
                <a:ext uri="{FF2B5EF4-FFF2-40B4-BE49-F238E27FC236}">
                  <a16:creationId xmlns:a16="http://schemas.microsoft.com/office/drawing/2014/main" id="{3E3170D7-1698-6446-83D9-BAF1B281618F}"/>
                </a:ext>
              </a:extLst>
            </p:cNvPr>
            <p:cNvSpPr>
              <a:spLocks noChangeArrowheads="1"/>
            </p:cNvSpPr>
            <p:nvPr/>
          </p:nvSpPr>
          <p:spPr bwMode="auto">
            <a:xfrm>
              <a:off x="8299450" y="779463"/>
              <a:ext cx="127000" cy="146050"/>
            </a:xfrm>
            <a:custGeom>
              <a:avLst/>
              <a:gdLst>
                <a:gd name="T0" fmla="*/ 1443 w 352"/>
                <a:gd name="T1" fmla="*/ 5409 h 405"/>
                <a:gd name="T2" fmla="*/ 1443 w 352"/>
                <a:gd name="T3" fmla="*/ 5409 h 405"/>
                <a:gd name="T4" fmla="*/ 35719 w 352"/>
                <a:gd name="T5" fmla="*/ 73566 h 405"/>
                <a:gd name="T6" fmla="*/ 35719 w 352"/>
                <a:gd name="T7" fmla="*/ 73566 h 405"/>
                <a:gd name="T8" fmla="*/ 96693 w 352"/>
                <a:gd name="T9" fmla="*/ 139198 h 405"/>
                <a:gd name="T10" fmla="*/ 96693 w 352"/>
                <a:gd name="T11" fmla="*/ 139198 h 405"/>
                <a:gd name="T12" fmla="*/ 126639 w 352"/>
                <a:gd name="T13" fmla="*/ 129462 h 405"/>
                <a:gd name="T14" fmla="*/ 126639 w 352"/>
                <a:gd name="T15" fmla="*/ 129462 h 405"/>
                <a:gd name="T16" fmla="*/ 89116 w 352"/>
                <a:gd name="T17" fmla="*/ 85466 h 405"/>
                <a:gd name="T18" fmla="*/ 89116 w 352"/>
                <a:gd name="T19" fmla="*/ 85466 h 405"/>
                <a:gd name="T20" fmla="*/ 18401 w 352"/>
                <a:gd name="T21" fmla="*/ 17670 h 405"/>
                <a:gd name="T22" fmla="*/ 18401 w 352"/>
                <a:gd name="T23" fmla="*/ 17670 h 405"/>
                <a:gd name="T24" fmla="*/ 9381 w 352"/>
                <a:gd name="T25" fmla="*/ 4688 h 405"/>
                <a:gd name="T26" fmla="*/ 9381 w 352"/>
                <a:gd name="T27" fmla="*/ 4688 h 405"/>
                <a:gd name="T28" fmla="*/ 4330 w 352"/>
                <a:gd name="T29" fmla="*/ 1442 h 405"/>
                <a:gd name="T30" fmla="*/ 4330 w 352"/>
                <a:gd name="T31" fmla="*/ 1442 h 405"/>
                <a:gd name="T32" fmla="*/ 1443 w 352"/>
                <a:gd name="T33" fmla="*/ 5409 h 40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52" h="405">
                  <a:moveTo>
                    <a:pt x="4" y="15"/>
                  </a:moveTo>
                  <a:lnTo>
                    <a:pt x="4" y="15"/>
                  </a:lnTo>
                  <a:cubicBezTo>
                    <a:pt x="10" y="43"/>
                    <a:pt x="69" y="159"/>
                    <a:pt x="99" y="204"/>
                  </a:cubicBezTo>
                  <a:cubicBezTo>
                    <a:pt x="160" y="294"/>
                    <a:pt x="232" y="371"/>
                    <a:pt x="268" y="386"/>
                  </a:cubicBezTo>
                  <a:cubicBezTo>
                    <a:pt x="312" y="404"/>
                    <a:pt x="351" y="391"/>
                    <a:pt x="351" y="359"/>
                  </a:cubicBezTo>
                  <a:cubicBezTo>
                    <a:pt x="351" y="330"/>
                    <a:pt x="329" y="304"/>
                    <a:pt x="247" y="237"/>
                  </a:cubicBezTo>
                  <a:cubicBezTo>
                    <a:pt x="159" y="166"/>
                    <a:pt x="86" y="95"/>
                    <a:pt x="51" y="49"/>
                  </a:cubicBezTo>
                  <a:cubicBezTo>
                    <a:pt x="39" y="31"/>
                    <a:pt x="27" y="15"/>
                    <a:pt x="26" y="13"/>
                  </a:cubicBezTo>
                  <a:cubicBezTo>
                    <a:pt x="25" y="10"/>
                    <a:pt x="19" y="6"/>
                    <a:pt x="12" y="4"/>
                  </a:cubicBezTo>
                  <a:cubicBezTo>
                    <a:pt x="1" y="0"/>
                    <a:pt x="0" y="1"/>
                    <a:pt x="4" y="1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71" name="Freeform 73">
              <a:extLst>
                <a:ext uri="{FF2B5EF4-FFF2-40B4-BE49-F238E27FC236}">
                  <a16:creationId xmlns:a16="http://schemas.microsoft.com/office/drawing/2014/main" id="{06AFFD0C-9E7B-424A-8C06-CA830AC0BEEF}"/>
                </a:ext>
              </a:extLst>
            </p:cNvPr>
            <p:cNvSpPr>
              <a:spLocks noChangeArrowheads="1"/>
            </p:cNvSpPr>
            <p:nvPr/>
          </p:nvSpPr>
          <p:spPr bwMode="auto">
            <a:xfrm>
              <a:off x="8453438" y="1184275"/>
              <a:ext cx="34925" cy="33338"/>
            </a:xfrm>
            <a:custGeom>
              <a:avLst/>
              <a:gdLst>
                <a:gd name="T0" fmla="*/ 12005 w 96"/>
                <a:gd name="T1" fmla="*/ 3192 h 94"/>
                <a:gd name="T2" fmla="*/ 12005 w 96"/>
                <a:gd name="T3" fmla="*/ 3192 h 94"/>
                <a:gd name="T4" fmla="*/ 6548 w 96"/>
                <a:gd name="T5" fmla="*/ 27663 h 94"/>
                <a:gd name="T6" fmla="*/ 6548 w 96"/>
                <a:gd name="T7" fmla="*/ 27663 h 94"/>
                <a:gd name="T8" fmla="*/ 18190 w 96"/>
                <a:gd name="T9" fmla="*/ 31919 h 94"/>
                <a:gd name="T10" fmla="*/ 18190 w 96"/>
                <a:gd name="T11" fmla="*/ 31919 h 94"/>
                <a:gd name="T12" fmla="*/ 29468 w 96"/>
                <a:gd name="T13" fmla="*/ 27663 h 94"/>
                <a:gd name="T14" fmla="*/ 29468 w 96"/>
                <a:gd name="T15" fmla="*/ 27663 h 94"/>
                <a:gd name="T16" fmla="*/ 29104 w 96"/>
                <a:gd name="T17" fmla="*/ 7448 h 94"/>
                <a:gd name="T18" fmla="*/ 29104 w 96"/>
                <a:gd name="T19" fmla="*/ 7448 h 94"/>
                <a:gd name="T20" fmla="*/ 12005 w 96"/>
                <a:gd name="T21" fmla="*/ 3192 h 9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6" h="94">
                  <a:moveTo>
                    <a:pt x="33" y="9"/>
                  </a:moveTo>
                  <a:lnTo>
                    <a:pt x="33" y="9"/>
                  </a:lnTo>
                  <a:cubicBezTo>
                    <a:pt x="7" y="22"/>
                    <a:pt x="0" y="54"/>
                    <a:pt x="18" y="78"/>
                  </a:cubicBezTo>
                  <a:cubicBezTo>
                    <a:pt x="28" y="91"/>
                    <a:pt x="32" y="93"/>
                    <a:pt x="50" y="90"/>
                  </a:cubicBezTo>
                  <a:cubicBezTo>
                    <a:pt x="62" y="89"/>
                    <a:pt x="75" y="83"/>
                    <a:pt x="81" y="78"/>
                  </a:cubicBezTo>
                  <a:cubicBezTo>
                    <a:pt x="95" y="65"/>
                    <a:pt x="95" y="38"/>
                    <a:pt x="80" y="21"/>
                  </a:cubicBezTo>
                  <a:cubicBezTo>
                    <a:pt x="64" y="4"/>
                    <a:pt x="50" y="0"/>
                    <a:pt x="33" y="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72" name="Freeform 75">
              <a:extLst>
                <a:ext uri="{FF2B5EF4-FFF2-40B4-BE49-F238E27FC236}">
                  <a16:creationId xmlns:a16="http://schemas.microsoft.com/office/drawing/2014/main" id="{E4D5DDEB-0A33-374F-80F2-CB19004D672D}"/>
                </a:ext>
              </a:extLst>
            </p:cNvPr>
            <p:cNvSpPr>
              <a:spLocks noChangeArrowheads="1"/>
            </p:cNvSpPr>
            <p:nvPr/>
          </p:nvSpPr>
          <p:spPr bwMode="auto">
            <a:xfrm>
              <a:off x="8516938" y="1385888"/>
              <a:ext cx="42862" cy="39687"/>
            </a:xfrm>
            <a:custGeom>
              <a:avLst/>
              <a:gdLst>
                <a:gd name="T0" fmla="*/ 12398 w 121"/>
                <a:gd name="T1" fmla="*/ 7151 h 111"/>
                <a:gd name="T2" fmla="*/ 12398 w 121"/>
                <a:gd name="T3" fmla="*/ 7151 h 111"/>
                <a:gd name="T4" fmla="*/ 27984 w 121"/>
                <a:gd name="T5" fmla="*/ 39329 h 111"/>
                <a:gd name="T6" fmla="*/ 27984 w 121"/>
                <a:gd name="T7" fmla="*/ 39329 h 111"/>
                <a:gd name="T8" fmla="*/ 42508 w 121"/>
                <a:gd name="T9" fmla="*/ 22883 h 111"/>
                <a:gd name="T10" fmla="*/ 42508 w 121"/>
                <a:gd name="T11" fmla="*/ 22883 h 111"/>
                <a:gd name="T12" fmla="*/ 31527 w 121"/>
                <a:gd name="T13" fmla="*/ 4290 h 111"/>
                <a:gd name="T14" fmla="*/ 31527 w 121"/>
                <a:gd name="T15" fmla="*/ 4290 h 111"/>
                <a:gd name="T16" fmla="*/ 12398 w 121"/>
                <a:gd name="T17" fmla="*/ 7151 h 1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21" h="111">
                  <a:moveTo>
                    <a:pt x="35" y="20"/>
                  </a:moveTo>
                  <a:lnTo>
                    <a:pt x="35" y="20"/>
                  </a:lnTo>
                  <a:cubicBezTo>
                    <a:pt x="0" y="54"/>
                    <a:pt x="27" y="110"/>
                    <a:pt x="79" y="110"/>
                  </a:cubicBezTo>
                  <a:cubicBezTo>
                    <a:pt x="102" y="110"/>
                    <a:pt x="120" y="90"/>
                    <a:pt x="120" y="64"/>
                  </a:cubicBezTo>
                  <a:cubicBezTo>
                    <a:pt x="120" y="40"/>
                    <a:pt x="110" y="23"/>
                    <a:pt x="89" y="12"/>
                  </a:cubicBezTo>
                  <a:cubicBezTo>
                    <a:pt x="66" y="0"/>
                    <a:pt x="53" y="2"/>
                    <a:pt x="35" y="2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73" name="Freeform 77">
              <a:extLst>
                <a:ext uri="{FF2B5EF4-FFF2-40B4-BE49-F238E27FC236}">
                  <a16:creationId xmlns:a16="http://schemas.microsoft.com/office/drawing/2014/main" id="{F0710C64-297B-6B4C-8DDC-87AE89973713}"/>
                </a:ext>
              </a:extLst>
            </p:cNvPr>
            <p:cNvSpPr>
              <a:spLocks noChangeArrowheads="1"/>
            </p:cNvSpPr>
            <p:nvPr/>
          </p:nvSpPr>
          <p:spPr bwMode="auto">
            <a:xfrm>
              <a:off x="8524875" y="1471613"/>
              <a:ext cx="41275" cy="44450"/>
            </a:xfrm>
            <a:custGeom>
              <a:avLst/>
              <a:gdLst>
                <a:gd name="T0" fmla="*/ 8184 w 116"/>
                <a:gd name="T1" fmla="*/ 6558 h 122"/>
                <a:gd name="T2" fmla="*/ 8184 w 116"/>
                <a:gd name="T3" fmla="*/ 6558 h 122"/>
                <a:gd name="T4" fmla="*/ 6049 w 116"/>
                <a:gd name="T5" fmla="*/ 31334 h 122"/>
                <a:gd name="T6" fmla="*/ 6049 w 116"/>
                <a:gd name="T7" fmla="*/ 31334 h 122"/>
                <a:gd name="T8" fmla="*/ 35582 w 116"/>
                <a:gd name="T9" fmla="*/ 28055 h 122"/>
                <a:gd name="T10" fmla="*/ 35582 w 116"/>
                <a:gd name="T11" fmla="*/ 28055 h 122"/>
                <a:gd name="T12" fmla="*/ 19570 w 116"/>
                <a:gd name="T13" fmla="*/ 0 h 122"/>
                <a:gd name="T14" fmla="*/ 19570 w 116"/>
                <a:gd name="T15" fmla="*/ 0 h 122"/>
                <a:gd name="T16" fmla="*/ 8184 w 116"/>
                <a:gd name="T17" fmla="*/ 6558 h 12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16" h="122">
                  <a:moveTo>
                    <a:pt x="23" y="18"/>
                  </a:moveTo>
                  <a:lnTo>
                    <a:pt x="23" y="18"/>
                  </a:lnTo>
                  <a:cubicBezTo>
                    <a:pt x="2" y="39"/>
                    <a:pt x="0" y="59"/>
                    <a:pt x="17" y="86"/>
                  </a:cubicBezTo>
                  <a:cubicBezTo>
                    <a:pt x="37" y="121"/>
                    <a:pt x="81" y="116"/>
                    <a:pt x="100" y="77"/>
                  </a:cubicBezTo>
                  <a:cubicBezTo>
                    <a:pt x="115" y="48"/>
                    <a:pt x="87" y="0"/>
                    <a:pt x="55" y="0"/>
                  </a:cubicBezTo>
                  <a:cubicBezTo>
                    <a:pt x="48" y="0"/>
                    <a:pt x="34" y="7"/>
                    <a:pt x="23" y="1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sp>
        <p:nvSpPr>
          <p:cNvPr id="474" name="Freeform 79">
            <a:extLst>
              <a:ext uri="{FF2B5EF4-FFF2-40B4-BE49-F238E27FC236}">
                <a16:creationId xmlns:a16="http://schemas.microsoft.com/office/drawing/2014/main" id="{0965953D-B22C-BB4C-92D2-1B15203E0059}"/>
              </a:ext>
            </a:extLst>
          </p:cNvPr>
          <p:cNvSpPr>
            <a:spLocks noChangeAspect="1" noChangeArrowheads="1"/>
          </p:cNvSpPr>
          <p:nvPr/>
        </p:nvSpPr>
        <p:spPr bwMode="auto">
          <a:xfrm>
            <a:off x="11867899" y="1460313"/>
            <a:ext cx="24483" cy="3957536"/>
          </a:xfrm>
          <a:custGeom>
            <a:avLst/>
            <a:gdLst>
              <a:gd name="T0" fmla="*/ 6285 w 73"/>
              <a:gd name="T1" fmla="*/ 4680 h 12118"/>
              <a:gd name="T2" fmla="*/ 6285 w 73"/>
              <a:gd name="T3" fmla="*/ 4680 h 12118"/>
              <a:gd name="T4" fmla="*/ 1109 w 73"/>
              <a:gd name="T5" fmla="*/ 45360 h 12118"/>
              <a:gd name="T6" fmla="*/ 1109 w 73"/>
              <a:gd name="T7" fmla="*/ 45360 h 12118"/>
              <a:gd name="T8" fmla="*/ 370 w 73"/>
              <a:gd name="T9" fmla="*/ 2216145 h 12118"/>
              <a:gd name="T10" fmla="*/ 370 w 73"/>
              <a:gd name="T11" fmla="*/ 2216145 h 12118"/>
              <a:gd name="T12" fmla="*/ 3327 w 73"/>
              <a:gd name="T13" fmla="*/ 4354890 h 12118"/>
              <a:gd name="T14" fmla="*/ 3327 w 73"/>
              <a:gd name="T15" fmla="*/ 4354890 h 12118"/>
              <a:gd name="T16" fmla="*/ 17745 w 73"/>
              <a:gd name="T17" fmla="*/ 4358130 h 12118"/>
              <a:gd name="T18" fmla="*/ 17745 w 73"/>
              <a:gd name="T19" fmla="*/ 4358130 h 12118"/>
              <a:gd name="T20" fmla="*/ 23290 w 73"/>
              <a:gd name="T21" fmla="*/ 4318170 h 12118"/>
              <a:gd name="T22" fmla="*/ 23290 w 73"/>
              <a:gd name="T23" fmla="*/ 4318170 h 12118"/>
              <a:gd name="T24" fmla="*/ 23290 w 73"/>
              <a:gd name="T25" fmla="*/ 43920 h 12118"/>
              <a:gd name="T26" fmla="*/ 23290 w 73"/>
              <a:gd name="T27" fmla="*/ 43920 h 12118"/>
              <a:gd name="T28" fmla="*/ 18115 w 73"/>
              <a:gd name="T29" fmla="*/ 4680 h 12118"/>
              <a:gd name="T30" fmla="*/ 18115 w 73"/>
              <a:gd name="T31" fmla="*/ 4680 h 12118"/>
              <a:gd name="T32" fmla="*/ 6285 w 73"/>
              <a:gd name="T33" fmla="*/ 4680 h 1211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73" h="12118">
                <a:moveTo>
                  <a:pt x="17" y="13"/>
                </a:moveTo>
                <a:lnTo>
                  <a:pt x="17" y="13"/>
                </a:lnTo>
                <a:cubicBezTo>
                  <a:pt x="7" y="22"/>
                  <a:pt x="6" y="35"/>
                  <a:pt x="3" y="126"/>
                </a:cubicBezTo>
                <a:cubicBezTo>
                  <a:pt x="1" y="182"/>
                  <a:pt x="0" y="2896"/>
                  <a:pt x="1" y="6156"/>
                </a:cubicBezTo>
                <a:cubicBezTo>
                  <a:pt x="2" y="10884"/>
                  <a:pt x="4" y="12087"/>
                  <a:pt x="9" y="12097"/>
                </a:cubicBezTo>
                <a:cubicBezTo>
                  <a:pt x="19" y="12113"/>
                  <a:pt x="36" y="12117"/>
                  <a:pt x="48" y="12106"/>
                </a:cubicBezTo>
                <a:cubicBezTo>
                  <a:pt x="55" y="12097"/>
                  <a:pt x="58" y="12079"/>
                  <a:pt x="63" y="11995"/>
                </a:cubicBezTo>
                <a:cubicBezTo>
                  <a:pt x="72" y="11851"/>
                  <a:pt x="72" y="265"/>
                  <a:pt x="63" y="122"/>
                </a:cubicBezTo>
                <a:cubicBezTo>
                  <a:pt x="59" y="46"/>
                  <a:pt x="55" y="19"/>
                  <a:pt x="49" y="13"/>
                </a:cubicBezTo>
                <a:cubicBezTo>
                  <a:pt x="39" y="0"/>
                  <a:pt x="29" y="0"/>
                  <a:pt x="17" y="13"/>
                </a:cubicBezTo>
              </a:path>
            </a:pathLst>
          </a:custGeom>
          <a:solidFill>
            <a:schemeClr val="accent3"/>
          </a:solidFill>
          <a:ln>
            <a:noFill/>
          </a:ln>
          <a:effectLst/>
        </p:spPr>
        <p:txBody>
          <a:bodyPr wrap="none" anchor="ctr"/>
          <a:lstStyle/>
          <a:p>
            <a:endParaRPr lang="es-ES_tradnl" sz="1633"/>
          </a:p>
        </p:txBody>
      </p:sp>
      <p:grpSp>
        <p:nvGrpSpPr>
          <p:cNvPr id="475" name="Group 3">
            <a:extLst>
              <a:ext uri="{FF2B5EF4-FFF2-40B4-BE49-F238E27FC236}">
                <a16:creationId xmlns:a16="http://schemas.microsoft.com/office/drawing/2014/main" id="{5C4F9979-833C-0A4D-9170-5F09063697C7}"/>
              </a:ext>
            </a:extLst>
          </p:cNvPr>
          <p:cNvGrpSpPr>
            <a:grpSpLocks noChangeAspect="1"/>
          </p:cNvGrpSpPr>
          <p:nvPr/>
        </p:nvGrpSpPr>
        <p:grpSpPr bwMode="auto">
          <a:xfrm>
            <a:off x="10819469" y="5505699"/>
            <a:ext cx="1095956" cy="1093075"/>
            <a:chOff x="7370763" y="6069013"/>
            <a:chExt cx="1208087" cy="1204912"/>
          </a:xfrm>
          <a:solidFill>
            <a:schemeClr val="accent3"/>
          </a:solidFill>
        </p:grpSpPr>
        <p:sp>
          <p:nvSpPr>
            <p:cNvPr id="476" name="Freeform 81">
              <a:extLst>
                <a:ext uri="{FF2B5EF4-FFF2-40B4-BE49-F238E27FC236}">
                  <a16:creationId xmlns:a16="http://schemas.microsoft.com/office/drawing/2014/main" id="{A6D656BE-BE93-014B-A06D-BBD5945A810A}"/>
                </a:ext>
              </a:extLst>
            </p:cNvPr>
            <p:cNvSpPr>
              <a:spLocks noChangeArrowheads="1"/>
            </p:cNvSpPr>
            <p:nvPr/>
          </p:nvSpPr>
          <p:spPr bwMode="auto">
            <a:xfrm>
              <a:off x="8526463" y="6069013"/>
              <a:ext cx="38100" cy="42862"/>
            </a:xfrm>
            <a:custGeom>
              <a:avLst/>
              <a:gdLst>
                <a:gd name="T0" fmla="*/ 10583 w 108"/>
                <a:gd name="T1" fmla="*/ 3632 h 118"/>
                <a:gd name="T2" fmla="*/ 10583 w 108"/>
                <a:gd name="T3" fmla="*/ 3632 h 118"/>
                <a:gd name="T4" fmla="*/ 0 w 108"/>
                <a:gd name="T5" fmla="*/ 23610 h 118"/>
                <a:gd name="T6" fmla="*/ 0 w 108"/>
                <a:gd name="T7" fmla="*/ 23610 h 118"/>
                <a:gd name="T8" fmla="*/ 17286 w 108"/>
                <a:gd name="T9" fmla="*/ 42499 h 118"/>
                <a:gd name="T10" fmla="*/ 17286 w 108"/>
                <a:gd name="T11" fmla="*/ 42499 h 118"/>
                <a:gd name="T12" fmla="*/ 33867 w 108"/>
                <a:gd name="T13" fmla="*/ 14893 h 118"/>
                <a:gd name="T14" fmla="*/ 33867 w 108"/>
                <a:gd name="T15" fmla="*/ 14893 h 118"/>
                <a:gd name="T16" fmla="*/ 10583 w 108"/>
                <a:gd name="T17" fmla="*/ 3632 h 11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08" h="118">
                  <a:moveTo>
                    <a:pt x="30" y="10"/>
                  </a:moveTo>
                  <a:lnTo>
                    <a:pt x="30" y="10"/>
                  </a:lnTo>
                  <a:cubicBezTo>
                    <a:pt x="17" y="16"/>
                    <a:pt x="0" y="46"/>
                    <a:pt x="0" y="65"/>
                  </a:cubicBezTo>
                  <a:cubicBezTo>
                    <a:pt x="0" y="86"/>
                    <a:pt x="30" y="117"/>
                    <a:pt x="49" y="117"/>
                  </a:cubicBezTo>
                  <a:cubicBezTo>
                    <a:pt x="79" y="117"/>
                    <a:pt x="107" y="72"/>
                    <a:pt x="96" y="41"/>
                  </a:cubicBezTo>
                  <a:cubicBezTo>
                    <a:pt x="86" y="15"/>
                    <a:pt x="55" y="0"/>
                    <a:pt x="30" y="1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77" name="Freeform 83">
              <a:extLst>
                <a:ext uri="{FF2B5EF4-FFF2-40B4-BE49-F238E27FC236}">
                  <a16:creationId xmlns:a16="http://schemas.microsoft.com/office/drawing/2014/main" id="{9CF971CA-339D-2C4F-89C9-49F2881A22A8}"/>
                </a:ext>
              </a:extLst>
            </p:cNvPr>
            <p:cNvSpPr>
              <a:spLocks noChangeArrowheads="1"/>
            </p:cNvSpPr>
            <p:nvPr/>
          </p:nvSpPr>
          <p:spPr bwMode="auto">
            <a:xfrm>
              <a:off x="8520113" y="6153150"/>
              <a:ext cx="39687" cy="44450"/>
            </a:xfrm>
            <a:custGeom>
              <a:avLst/>
              <a:gdLst>
                <a:gd name="T0" fmla="*/ 13229 w 111"/>
                <a:gd name="T1" fmla="*/ 6923 h 122"/>
                <a:gd name="T2" fmla="*/ 13229 w 111"/>
                <a:gd name="T3" fmla="*/ 6923 h 122"/>
                <a:gd name="T4" fmla="*/ 8939 w 111"/>
                <a:gd name="T5" fmla="*/ 37527 h 122"/>
                <a:gd name="T6" fmla="*/ 8939 w 111"/>
                <a:gd name="T7" fmla="*/ 37527 h 122"/>
                <a:gd name="T8" fmla="*/ 28246 w 111"/>
                <a:gd name="T9" fmla="*/ 40078 h 122"/>
                <a:gd name="T10" fmla="*/ 28246 w 111"/>
                <a:gd name="T11" fmla="*/ 40078 h 122"/>
                <a:gd name="T12" fmla="*/ 39329 w 111"/>
                <a:gd name="T13" fmla="*/ 21132 h 122"/>
                <a:gd name="T14" fmla="*/ 39329 w 111"/>
                <a:gd name="T15" fmla="*/ 21132 h 122"/>
                <a:gd name="T16" fmla="*/ 13229 w 111"/>
                <a:gd name="T17" fmla="*/ 6923 h 12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11" h="122">
                  <a:moveTo>
                    <a:pt x="37" y="19"/>
                  </a:moveTo>
                  <a:lnTo>
                    <a:pt x="37" y="19"/>
                  </a:lnTo>
                  <a:cubicBezTo>
                    <a:pt x="6" y="36"/>
                    <a:pt x="0" y="78"/>
                    <a:pt x="25" y="103"/>
                  </a:cubicBezTo>
                  <a:cubicBezTo>
                    <a:pt x="43" y="120"/>
                    <a:pt x="56" y="121"/>
                    <a:pt x="79" y="110"/>
                  </a:cubicBezTo>
                  <a:cubicBezTo>
                    <a:pt x="100" y="99"/>
                    <a:pt x="110" y="82"/>
                    <a:pt x="110" y="58"/>
                  </a:cubicBezTo>
                  <a:cubicBezTo>
                    <a:pt x="110" y="20"/>
                    <a:pt x="72" y="0"/>
                    <a:pt x="37" y="1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78" name="Freeform 85">
              <a:extLst>
                <a:ext uri="{FF2B5EF4-FFF2-40B4-BE49-F238E27FC236}">
                  <a16:creationId xmlns:a16="http://schemas.microsoft.com/office/drawing/2014/main" id="{47DCD961-715A-1349-9000-0E074A08B2C1}"/>
                </a:ext>
              </a:extLst>
            </p:cNvPr>
            <p:cNvSpPr>
              <a:spLocks noChangeArrowheads="1"/>
            </p:cNvSpPr>
            <p:nvPr/>
          </p:nvSpPr>
          <p:spPr bwMode="auto">
            <a:xfrm>
              <a:off x="8531225" y="6235700"/>
              <a:ext cx="23813" cy="609600"/>
            </a:xfrm>
            <a:custGeom>
              <a:avLst/>
              <a:gdLst>
                <a:gd name="T0" fmla="*/ 5051 w 66"/>
                <a:gd name="T1" fmla="*/ 2881 h 1693"/>
                <a:gd name="T2" fmla="*/ 5051 w 66"/>
                <a:gd name="T3" fmla="*/ 2881 h 1693"/>
                <a:gd name="T4" fmla="*/ 0 w 66"/>
                <a:gd name="T5" fmla="*/ 315782 h 1693"/>
                <a:gd name="T6" fmla="*/ 0 w 66"/>
                <a:gd name="T7" fmla="*/ 315782 h 1693"/>
                <a:gd name="T8" fmla="*/ 2526 w 66"/>
                <a:gd name="T9" fmla="*/ 604559 h 1693"/>
                <a:gd name="T10" fmla="*/ 2526 w 66"/>
                <a:gd name="T11" fmla="*/ 604559 h 1693"/>
                <a:gd name="T12" fmla="*/ 19844 w 66"/>
                <a:gd name="T13" fmla="*/ 604919 h 1693"/>
                <a:gd name="T14" fmla="*/ 19844 w 66"/>
                <a:gd name="T15" fmla="*/ 604919 h 1693"/>
                <a:gd name="T16" fmla="*/ 22009 w 66"/>
                <a:gd name="T17" fmla="*/ 304620 h 1693"/>
                <a:gd name="T18" fmla="*/ 20205 w 66"/>
                <a:gd name="T19" fmla="*/ 8282 h 1693"/>
                <a:gd name="T20" fmla="*/ 15515 w 66"/>
                <a:gd name="T21" fmla="*/ 4681 h 1693"/>
                <a:gd name="T22" fmla="*/ 15515 w 66"/>
                <a:gd name="T23" fmla="*/ 4681 h 1693"/>
                <a:gd name="T24" fmla="*/ 5051 w 66"/>
                <a:gd name="T25" fmla="*/ 2881 h 169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66" h="1693">
                  <a:moveTo>
                    <a:pt x="14" y="8"/>
                  </a:moveTo>
                  <a:lnTo>
                    <a:pt x="14" y="8"/>
                  </a:lnTo>
                  <a:cubicBezTo>
                    <a:pt x="2" y="27"/>
                    <a:pt x="0" y="133"/>
                    <a:pt x="0" y="877"/>
                  </a:cubicBezTo>
                  <a:cubicBezTo>
                    <a:pt x="0" y="1538"/>
                    <a:pt x="2" y="1674"/>
                    <a:pt x="7" y="1679"/>
                  </a:cubicBezTo>
                  <a:cubicBezTo>
                    <a:pt x="22" y="1691"/>
                    <a:pt x="45" y="1692"/>
                    <a:pt x="55" y="1680"/>
                  </a:cubicBezTo>
                  <a:cubicBezTo>
                    <a:pt x="65" y="1670"/>
                    <a:pt x="65" y="1642"/>
                    <a:pt x="61" y="846"/>
                  </a:cubicBezTo>
                  <a:lnTo>
                    <a:pt x="56" y="23"/>
                  </a:lnTo>
                  <a:lnTo>
                    <a:pt x="43" y="13"/>
                  </a:lnTo>
                  <a:cubicBezTo>
                    <a:pt x="30" y="2"/>
                    <a:pt x="19" y="0"/>
                    <a:pt x="14" y="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79" name="Freeform 87">
              <a:extLst>
                <a:ext uri="{FF2B5EF4-FFF2-40B4-BE49-F238E27FC236}">
                  <a16:creationId xmlns:a16="http://schemas.microsoft.com/office/drawing/2014/main" id="{00E04D18-E20B-5C4F-96DC-4CBEACCDA805}"/>
                </a:ext>
              </a:extLst>
            </p:cNvPr>
            <p:cNvSpPr>
              <a:spLocks noChangeArrowheads="1"/>
            </p:cNvSpPr>
            <p:nvPr/>
          </p:nvSpPr>
          <p:spPr bwMode="auto">
            <a:xfrm>
              <a:off x="8451850" y="6364288"/>
              <a:ext cx="39688" cy="31750"/>
            </a:xfrm>
            <a:custGeom>
              <a:avLst/>
              <a:gdLst>
                <a:gd name="T0" fmla="*/ 8224 w 111"/>
                <a:gd name="T1" fmla="*/ 5051 h 88"/>
                <a:gd name="T2" fmla="*/ 8224 w 111"/>
                <a:gd name="T3" fmla="*/ 5051 h 88"/>
                <a:gd name="T4" fmla="*/ 19665 w 111"/>
                <a:gd name="T5" fmla="*/ 31389 h 88"/>
                <a:gd name="T6" fmla="*/ 19665 w 111"/>
                <a:gd name="T7" fmla="*/ 31389 h 88"/>
                <a:gd name="T8" fmla="*/ 30749 w 111"/>
                <a:gd name="T9" fmla="*/ 5051 h 88"/>
                <a:gd name="T10" fmla="*/ 30749 w 111"/>
                <a:gd name="T11" fmla="*/ 5051 h 88"/>
                <a:gd name="T12" fmla="*/ 19665 w 111"/>
                <a:gd name="T13" fmla="*/ 722 h 88"/>
                <a:gd name="T14" fmla="*/ 19665 w 111"/>
                <a:gd name="T15" fmla="*/ 722 h 88"/>
                <a:gd name="T16" fmla="*/ 8224 w 111"/>
                <a:gd name="T17" fmla="*/ 5051 h 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11" h="88">
                  <a:moveTo>
                    <a:pt x="23" y="14"/>
                  </a:moveTo>
                  <a:lnTo>
                    <a:pt x="23" y="14"/>
                  </a:lnTo>
                  <a:cubicBezTo>
                    <a:pt x="0" y="43"/>
                    <a:pt x="19" y="87"/>
                    <a:pt x="55" y="87"/>
                  </a:cubicBezTo>
                  <a:cubicBezTo>
                    <a:pt x="89" y="87"/>
                    <a:pt x="110" y="36"/>
                    <a:pt x="86" y="14"/>
                  </a:cubicBezTo>
                  <a:cubicBezTo>
                    <a:pt x="80" y="8"/>
                    <a:pt x="67" y="4"/>
                    <a:pt x="55" y="2"/>
                  </a:cubicBezTo>
                  <a:cubicBezTo>
                    <a:pt x="37" y="0"/>
                    <a:pt x="33" y="1"/>
                    <a:pt x="23" y="1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80" name="Freeform 89">
              <a:extLst>
                <a:ext uri="{FF2B5EF4-FFF2-40B4-BE49-F238E27FC236}">
                  <a16:creationId xmlns:a16="http://schemas.microsoft.com/office/drawing/2014/main" id="{8C73AAD6-69DA-2241-A74E-BD592EF912EB}"/>
                </a:ext>
              </a:extLst>
            </p:cNvPr>
            <p:cNvSpPr>
              <a:spLocks noChangeArrowheads="1"/>
            </p:cNvSpPr>
            <p:nvPr/>
          </p:nvSpPr>
          <p:spPr bwMode="auto">
            <a:xfrm>
              <a:off x="7731125" y="6427788"/>
              <a:ext cx="754063" cy="754062"/>
            </a:xfrm>
            <a:custGeom>
              <a:avLst/>
              <a:gdLst>
                <a:gd name="T0" fmla="*/ 401350 w 2093"/>
                <a:gd name="T1" fmla="*/ 303354 h 2093"/>
                <a:gd name="T2" fmla="*/ 462598 w 2093"/>
                <a:gd name="T3" fmla="*/ 462597 h 2093"/>
                <a:gd name="T4" fmla="*/ 303715 w 2093"/>
                <a:gd name="T5" fmla="*/ 401350 h 2093"/>
                <a:gd name="T6" fmla="*/ 266606 w 2093"/>
                <a:gd name="T7" fmla="*/ 266606 h 2093"/>
                <a:gd name="T8" fmla="*/ 739292 w 2093"/>
                <a:gd name="T9" fmla="*/ 3603 h 2093"/>
                <a:gd name="T10" fmla="*/ 728483 w 2093"/>
                <a:gd name="T11" fmla="*/ 261562 h 2093"/>
                <a:gd name="T12" fmla="*/ 716954 w 2093"/>
                <a:gd name="T13" fmla="*/ 315964 h 2093"/>
                <a:gd name="T14" fmla="*/ 560954 w 2093"/>
                <a:gd name="T15" fmla="*/ 458634 h 2093"/>
                <a:gd name="T16" fmla="*/ 548344 w 2093"/>
                <a:gd name="T17" fmla="*/ 505470 h 2093"/>
                <a:gd name="T18" fmla="*/ 553028 w 2093"/>
                <a:gd name="T19" fmla="*/ 333617 h 2093"/>
                <a:gd name="T20" fmla="*/ 682007 w 2093"/>
                <a:gd name="T21" fmla="*/ 133303 h 2093"/>
                <a:gd name="T22" fmla="*/ 692095 w 2093"/>
                <a:gd name="T23" fmla="*/ 83945 h 2093"/>
                <a:gd name="T24" fmla="*/ 643818 w 2093"/>
                <a:gd name="T25" fmla="*/ 115649 h 2093"/>
                <a:gd name="T26" fmla="*/ 588695 w 2093"/>
                <a:gd name="T27" fmla="*/ 53681 h 2093"/>
                <a:gd name="T28" fmla="*/ 581129 w 2093"/>
                <a:gd name="T29" fmla="*/ 188425 h 2093"/>
                <a:gd name="T30" fmla="*/ 510154 w 2093"/>
                <a:gd name="T31" fmla="*/ 424408 h 2093"/>
                <a:gd name="T32" fmla="*/ 494302 w 2093"/>
                <a:gd name="T33" fmla="*/ 377211 h 2093"/>
                <a:gd name="T34" fmla="*/ 489619 w 2093"/>
                <a:gd name="T35" fmla="*/ 159243 h 2093"/>
                <a:gd name="T36" fmla="*/ 428731 w 2093"/>
                <a:gd name="T37" fmla="*/ 48998 h 2093"/>
                <a:gd name="T38" fmla="*/ 305156 w 2093"/>
                <a:gd name="T39" fmla="*/ 104841 h 2093"/>
                <a:gd name="T40" fmla="*/ 362440 w 2093"/>
                <a:gd name="T41" fmla="*/ 218689 h 2093"/>
                <a:gd name="T42" fmla="*/ 374329 w 2093"/>
                <a:gd name="T43" fmla="*/ 159963 h 2093"/>
                <a:gd name="T44" fmla="*/ 344787 w 2093"/>
                <a:gd name="T45" fmla="*/ 85026 h 2093"/>
                <a:gd name="T46" fmla="*/ 459355 w 2093"/>
                <a:gd name="T47" fmla="*/ 136545 h 2093"/>
                <a:gd name="T48" fmla="*/ 483494 w 2093"/>
                <a:gd name="T49" fmla="*/ 430532 h 2093"/>
                <a:gd name="T50" fmla="*/ 498986 w 2093"/>
                <a:gd name="T51" fmla="*/ 474846 h 2093"/>
                <a:gd name="T52" fmla="*/ 433775 w 2093"/>
                <a:gd name="T53" fmla="*/ 313082 h 2093"/>
                <a:gd name="T54" fmla="*/ 392704 w 2093"/>
                <a:gd name="T55" fmla="*/ 274172 h 2093"/>
                <a:gd name="T56" fmla="*/ 195631 w 2093"/>
                <a:gd name="T57" fmla="*/ 208241 h 2093"/>
                <a:gd name="T58" fmla="*/ 282819 w 2093"/>
                <a:gd name="T59" fmla="*/ 426569 h 2093"/>
                <a:gd name="T60" fmla="*/ 438819 w 2093"/>
                <a:gd name="T61" fmla="*/ 475567 h 2093"/>
                <a:gd name="T62" fmla="*/ 460436 w 2093"/>
                <a:gd name="T63" fmla="*/ 493221 h 2093"/>
                <a:gd name="T64" fmla="*/ 282098 w 2093"/>
                <a:gd name="T65" fmla="*/ 471244 h 2093"/>
                <a:gd name="T66" fmla="*/ 69173 w 2093"/>
                <a:gd name="T67" fmla="*/ 388380 h 2093"/>
                <a:gd name="T68" fmla="*/ 109164 w 2093"/>
                <a:gd name="T69" fmla="*/ 339382 h 2093"/>
                <a:gd name="T70" fmla="*/ 203918 w 2093"/>
                <a:gd name="T71" fmla="*/ 388740 h 2093"/>
                <a:gd name="T72" fmla="*/ 203918 w 2093"/>
                <a:gd name="T73" fmla="*/ 327493 h 2093"/>
                <a:gd name="T74" fmla="*/ 66652 w 2093"/>
                <a:gd name="T75" fmla="*/ 329654 h 2093"/>
                <a:gd name="T76" fmla="*/ 65571 w 2093"/>
                <a:gd name="T77" fmla="*/ 449987 h 2093"/>
                <a:gd name="T78" fmla="*/ 267687 w 2093"/>
                <a:gd name="T79" fmla="*/ 492500 h 2093"/>
                <a:gd name="T80" fmla="*/ 444223 w 2093"/>
                <a:gd name="T81" fmla="*/ 506911 h 2093"/>
                <a:gd name="T82" fmla="*/ 271650 w 2093"/>
                <a:gd name="T83" fmla="*/ 550505 h 2093"/>
                <a:gd name="T84" fmla="*/ 83945 w 2093"/>
                <a:gd name="T85" fmla="*/ 590496 h 2093"/>
                <a:gd name="T86" fmla="*/ 52240 w 2093"/>
                <a:gd name="T87" fmla="*/ 599503 h 2093"/>
                <a:gd name="T88" fmla="*/ 109885 w 2093"/>
                <a:gd name="T89" fmla="*/ 657868 h 2093"/>
                <a:gd name="T90" fmla="*/ 97275 w 2093"/>
                <a:gd name="T91" fmla="*/ 694256 h 2093"/>
                <a:gd name="T92" fmla="*/ 216888 w 2093"/>
                <a:gd name="T93" fmla="*/ 626884 h 2093"/>
                <a:gd name="T94" fmla="*/ 425129 w 2093"/>
                <a:gd name="T95" fmla="*/ 535013 h 2093"/>
                <a:gd name="T96" fmla="*/ 498986 w 2093"/>
                <a:gd name="T97" fmla="*/ 555189 h 2093"/>
                <a:gd name="T98" fmla="*/ 351272 w 2093"/>
                <a:gd name="T99" fmla="*/ 634450 h 2093"/>
                <a:gd name="T100" fmla="*/ 313803 w 2093"/>
                <a:gd name="T101" fmla="*/ 722358 h 2093"/>
                <a:gd name="T102" fmla="*/ 109164 w 2093"/>
                <a:gd name="T103" fmla="*/ 734967 h 2093"/>
                <a:gd name="T104" fmla="*/ 7926 w 2093"/>
                <a:gd name="T105" fmla="*/ 751540 h 2093"/>
                <a:gd name="T106" fmla="*/ 346228 w 2093"/>
                <a:gd name="T107" fmla="*/ 738570 h 2093"/>
                <a:gd name="T108" fmla="*/ 469083 w 2093"/>
                <a:gd name="T109" fmla="*/ 587974 h 2093"/>
                <a:gd name="T110" fmla="*/ 585453 w 2093"/>
                <a:gd name="T111" fmla="*/ 596620 h 2093"/>
                <a:gd name="T112" fmla="*/ 596621 w 2093"/>
                <a:gd name="T113" fmla="*/ 585452 h 2093"/>
                <a:gd name="T114" fmla="*/ 587975 w 2093"/>
                <a:gd name="T115" fmla="*/ 469082 h 2093"/>
                <a:gd name="T116" fmla="*/ 738931 w 2093"/>
                <a:gd name="T117" fmla="*/ 345867 h 2093"/>
                <a:gd name="T118" fmla="*/ 751901 w 2093"/>
                <a:gd name="T119" fmla="*/ 7926 h 2093"/>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2093" h="2093">
                  <a:moveTo>
                    <a:pt x="918" y="800"/>
                  </a:moveTo>
                  <a:lnTo>
                    <a:pt x="918" y="800"/>
                  </a:lnTo>
                  <a:cubicBezTo>
                    <a:pt x="967" y="813"/>
                    <a:pt x="1032" y="827"/>
                    <a:pt x="1061" y="832"/>
                  </a:cubicBezTo>
                  <a:lnTo>
                    <a:pt x="1114" y="842"/>
                  </a:lnTo>
                  <a:lnTo>
                    <a:pt x="1115" y="882"/>
                  </a:lnTo>
                  <a:cubicBezTo>
                    <a:pt x="1117" y="971"/>
                    <a:pt x="1164" y="1093"/>
                    <a:pt x="1251" y="1230"/>
                  </a:cubicBezTo>
                  <a:lnTo>
                    <a:pt x="1284" y="1284"/>
                  </a:lnTo>
                  <a:lnTo>
                    <a:pt x="1231" y="1250"/>
                  </a:lnTo>
                  <a:cubicBezTo>
                    <a:pt x="1093" y="1164"/>
                    <a:pt x="971" y="1117"/>
                    <a:pt x="883" y="1114"/>
                  </a:cubicBezTo>
                  <a:lnTo>
                    <a:pt x="843" y="1114"/>
                  </a:lnTo>
                  <a:lnTo>
                    <a:pt x="833" y="1061"/>
                  </a:lnTo>
                  <a:cubicBezTo>
                    <a:pt x="817" y="972"/>
                    <a:pt x="779" y="829"/>
                    <a:pt x="759" y="784"/>
                  </a:cubicBezTo>
                  <a:lnTo>
                    <a:pt x="740" y="740"/>
                  </a:lnTo>
                  <a:lnTo>
                    <a:pt x="784" y="759"/>
                  </a:lnTo>
                  <a:cubicBezTo>
                    <a:pt x="808" y="769"/>
                    <a:pt x="868" y="788"/>
                    <a:pt x="918" y="800"/>
                  </a:cubicBezTo>
                  <a:close/>
                  <a:moveTo>
                    <a:pt x="2052" y="10"/>
                  </a:moveTo>
                  <a:lnTo>
                    <a:pt x="2052" y="10"/>
                  </a:lnTo>
                  <a:cubicBezTo>
                    <a:pt x="2043" y="16"/>
                    <a:pt x="2042" y="35"/>
                    <a:pt x="2040" y="303"/>
                  </a:cubicBezTo>
                  <a:cubicBezTo>
                    <a:pt x="2038" y="571"/>
                    <a:pt x="2037" y="596"/>
                    <a:pt x="2022" y="726"/>
                  </a:cubicBezTo>
                  <a:cubicBezTo>
                    <a:pt x="2014" y="802"/>
                    <a:pt x="2007" y="867"/>
                    <a:pt x="2005" y="871"/>
                  </a:cubicBezTo>
                  <a:cubicBezTo>
                    <a:pt x="2004" y="874"/>
                    <a:pt x="1997" y="877"/>
                    <a:pt x="1990" y="877"/>
                  </a:cubicBezTo>
                  <a:cubicBezTo>
                    <a:pt x="1970" y="877"/>
                    <a:pt x="1893" y="903"/>
                    <a:pt x="1841" y="927"/>
                  </a:cubicBezTo>
                  <a:cubicBezTo>
                    <a:pt x="1708" y="990"/>
                    <a:pt x="1597" y="1125"/>
                    <a:pt x="1557" y="1273"/>
                  </a:cubicBezTo>
                  <a:cubicBezTo>
                    <a:pt x="1549" y="1301"/>
                    <a:pt x="1544" y="1339"/>
                    <a:pt x="1542" y="1384"/>
                  </a:cubicBezTo>
                  <a:lnTo>
                    <a:pt x="1538" y="1453"/>
                  </a:lnTo>
                  <a:lnTo>
                    <a:pt x="1522" y="1403"/>
                  </a:lnTo>
                  <a:cubicBezTo>
                    <a:pt x="1492" y="1316"/>
                    <a:pt x="1485" y="1272"/>
                    <a:pt x="1486" y="1180"/>
                  </a:cubicBezTo>
                  <a:cubicBezTo>
                    <a:pt x="1486" y="1083"/>
                    <a:pt x="1499" y="1016"/>
                    <a:pt x="1535" y="926"/>
                  </a:cubicBezTo>
                  <a:cubicBezTo>
                    <a:pt x="1576" y="823"/>
                    <a:pt x="1618" y="755"/>
                    <a:pt x="1740" y="601"/>
                  </a:cubicBezTo>
                  <a:cubicBezTo>
                    <a:pt x="1830" y="488"/>
                    <a:pt x="1851" y="455"/>
                    <a:pt x="1893" y="370"/>
                  </a:cubicBezTo>
                  <a:cubicBezTo>
                    <a:pt x="1918" y="317"/>
                    <a:pt x="1925" y="297"/>
                    <a:pt x="1927" y="270"/>
                  </a:cubicBezTo>
                  <a:cubicBezTo>
                    <a:pt x="1930" y="243"/>
                    <a:pt x="1928" y="236"/>
                    <a:pt x="1921" y="233"/>
                  </a:cubicBezTo>
                  <a:cubicBezTo>
                    <a:pt x="1912" y="230"/>
                    <a:pt x="1880" y="254"/>
                    <a:pt x="1826" y="304"/>
                  </a:cubicBezTo>
                  <a:lnTo>
                    <a:pt x="1791" y="337"/>
                  </a:lnTo>
                  <a:lnTo>
                    <a:pt x="1787" y="321"/>
                  </a:lnTo>
                  <a:cubicBezTo>
                    <a:pt x="1768" y="232"/>
                    <a:pt x="1717" y="159"/>
                    <a:pt x="1665" y="145"/>
                  </a:cubicBezTo>
                  <a:cubicBezTo>
                    <a:pt x="1644" y="140"/>
                    <a:pt x="1641" y="140"/>
                    <a:pt x="1634" y="149"/>
                  </a:cubicBezTo>
                  <a:cubicBezTo>
                    <a:pt x="1625" y="159"/>
                    <a:pt x="1625" y="161"/>
                    <a:pt x="1639" y="233"/>
                  </a:cubicBezTo>
                  <a:cubicBezTo>
                    <a:pt x="1655" y="317"/>
                    <a:pt x="1647" y="414"/>
                    <a:pt x="1613" y="523"/>
                  </a:cubicBezTo>
                  <a:cubicBezTo>
                    <a:pt x="1603" y="557"/>
                    <a:pt x="1565" y="661"/>
                    <a:pt x="1529" y="754"/>
                  </a:cubicBezTo>
                  <a:cubicBezTo>
                    <a:pt x="1427" y="1014"/>
                    <a:pt x="1417" y="1053"/>
                    <a:pt x="1416" y="1178"/>
                  </a:cubicBezTo>
                  <a:lnTo>
                    <a:pt x="1416" y="1259"/>
                  </a:lnTo>
                  <a:lnTo>
                    <a:pt x="1408" y="1232"/>
                  </a:lnTo>
                  <a:cubicBezTo>
                    <a:pt x="1393" y="1189"/>
                    <a:pt x="1378" y="1113"/>
                    <a:pt x="1372" y="1047"/>
                  </a:cubicBezTo>
                  <a:cubicBezTo>
                    <a:pt x="1368" y="1010"/>
                    <a:pt x="1366" y="892"/>
                    <a:pt x="1368" y="742"/>
                  </a:cubicBezTo>
                  <a:cubicBezTo>
                    <a:pt x="1369" y="529"/>
                    <a:pt x="1368" y="490"/>
                    <a:pt x="1359" y="442"/>
                  </a:cubicBezTo>
                  <a:cubicBezTo>
                    <a:pt x="1338" y="314"/>
                    <a:pt x="1305" y="237"/>
                    <a:pt x="1250" y="182"/>
                  </a:cubicBezTo>
                  <a:cubicBezTo>
                    <a:pt x="1230" y="163"/>
                    <a:pt x="1204" y="142"/>
                    <a:pt x="1190" y="136"/>
                  </a:cubicBezTo>
                  <a:cubicBezTo>
                    <a:pt x="1103" y="95"/>
                    <a:pt x="988" y="116"/>
                    <a:pt x="915" y="185"/>
                  </a:cubicBezTo>
                  <a:cubicBezTo>
                    <a:pt x="878" y="220"/>
                    <a:pt x="862" y="246"/>
                    <a:pt x="847" y="291"/>
                  </a:cubicBezTo>
                  <a:cubicBezTo>
                    <a:pt x="813" y="392"/>
                    <a:pt x="837" y="499"/>
                    <a:pt x="909" y="566"/>
                  </a:cubicBezTo>
                  <a:cubicBezTo>
                    <a:pt x="944" y="598"/>
                    <a:pt x="965" y="607"/>
                    <a:pt x="1006" y="607"/>
                  </a:cubicBezTo>
                  <a:cubicBezTo>
                    <a:pt x="1043" y="607"/>
                    <a:pt x="1071" y="591"/>
                    <a:pt x="1080" y="566"/>
                  </a:cubicBezTo>
                  <a:cubicBezTo>
                    <a:pt x="1096" y="515"/>
                    <a:pt x="1081" y="471"/>
                    <a:pt x="1039" y="444"/>
                  </a:cubicBezTo>
                  <a:cubicBezTo>
                    <a:pt x="968" y="399"/>
                    <a:pt x="947" y="367"/>
                    <a:pt x="943" y="303"/>
                  </a:cubicBezTo>
                  <a:cubicBezTo>
                    <a:pt x="940" y="260"/>
                    <a:pt x="941" y="258"/>
                    <a:pt x="957" y="236"/>
                  </a:cubicBezTo>
                  <a:cubicBezTo>
                    <a:pt x="988" y="195"/>
                    <a:pt x="1021" y="182"/>
                    <a:pt x="1079" y="192"/>
                  </a:cubicBezTo>
                  <a:cubicBezTo>
                    <a:pt x="1174" y="207"/>
                    <a:pt x="1240" y="270"/>
                    <a:pt x="1275" y="379"/>
                  </a:cubicBezTo>
                  <a:cubicBezTo>
                    <a:pt x="1301" y="458"/>
                    <a:pt x="1303" y="493"/>
                    <a:pt x="1308" y="782"/>
                  </a:cubicBezTo>
                  <a:cubicBezTo>
                    <a:pt x="1312" y="1072"/>
                    <a:pt x="1313" y="1085"/>
                    <a:pt x="1342" y="1195"/>
                  </a:cubicBezTo>
                  <a:cubicBezTo>
                    <a:pt x="1350" y="1222"/>
                    <a:pt x="1362" y="1259"/>
                    <a:pt x="1369" y="1277"/>
                  </a:cubicBezTo>
                  <a:cubicBezTo>
                    <a:pt x="1376" y="1295"/>
                    <a:pt x="1384" y="1313"/>
                    <a:pt x="1385" y="1318"/>
                  </a:cubicBezTo>
                  <a:cubicBezTo>
                    <a:pt x="1390" y="1332"/>
                    <a:pt x="1351" y="1271"/>
                    <a:pt x="1321" y="1217"/>
                  </a:cubicBezTo>
                  <a:cubicBezTo>
                    <a:pt x="1282" y="1149"/>
                    <a:pt x="1224" y="974"/>
                    <a:pt x="1204" y="869"/>
                  </a:cubicBezTo>
                  <a:cubicBezTo>
                    <a:pt x="1196" y="827"/>
                    <a:pt x="1187" y="790"/>
                    <a:pt x="1184" y="785"/>
                  </a:cubicBezTo>
                  <a:cubicBezTo>
                    <a:pt x="1180" y="780"/>
                    <a:pt x="1148" y="771"/>
                    <a:pt x="1090" y="761"/>
                  </a:cubicBezTo>
                  <a:cubicBezTo>
                    <a:pt x="869" y="720"/>
                    <a:pt x="747" y="669"/>
                    <a:pt x="578" y="543"/>
                  </a:cubicBezTo>
                  <a:cubicBezTo>
                    <a:pt x="477" y="468"/>
                    <a:pt x="468" y="477"/>
                    <a:pt x="543" y="578"/>
                  </a:cubicBezTo>
                  <a:cubicBezTo>
                    <a:pt x="669" y="747"/>
                    <a:pt x="721" y="869"/>
                    <a:pt x="761" y="1089"/>
                  </a:cubicBezTo>
                  <a:cubicBezTo>
                    <a:pt x="772" y="1148"/>
                    <a:pt x="780" y="1179"/>
                    <a:pt x="785" y="1184"/>
                  </a:cubicBezTo>
                  <a:cubicBezTo>
                    <a:pt x="790" y="1187"/>
                    <a:pt x="827" y="1196"/>
                    <a:pt x="869" y="1204"/>
                  </a:cubicBezTo>
                  <a:cubicBezTo>
                    <a:pt x="974" y="1223"/>
                    <a:pt x="1150" y="1282"/>
                    <a:pt x="1218" y="1320"/>
                  </a:cubicBezTo>
                  <a:cubicBezTo>
                    <a:pt x="1271" y="1351"/>
                    <a:pt x="1332" y="1390"/>
                    <a:pt x="1318" y="1385"/>
                  </a:cubicBezTo>
                  <a:cubicBezTo>
                    <a:pt x="1314" y="1383"/>
                    <a:pt x="1295" y="1376"/>
                    <a:pt x="1278" y="1369"/>
                  </a:cubicBezTo>
                  <a:cubicBezTo>
                    <a:pt x="1260" y="1361"/>
                    <a:pt x="1222" y="1349"/>
                    <a:pt x="1196" y="1342"/>
                  </a:cubicBezTo>
                  <a:cubicBezTo>
                    <a:pt x="1085" y="1313"/>
                    <a:pt x="1073" y="1312"/>
                    <a:pt x="783" y="1308"/>
                  </a:cubicBezTo>
                  <a:cubicBezTo>
                    <a:pt x="494" y="1303"/>
                    <a:pt x="458" y="1300"/>
                    <a:pt x="379" y="1275"/>
                  </a:cubicBezTo>
                  <a:cubicBezTo>
                    <a:pt x="270" y="1240"/>
                    <a:pt x="208" y="1174"/>
                    <a:pt x="192" y="1078"/>
                  </a:cubicBezTo>
                  <a:cubicBezTo>
                    <a:pt x="182" y="1021"/>
                    <a:pt x="195" y="987"/>
                    <a:pt x="237" y="956"/>
                  </a:cubicBezTo>
                  <a:cubicBezTo>
                    <a:pt x="259" y="940"/>
                    <a:pt x="260" y="940"/>
                    <a:pt x="303" y="942"/>
                  </a:cubicBezTo>
                  <a:cubicBezTo>
                    <a:pt x="368" y="946"/>
                    <a:pt x="399" y="967"/>
                    <a:pt x="444" y="1038"/>
                  </a:cubicBezTo>
                  <a:cubicBezTo>
                    <a:pt x="472" y="1081"/>
                    <a:pt x="515" y="1096"/>
                    <a:pt x="566" y="1079"/>
                  </a:cubicBezTo>
                  <a:cubicBezTo>
                    <a:pt x="591" y="1071"/>
                    <a:pt x="607" y="1043"/>
                    <a:pt x="607" y="1006"/>
                  </a:cubicBezTo>
                  <a:cubicBezTo>
                    <a:pt x="607" y="965"/>
                    <a:pt x="598" y="943"/>
                    <a:pt x="566" y="909"/>
                  </a:cubicBezTo>
                  <a:cubicBezTo>
                    <a:pt x="500" y="837"/>
                    <a:pt x="393" y="813"/>
                    <a:pt x="292" y="846"/>
                  </a:cubicBezTo>
                  <a:cubicBezTo>
                    <a:pt x="247" y="862"/>
                    <a:pt x="220" y="878"/>
                    <a:pt x="185" y="915"/>
                  </a:cubicBezTo>
                  <a:cubicBezTo>
                    <a:pt x="116" y="987"/>
                    <a:pt x="96" y="1102"/>
                    <a:pt x="136" y="1189"/>
                  </a:cubicBezTo>
                  <a:cubicBezTo>
                    <a:pt x="142" y="1203"/>
                    <a:pt x="163" y="1230"/>
                    <a:pt x="182" y="1249"/>
                  </a:cubicBezTo>
                  <a:cubicBezTo>
                    <a:pt x="238" y="1305"/>
                    <a:pt x="315" y="1338"/>
                    <a:pt x="442" y="1359"/>
                  </a:cubicBezTo>
                  <a:cubicBezTo>
                    <a:pt x="491" y="1368"/>
                    <a:pt x="530" y="1368"/>
                    <a:pt x="743" y="1367"/>
                  </a:cubicBezTo>
                  <a:cubicBezTo>
                    <a:pt x="893" y="1366"/>
                    <a:pt x="1010" y="1368"/>
                    <a:pt x="1048" y="1371"/>
                  </a:cubicBezTo>
                  <a:cubicBezTo>
                    <a:pt x="1113" y="1377"/>
                    <a:pt x="1190" y="1392"/>
                    <a:pt x="1233" y="1407"/>
                  </a:cubicBezTo>
                  <a:lnTo>
                    <a:pt x="1260" y="1416"/>
                  </a:lnTo>
                  <a:lnTo>
                    <a:pt x="1179" y="1416"/>
                  </a:lnTo>
                  <a:cubicBezTo>
                    <a:pt x="1053" y="1416"/>
                    <a:pt x="1014" y="1427"/>
                    <a:pt x="754" y="1528"/>
                  </a:cubicBezTo>
                  <a:cubicBezTo>
                    <a:pt x="661" y="1564"/>
                    <a:pt x="558" y="1602"/>
                    <a:pt x="523" y="1613"/>
                  </a:cubicBezTo>
                  <a:cubicBezTo>
                    <a:pt x="414" y="1646"/>
                    <a:pt x="318" y="1655"/>
                    <a:pt x="233" y="1639"/>
                  </a:cubicBezTo>
                  <a:cubicBezTo>
                    <a:pt x="161" y="1625"/>
                    <a:pt x="159" y="1625"/>
                    <a:pt x="149" y="1633"/>
                  </a:cubicBezTo>
                  <a:cubicBezTo>
                    <a:pt x="141" y="1640"/>
                    <a:pt x="140" y="1644"/>
                    <a:pt x="145" y="1664"/>
                  </a:cubicBezTo>
                  <a:cubicBezTo>
                    <a:pt x="159" y="1717"/>
                    <a:pt x="232" y="1767"/>
                    <a:pt x="322" y="1787"/>
                  </a:cubicBezTo>
                  <a:lnTo>
                    <a:pt x="338" y="1790"/>
                  </a:lnTo>
                  <a:lnTo>
                    <a:pt x="305" y="1826"/>
                  </a:lnTo>
                  <a:cubicBezTo>
                    <a:pt x="254" y="1879"/>
                    <a:pt x="230" y="1911"/>
                    <a:pt x="234" y="1921"/>
                  </a:cubicBezTo>
                  <a:cubicBezTo>
                    <a:pt x="237" y="1928"/>
                    <a:pt x="244" y="1929"/>
                    <a:pt x="270" y="1927"/>
                  </a:cubicBezTo>
                  <a:cubicBezTo>
                    <a:pt x="298" y="1925"/>
                    <a:pt x="318" y="1918"/>
                    <a:pt x="370" y="1892"/>
                  </a:cubicBezTo>
                  <a:cubicBezTo>
                    <a:pt x="455" y="1851"/>
                    <a:pt x="488" y="1830"/>
                    <a:pt x="602" y="1740"/>
                  </a:cubicBezTo>
                  <a:cubicBezTo>
                    <a:pt x="756" y="1618"/>
                    <a:pt x="823" y="1575"/>
                    <a:pt x="926" y="1535"/>
                  </a:cubicBezTo>
                  <a:cubicBezTo>
                    <a:pt x="1017" y="1499"/>
                    <a:pt x="1083" y="1486"/>
                    <a:pt x="1180" y="1485"/>
                  </a:cubicBezTo>
                  <a:cubicBezTo>
                    <a:pt x="1272" y="1485"/>
                    <a:pt x="1317" y="1492"/>
                    <a:pt x="1403" y="1521"/>
                  </a:cubicBezTo>
                  <a:lnTo>
                    <a:pt x="1453" y="1538"/>
                  </a:lnTo>
                  <a:lnTo>
                    <a:pt x="1385" y="1541"/>
                  </a:lnTo>
                  <a:cubicBezTo>
                    <a:pt x="1281" y="1546"/>
                    <a:pt x="1205" y="1571"/>
                    <a:pt x="1117" y="1628"/>
                  </a:cubicBezTo>
                  <a:cubicBezTo>
                    <a:pt x="1073" y="1656"/>
                    <a:pt x="1008" y="1717"/>
                    <a:pt x="975" y="1761"/>
                  </a:cubicBezTo>
                  <a:cubicBezTo>
                    <a:pt x="935" y="1813"/>
                    <a:pt x="878" y="1948"/>
                    <a:pt x="878" y="1989"/>
                  </a:cubicBezTo>
                  <a:cubicBezTo>
                    <a:pt x="878" y="1997"/>
                    <a:pt x="875" y="2003"/>
                    <a:pt x="871" y="2005"/>
                  </a:cubicBezTo>
                  <a:cubicBezTo>
                    <a:pt x="867" y="2006"/>
                    <a:pt x="802" y="2013"/>
                    <a:pt x="726" y="2022"/>
                  </a:cubicBezTo>
                  <a:cubicBezTo>
                    <a:pt x="596" y="2037"/>
                    <a:pt x="571" y="2038"/>
                    <a:pt x="303" y="2040"/>
                  </a:cubicBezTo>
                  <a:cubicBezTo>
                    <a:pt x="36" y="2042"/>
                    <a:pt x="17" y="2043"/>
                    <a:pt x="10" y="2052"/>
                  </a:cubicBezTo>
                  <a:cubicBezTo>
                    <a:pt x="0" y="2065"/>
                    <a:pt x="6" y="2082"/>
                    <a:pt x="22" y="2086"/>
                  </a:cubicBezTo>
                  <a:cubicBezTo>
                    <a:pt x="30" y="2089"/>
                    <a:pt x="237" y="2090"/>
                    <a:pt x="482" y="2090"/>
                  </a:cubicBezTo>
                  <a:cubicBezTo>
                    <a:pt x="988" y="2090"/>
                    <a:pt x="959" y="2092"/>
                    <a:pt x="961" y="2050"/>
                  </a:cubicBezTo>
                  <a:cubicBezTo>
                    <a:pt x="962" y="2018"/>
                    <a:pt x="980" y="1939"/>
                    <a:pt x="994" y="1901"/>
                  </a:cubicBezTo>
                  <a:cubicBezTo>
                    <a:pt x="1037" y="1787"/>
                    <a:pt x="1176" y="1665"/>
                    <a:pt x="1302" y="1632"/>
                  </a:cubicBezTo>
                  <a:cubicBezTo>
                    <a:pt x="1391" y="1608"/>
                    <a:pt x="1494" y="1604"/>
                    <a:pt x="1545" y="1621"/>
                  </a:cubicBezTo>
                  <a:cubicBezTo>
                    <a:pt x="1562" y="1627"/>
                    <a:pt x="1598" y="1642"/>
                    <a:pt x="1625" y="1656"/>
                  </a:cubicBezTo>
                  <a:cubicBezTo>
                    <a:pt x="1653" y="1669"/>
                    <a:pt x="1676" y="1679"/>
                    <a:pt x="1678" y="1677"/>
                  </a:cubicBezTo>
                  <a:cubicBezTo>
                    <a:pt x="1679" y="1676"/>
                    <a:pt x="1669" y="1652"/>
                    <a:pt x="1656" y="1625"/>
                  </a:cubicBezTo>
                  <a:cubicBezTo>
                    <a:pt x="1643" y="1598"/>
                    <a:pt x="1627" y="1562"/>
                    <a:pt x="1622" y="1545"/>
                  </a:cubicBezTo>
                  <a:cubicBezTo>
                    <a:pt x="1604" y="1494"/>
                    <a:pt x="1608" y="1390"/>
                    <a:pt x="1632" y="1302"/>
                  </a:cubicBezTo>
                  <a:cubicBezTo>
                    <a:pt x="1666" y="1176"/>
                    <a:pt x="1787" y="1037"/>
                    <a:pt x="1901" y="994"/>
                  </a:cubicBezTo>
                  <a:cubicBezTo>
                    <a:pt x="1939" y="980"/>
                    <a:pt x="2019" y="962"/>
                    <a:pt x="2051" y="960"/>
                  </a:cubicBezTo>
                  <a:cubicBezTo>
                    <a:pt x="2092" y="959"/>
                    <a:pt x="2090" y="987"/>
                    <a:pt x="2091" y="482"/>
                  </a:cubicBezTo>
                  <a:cubicBezTo>
                    <a:pt x="2091" y="237"/>
                    <a:pt x="2089" y="30"/>
                    <a:pt x="2087" y="22"/>
                  </a:cubicBezTo>
                  <a:cubicBezTo>
                    <a:pt x="2082" y="5"/>
                    <a:pt x="2066" y="0"/>
                    <a:pt x="2052" y="10"/>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81" name="Freeform 91">
              <a:extLst>
                <a:ext uri="{FF2B5EF4-FFF2-40B4-BE49-F238E27FC236}">
                  <a16:creationId xmlns:a16="http://schemas.microsoft.com/office/drawing/2014/main" id="{E6D1F8C3-37CD-814C-B15F-23089E2C3DD3}"/>
                </a:ext>
              </a:extLst>
            </p:cNvPr>
            <p:cNvSpPr>
              <a:spLocks noChangeArrowheads="1"/>
            </p:cNvSpPr>
            <p:nvPr/>
          </p:nvSpPr>
          <p:spPr bwMode="auto">
            <a:xfrm>
              <a:off x="8299450" y="6661150"/>
              <a:ext cx="128588" cy="142875"/>
            </a:xfrm>
            <a:custGeom>
              <a:avLst/>
              <a:gdLst>
                <a:gd name="T0" fmla="*/ 96441 w 356"/>
                <a:gd name="T1" fmla="*/ 3599 h 397"/>
                <a:gd name="T2" fmla="*/ 96441 w 356"/>
                <a:gd name="T3" fmla="*/ 3599 h 397"/>
                <a:gd name="T4" fmla="*/ 35759 w 356"/>
                <a:gd name="T5" fmla="*/ 69098 h 397"/>
                <a:gd name="T6" fmla="*/ 35759 w 356"/>
                <a:gd name="T7" fmla="*/ 69098 h 397"/>
                <a:gd name="T8" fmla="*/ 1445 w 356"/>
                <a:gd name="T9" fmla="*/ 137117 h 397"/>
                <a:gd name="T10" fmla="*/ 1445 w 356"/>
                <a:gd name="T11" fmla="*/ 137117 h 397"/>
                <a:gd name="T12" fmla="*/ 4334 w 356"/>
                <a:gd name="T13" fmla="*/ 141076 h 397"/>
                <a:gd name="T14" fmla="*/ 4334 w 356"/>
                <a:gd name="T15" fmla="*/ 141076 h 397"/>
                <a:gd name="T16" fmla="*/ 9391 w 356"/>
                <a:gd name="T17" fmla="*/ 137837 h 397"/>
                <a:gd name="T18" fmla="*/ 9391 w 356"/>
                <a:gd name="T19" fmla="*/ 137837 h 397"/>
                <a:gd name="T20" fmla="*/ 18060 w 356"/>
                <a:gd name="T21" fmla="*/ 125600 h 397"/>
                <a:gd name="T22" fmla="*/ 18060 w 356"/>
                <a:gd name="T23" fmla="*/ 125600 h 397"/>
                <a:gd name="T24" fmla="*/ 88856 w 356"/>
                <a:gd name="T25" fmla="*/ 57222 h 397"/>
                <a:gd name="T26" fmla="*/ 88856 w 356"/>
                <a:gd name="T27" fmla="*/ 57222 h 397"/>
                <a:gd name="T28" fmla="*/ 121725 w 356"/>
                <a:gd name="T29" fmla="*/ 27351 h 397"/>
                <a:gd name="T30" fmla="*/ 121725 w 356"/>
                <a:gd name="T31" fmla="*/ 27351 h 397"/>
                <a:gd name="T32" fmla="*/ 122448 w 356"/>
                <a:gd name="T33" fmla="*/ 3599 h 397"/>
                <a:gd name="T34" fmla="*/ 122448 w 356"/>
                <a:gd name="T35" fmla="*/ 3599 h 397"/>
                <a:gd name="T36" fmla="*/ 96441 w 356"/>
                <a:gd name="T37" fmla="*/ 3599 h 39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356" h="397">
                  <a:moveTo>
                    <a:pt x="267" y="10"/>
                  </a:moveTo>
                  <a:lnTo>
                    <a:pt x="267" y="10"/>
                  </a:lnTo>
                  <a:cubicBezTo>
                    <a:pt x="231" y="26"/>
                    <a:pt x="160" y="104"/>
                    <a:pt x="99" y="192"/>
                  </a:cubicBezTo>
                  <a:cubicBezTo>
                    <a:pt x="69" y="237"/>
                    <a:pt x="10" y="353"/>
                    <a:pt x="4" y="381"/>
                  </a:cubicBezTo>
                  <a:cubicBezTo>
                    <a:pt x="0" y="395"/>
                    <a:pt x="1" y="396"/>
                    <a:pt x="12" y="392"/>
                  </a:cubicBezTo>
                  <a:cubicBezTo>
                    <a:pt x="19" y="390"/>
                    <a:pt x="25" y="386"/>
                    <a:pt x="26" y="383"/>
                  </a:cubicBezTo>
                  <a:cubicBezTo>
                    <a:pt x="27" y="381"/>
                    <a:pt x="38" y="365"/>
                    <a:pt x="50" y="349"/>
                  </a:cubicBezTo>
                  <a:cubicBezTo>
                    <a:pt x="85" y="301"/>
                    <a:pt x="160" y="229"/>
                    <a:pt x="246" y="159"/>
                  </a:cubicBezTo>
                  <a:cubicBezTo>
                    <a:pt x="289" y="124"/>
                    <a:pt x="329" y="87"/>
                    <a:pt x="337" y="76"/>
                  </a:cubicBezTo>
                  <a:cubicBezTo>
                    <a:pt x="355" y="50"/>
                    <a:pt x="355" y="22"/>
                    <a:pt x="339" y="10"/>
                  </a:cubicBezTo>
                  <a:cubicBezTo>
                    <a:pt x="324" y="0"/>
                    <a:pt x="290" y="0"/>
                    <a:pt x="267" y="1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82" name="Freeform 93">
              <a:extLst>
                <a:ext uri="{FF2B5EF4-FFF2-40B4-BE49-F238E27FC236}">
                  <a16:creationId xmlns:a16="http://schemas.microsoft.com/office/drawing/2014/main" id="{781BD767-DB7D-694D-89C3-C11691666D5A}"/>
                </a:ext>
              </a:extLst>
            </p:cNvPr>
            <p:cNvSpPr>
              <a:spLocks noChangeArrowheads="1"/>
            </p:cNvSpPr>
            <p:nvPr/>
          </p:nvSpPr>
          <p:spPr bwMode="auto">
            <a:xfrm>
              <a:off x="8147050" y="6846888"/>
              <a:ext cx="431800" cy="427037"/>
            </a:xfrm>
            <a:custGeom>
              <a:avLst/>
              <a:gdLst>
                <a:gd name="T0" fmla="*/ 311155 w 1199"/>
                <a:gd name="T1" fmla="*/ 1438 h 1188"/>
                <a:gd name="T2" fmla="*/ 246331 w 1199"/>
                <a:gd name="T3" fmla="*/ 31632 h 1188"/>
                <a:gd name="T4" fmla="*/ 200954 w 1199"/>
                <a:gd name="T5" fmla="*/ 146659 h 1188"/>
                <a:gd name="T6" fmla="*/ 224003 w 1199"/>
                <a:gd name="T7" fmla="*/ 219629 h 1188"/>
                <a:gd name="T8" fmla="*/ 218601 w 1199"/>
                <a:gd name="T9" fmla="*/ 216754 h 1188"/>
                <a:gd name="T10" fmla="*/ 151256 w 1199"/>
                <a:gd name="T11" fmla="*/ 196624 h 1188"/>
                <a:gd name="T12" fmla="*/ 53300 w 1199"/>
                <a:gd name="T13" fmla="*/ 224302 h 1188"/>
                <a:gd name="T14" fmla="*/ 5042 w 1199"/>
                <a:gd name="T15" fmla="*/ 308416 h 1188"/>
                <a:gd name="T16" fmla="*/ 83911 w 1199"/>
                <a:gd name="T17" fmla="*/ 400437 h 1188"/>
                <a:gd name="T18" fmla="*/ 165661 w 1199"/>
                <a:gd name="T19" fmla="*/ 364491 h 1188"/>
                <a:gd name="T20" fmla="*/ 169983 w 1199"/>
                <a:gd name="T21" fmla="*/ 343283 h 1188"/>
                <a:gd name="T22" fmla="*/ 160620 w 1199"/>
                <a:gd name="T23" fmla="*/ 321356 h 1188"/>
                <a:gd name="T24" fmla="*/ 121365 w 1199"/>
                <a:gd name="T25" fmla="*/ 294397 h 1188"/>
                <a:gd name="T26" fmla="*/ 91474 w 1199"/>
                <a:gd name="T27" fmla="*/ 308775 h 1188"/>
                <a:gd name="T28" fmla="*/ 90033 w 1199"/>
                <a:gd name="T29" fmla="*/ 322794 h 1188"/>
                <a:gd name="T30" fmla="*/ 115243 w 1199"/>
                <a:gd name="T31" fmla="*/ 337532 h 1188"/>
                <a:gd name="T32" fmla="*/ 145854 w 1199"/>
                <a:gd name="T33" fmla="*/ 357661 h 1188"/>
                <a:gd name="T34" fmla="*/ 121725 w 1199"/>
                <a:gd name="T35" fmla="*/ 379948 h 1188"/>
                <a:gd name="T36" fmla="*/ 72027 w 1199"/>
                <a:gd name="T37" fmla="*/ 379588 h 1188"/>
                <a:gd name="T38" fmla="*/ 29531 w 1199"/>
                <a:gd name="T39" fmla="*/ 317043 h 1188"/>
                <a:gd name="T40" fmla="*/ 108400 w 1199"/>
                <a:gd name="T41" fmla="*/ 221067 h 1188"/>
                <a:gd name="T42" fmla="*/ 220402 w 1199"/>
                <a:gd name="T43" fmla="*/ 247667 h 1188"/>
                <a:gd name="T44" fmla="*/ 284866 w 1199"/>
                <a:gd name="T45" fmla="*/ 296553 h 1188"/>
                <a:gd name="T46" fmla="*/ 332043 w 1199"/>
                <a:gd name="T47" fmla="*/ 342924 h 1188"/>
                <a:gd name="T48" fmla="*/ 317638 w 1199"/>
                <a:gd name="T49" fmla="*/ 338610 h 1188"/>
                <a:gd name="T50" fmla="*/ 229405 w 1199"/>
                <a:gd name="T51" fmla="*/ 337532 h 1188"/>
                <a:gd name="T52" fmla="*/ 190150 w 1199"/>
                <a:gd name="T53" fmla="*/ 361256 h 1188"/>
                <a:gd name="T54" fmla="*/ 184028 w 1199"/>
                <a:gd name="T55" fmla="*/ 373478 h 1188"/>
                <a:gd name="T56" fmla="*/ 204916 w 1199"/>
                <a:gd name="T57" fmla="*/ 400437 h 1188"/>
                <a:gd name="T58" fmla="*/ 227964 w 1199"/>
                <a:gd name="T59" fmla="*/ 387137 h 1188"/>
                <a:gd name="T60" fmla="*/ 244891 w 1199"/>
                <a:gd name="T61" fmla="*/ 373837 h 1188"/>
                <a:gd name="T62" fmla="*/ 346088 w 1199"/>
                <a:gd name="T63" fmla="*/ 372759 h 1188"/>
                <a:gd name="T64" fmla="*/ 395787 w 1199"/>
                <a:gd name="T65" fmla="*/ 403672 h 1188"/>
                <a:gd name="T66" fmla="*/ 408751 w 1199"/>
                <a:gd name="T67" fmla="*/ 390732 h 1188"/>
                <a:gd name="T68" fmla="*/ 377780 w 1199"/>
                <a:gd name="T69" fmla="*/ 341126 h 1188"/>
                <a:gd name="T70" fmla="*/ 378860 w 1199"/>
                <a:gd name="T71" fmla="*/ 240478 h 1188"/>
                <a:gd name="T72" fmla="*/ 392185 w 1199"/>
                <a:gd name="T73" fmla="*/ 223583 h 1188"/>
                <a:gd name="T74" fmla="*/ 405510 w 1199"/>
                <a:gd name="T75" fmla="*/ 200219 h 1188"/>
                <a:gd name="T76" fmla="*/ 378140 w 1199"/>
                <a:gd name="T77" fmla="*/ 179370 h 1188"/>
                <a:gd name="T78" fmla="*/ 365896 w 1199"/>
                <a:gd name="T79" fmla="*/ 185481 h 1188"/>
                <a:gd name="T80" fmla="*/ 342127 w 1199"/>
                <a:gd name="T81" fmla="*/ 225021 h 1188"/>
                <a:gd name="T82" fmla="*/ 343567 w 1199"/>
                <a:gd name="T83" fmla="*/ 312729 h 1188"/>
                <a:gd name="T84" fmla="*/ 347529 w 1199"/>
                <a:gd name="T85" fmla="*/ 327467 h 1188"/>
                <a:gd name="T86" fmla="*/ 301432 w 1199"/>
                <a:gd name="T87" fmla="*/ 280378 h 1188"/>
                <a:gd name="T88" fmla="*/ 252093 w 1199"/>
                <a:gd name="T89" fmla="*/ 216035 h 1188"/>
                <a:gd name="T90" fmla="*/ 225444 w 1199"/>
                <a:gd name="T91" fmla="*/ 103884 h 1188"/>
                <a:gd name="T92" fmla="*/ 321599 w 1199"/>
                <a:gd name="T93" fmla="*/ 25162 h 1188"/>
                <a:gd name="T94" fmla="*/ 384623 w 1199"/>
                <a:gd name="T95" fmla="*/ 67938 h 1188"/>
                <a:gd name="T96" fmla="*/ 384623 w 1199"/>
                <a:gd name="T97" fmla="*/ 117543 h 1188"/>
                <a:gd name="T98" fmla="*/ 362294 w 1199"/>
                <a:gd name="T99" fmla="*/ 141627 h 1188"/>
                <a:gd name="T100" fmla="*/ 342127 w 1199"/>
                <a:gd name="T101" fmla="*/ 110713 h 1188"/>
                <a:gd name="T102" fmla="*/ 327361 w 1199"/>
                <a:gd name="T103" fmla="*/ 85911 h 1188"/>
                <a:gd name="T104" fmla="*/ 313676 w 1199"/>
                <a:gd name="T105" fmla="*/ 86989 h 1188"/>
                <a:gd name="T106" fmla="*/ 298911 w 1199"/>
                <a:gd name="T107" fmla="*/ 117184 h 1188"/>
                <a:gd name="T108" fmla="*/ 325921 w 1199"/>
                <a:gd name="T109" fmla="*/ 156365 h 1188"/>
                <a:gd name="T110" fmla="*/ 347889 w 1199"/>
                <a:gd name="T111" fmla="*/ 165710 h 1188"/>
                <a:gd name="T112" fmla="*/ 369137 w 1199"/>
                <a:gd name="T113" fmla="*/ 161038 h 1188"/>
                <a:gd name="T114" fmla="*/ 405510 w 1199"/>
                <a:gd name="T115" fmla="*/ 79800 h 1188"/>
                <a:gd name="T116" fmla="*/ 334564 w 1199"/>
                <a:gd name="T117" fmla="*/ 2876 h 1188"/>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1199" h="1188">
                  <a:moveTo>
                    <a:pt x="864" y="4"/>
                  </a:moveTo>
                  <a:lnTo>
                    <a:pt x="864" y="4"/>
                  </a:lnTo>
                  <a:cubicBezTo>
                    <a:pt x="811" y="11"/>
                    <a:pt x="734" y="47"/>
                    <a:pt x="684" y="88"/>
                  </a:cubicBezTo>
                  <a:cubicBezTo>
                    <a:pt x="599" y="157"/>
                    <a:pt x="544" y="296"/>
                    <a:pt x="558" y="408"/>
                  </a:cubicBezTo>
                  <a:cubicBezTo>
                    <a:pt x="563" y="451"/>
                    <a:pt x="597" y="562"/>
                    <a:pt x="615" y="596"/>
                  </a:cubicBezTo>
                  <a:lnTo>
                    <a:pt x="622" y="611"/>
                  </a:lnTo>
                  <a:lnTo>
                    <a:pt x="607" y="603"/>
                  </a:lnTo>
                  <a:cubicBezTo>
                    <a:pt x="573" y="586"/>
                    <a:pt x="462" y="552"/>
                    <a:pt x="420" y="547"/>
                  </a:cubicBezTo>
                  <a:cubicBezTo>
                    <a:pt x="333" y="536"/>
                    <a:pt x="228" y="566"/>
                    <a:pt x="148" y="624"/>
                  </a:cubicBezTo>
                  <a:cubicBezTo>
                    <a:pt x="85" y="671"/>
                    <a:pt x="27" y="773"/>
                    <a:pt x="14" y="858"/>
                  </a:cubicBezTo>
                  <a:cubicBezTo>
                    <a:pt x="0" y="962"/>
                    <a:pt x="117" y="1098"/>
                    <a:pt x="233" y="1114"/>
                  </a:cubicBezTo>
                  <a:cubicBezTo>
                    <a:pt x="330" y="1128"/>
                    <a:pt x="419" y="1089"/>
                    <a:pt x="460" y="1014"/>
                  </a:cubicBezTo>
                  <a:cubicBezTo>
                    <a:pt x="472" y="990"/>
                    <a:pt x="474" y="982"/>
                    <a:pt x="472" y="955"/>
                  </a:cubicBezTo>
                  <a:cubicBezTo>
                    <a:pt x="470" y="928"/>
                    <a:pt x="467" y="920"/>
                    <a:pt x="446" y="894"/>
                  </a:cubicBezTo>
                  <a:cubicBezTo>
                    <a:pt x="413" y="851"/>
                    <a:pt x="370" y="822"/>
                    <a:pt x="337" y="819"/>
                  </a:cubicBezTo>
                  <a:cubicBezTo>
                    <a:pt x="304" y="816"/>
                    <a:pt x="269" y="834"/>
                    <a:pt x="254" y="859"/>
                  </a:cubicBezTo>
                  <a:cubicBezTo>
                    <a:pt x="245" y="875"/>
                    <a:pt x="245" y="879"/>
                    <a:pt x="250" y="898"/>
                  </a:cubicBezTo>
                  <a:cubicBezTo>
                    <a:pt x="260" y="934"/>
                    <a:pt x="270" y="939"/>
                    <a:pt x="320" y="939"/>
                  </a:cubicBezTo>
                  <a:cubicBezTo>
                    <a:pt x="385" y="939"/>
                    <a:pt x="411" y="956"/>
                    <a:pt x="405" y="995"/>
                  </a:cubicBezTo>
                  <a:cubicBezTo>
                    <a:pt x="402" y="1012"/>
                    <a:pt x="368" y="1044"/>
                    <a:pt x="338" y="1057"/>
                  </a:cubicBezTo>
                  <a:cubicBezTo>
                    <a:pt x="300" y="1073"/>
                    <a:pt x="234" y="1073"/>
                    <a:pt x="200" y="1056"/>
                  </a:cubicBezTo>
                  <a:cubicBezTo>
                    <a:pt x="136" y="1025"/>
                    <a:pt x="87" y="952"/>
                    <a:pt x="82" y="882"/>
                  </a:cubicBezTo>
                  <a:cubicBezTo>
                    <a:pt x="74" y="765"/>
                    <a:pt x="178" y="637"/>
                    <a:pt x="301" y="615"/>
                  </a:cubicBezTo>
                  <a:cubicBezTo>
                    <a:pt x="379" y="601"/>
                    <a:pt x="519" y="633"/>
                    <a:pt x="612" y="689"/>
                  </a:cubicBezTo>
                  <a:cubicBezTo>
                    <a:pt x="656" y="714"/>
                    <a:pt x="738" y="777"/>
                    <a:pt x="791" y="825"/>
                  </a:cubicBezTo>
                  <a:cubicBezTo>
                    <a:pt x="849" y="877"/>
                    <a:pt x="925" y="952"/>
                    <a:pt x="922" y="954"/>
                  </a:cubicBezTo>
                  <a:cubicBezTo>
                    <a:pt x="922" y="955"/>
                    <a:pt x="904" y="949"/>
                    <a:pt x="882" y="942"/>
                  </a:cubicBezTo>
                  <a:cubicBezTo>
                    <a:pt x="797" y="915"/>
                    <a:pt x="703" y="914"/>
                    <a:pt x="637" y="939"/>
                  </a:cubicBezTo>
                  <a:cubicBezTo>
                    <a:pt x="604" y="952"/>
                    <a:pt x="542" y="988"/>
                    <a:pt x="528" y="1005"/>
                  </a:cubicBezTo>
                  <a:cubicBezTo>
                    <a:pt x="522" y="1011"/>
                    <a:pt x="514" y="1026"/>
                    <a:pt x="511" y="1039"/>
                  </a:cubicBezTo>
                  <a:cubicBezTo>
                    <a:pt x="500" y="1080"/>
                    <a:pt x="526" y="1114"/>
                    <a:pt x="569" y="1114"/>
                  </a:cubicBezTo>
                  <a:cubicBezTo>
                    <a:pt x="591" y="1114"/>
                    <a:pt x="600" y="1109"/>
                    <a:pt x="633" y="1077"/>
                  </a:cubicBezTo>
                  <a:cubicBezTo>
                    <a:pt x="648" y="1062"/>
                    <a:pt x="669" y="1046"/>
                    <a:pt x="680" y="1040"/>
                  </a:cubicBezTo>
                  <a:cubicBezTo>
                    <a:pt x="751" y="1004"/>
                    <a:pt x="851" y="1003"/>
                    <a:pt x="961" y="1037"/>
                  </a:cubicBezTo>
                  <a:cubicBezTo>
                    <a:pt x="1000" y="1050"/>
                    <a:pt x="1034" y="1071"/>
                    <a:pt x="1099" y="1123"/>
                  </a:cubicBezTo>
                  <a:cubicBezTo>
                    <a:pt x="1176" y="1187"/>
                    <a:pt x="1198" y="1165"/>
                    <a:pt x="1135" y="1087"/>
                  </a:cubicBezTo>
                  <a:cubicBezTo>
                    <a:pt x="1082" y="1022"/>
                    <a:pt x="1061" y="989"/>
                    <a:pt x="1049" y="949"/>
                  </a:cubicBezTo>
                  <a:cubicBezTo>
                    <a:pt x="1015" y="839"/>
                    <a:pt x="1015" y="740"/>
                    <a:pt x="1052" y="669"/>
                  </a:cubicBezTo>
                  <a:cubicBezTo>
                    <a:pt x="1057" y="657"/>
                    <a:pt x="1074" y="637"/>
                    <a:pt x="1089" y="622"/>
                  </a:cubicBezTo>
                  <a:cubicBezTo>
                    <a:pt x="1121" y="589"/>
                    <a:pt x="1126" y="579"/>
                    <a:pt x="1126" y="557"/>
                  </a:cubicBezTo>
                  <a:cubicBezTo>
                    <a:pt x="1126" y="515"/>
                    <a:pt x="1091" y="488"/>
                    <a:pt x="1050" y="499"/>
                  </a:cubicBezTo>
                  <a:cubicBezTo>
                    <a:pt x="1038" y="502"/>
                    <a:pt x="1022" y="510"/>
                    <a:pt x="1016" y="516"/>
                  </a:cubicBezTo>
                  <a:cubicBezTo>
                    <a:pt x="1000" y="531"/>
                    <a:pt x="963" y="593"/>
                    <a:pt x="950" y="626"/>
                  </a:cubicBezTo>
                  <a:cubicBezTo>
                    <a:pt x="925" y="692"/>
                    <a:pt x="927" y="785"/>
                    <a:pt x="954" y="870"/>
                  </a:cubicBezTo>
                  <a:cubicBezTo>
                    <a:pt x="961" y="892"/>
                    <a:pt x="966" y="910"/>
                    <a:pt x="965" y="911"/>
                  </a:cubicBezTo>
                  <a:cubicBezTo>
                    <a:pt x="963" y="914"/>
                    <a:pt x="888" y="837"/>
                    <a:pt x="837" y="780"/>
                  </a:cubicBezTo>
                  <a:cubicBezTo>
                    <a:pt x="788" y="727"/>
                    <a:pt x="726" y="644"/>
                    <a:pt x="700" y="601"/>
                  </a:cubicBezTo>
                  <a:cubicBezTo>
                    <a:pt x="645" y="507"/>
                    <a:pt x="612" y="368"/>
                    <a:pt x="626" y="289"/>
                  </a:cubicBezTo>
                  <a:cubicBezTo>
                    <a:pt x="649" y="166"/>
                    <a:pt x="777" y="62"/>
                    <a:pt x="893" y="70"/>
                  </a:cubicBezTo>
                  <a:cubicBezTo>
                    <a:pt x="964" y="75"/>
                    <a:pt x="1037" y="125"/>
                    <a:pt x="1068" y="189"/>
                  </a:cubicBezTo>
                  <a:cubicBezTo>
                    <a:pt x="1084" y="223"/>
                    <a:pt x="1084" y="289"/>
                    <a:pt x="1068" y="327"/>
                  </a:cubicBezTo>
                  <a:cubicBezTo>
                    <a:pt x="1055" y="357"/>
                    <a:pt x="1023" y="391"/>
                    <a:pt x="1006" y="394"/>
                  </a:cubicBezTo>
                  <a:cubicBezTo>
                    <a:pt x="967" y="399"/>
                    <a:pt x="950" y="374"/>
                    <a:pt x="950" y="308"/>
                  </a:cubicBezTo>
                  <a:cubicBezTo>
                    <a:pt x="950" y="259"/>
                    <a:pt x="945" y="249"/>
                    <a:pt x="909" y="239"/>
                  </a:cubicBezTo>
                  <a:cubicBezTo>
                    <a:pt x="891" y="233"/>
                    <a:pt x="886" y="233"/>
                    <a:pt x="871" y="242"/>
                  </a:cubicBezTo>
                  <a:cubicBezTo>
                    <a:pt x="845" y="257"/>
                    <a:pt x="828" y="293"/>
                    <a:pt x="830" y="326"/>
                  </a:cubicBezTo>
                  <a:cubicBezTo>
                    <a:pt x="833" y="358"/>
                    <a:pt x="863" y="402"/>
                    <a:pt x="905" y="435"/>
                  </a:cubicBezTo>
                  <a:cubicBezTo>
                    <a:pt x="931" y="455"/>
                    <a:pt x="939" y="458"/>
                    <a:pt x="966" y="461"/>
                  </a:cubicBezTo>
                  <a:cubicBezTo>
                    <a:pt x="993" y="462"/>
                    <a:pt x="1001" y="461"/>
                    <a:pt x="1025" y="448"/>
                  </a:cubicBezTo>
                  <a:cubicBezTo>
                    <a:pt x="1100" y="407"/>
                    <a:pt x="1140" y="319"/>
                    <a:pt x="1126" y="222"/>
                  </a:cubicBezTo>
                  <a:cubicBezTo>
                    <a:pt x="1112" y="129"/>
                    <a:pt x="1021" y="30"/>
                    <a:pt x="929" y="8"/>
                  </a:cubicBezTo>
                  <a:cubicBezTo>
                    <a:pt x="895" y="0"/>
                    <a:pt x="892" y="0"/>
                    <a:pt x="864" y="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83" name="Freeform 95">
              <a:extLst>
                <a:ext uri="{FF2B5EF4-FFF2-40B4-BE49-F238E27FC236}">
                  <a16:creationId xmlns:a16="http://schemas.microsoft.com/office/drawing/2014/main" id="{4D49FFAA-736A-6F49-BEBA-20D248D2913D}"/>
                </a:ext>
              </a:extLst>
            </p:cNvPr>
            <p:cNvSpPr>
              <a:spLocks noChangeArrowheads="1"/>
            </p:cNvSpPr>
            <p:nvPr/>
          </p:nvSpPr>
          <p:spPr bwMode="auto">
            <a:xfrm>
              <a:off x="7961313" y="6996113"/>
              <a:ext cx="146050" cy="127000"/>
            </a:xfrm>
            <a:custGeom>
              <a:avLst/>
              <a:gdLst>
                <a:gd name="T0" fmla="*/ 137797 w 407"/>
                <a:gd name="T1" fmla="*/ 1447 h 351"/>
                <a:gd name="T2" fmla="*/ 137797 w 407"/>
                <a:gd name="T3" fmla="*/ 1447 h 351"/>
                <a:gd name="T4" fmla="*/ 72128 w 407"/>
                <a:gd name="T5" fmla="*/ 35821 h 351"/>
                <a:gd name="T6" fmla="*/ 72128 w 407"/>
                <a:gd name="T7" fmla="*/ 35821 h 351"/>
                <a:gd name="T8" fmla="*/ 6459 w 407"/>
                <a:gd name="T9" fmla="*/ 96969 h 351"/>
                <a:gd name="T10" fmla="*/ 6459 w 407"/>
                <a:gd name="T11" fmla="*/ 96969 h 351"/>
                <a:gd name="T12" fmla="*/ 16507 w 407"/>
                <a:gd name="T13" fmla="*/ 126638 h 351"/>
                <a:gd name="T14" fmla="*/ 16507 w 407"/>
                <a:gd name="T15" fmla="*/ 126638 h 351"/>
                <a:gd name="T16" fmla="*/ 60286 w 407"/>
                <a:gd name="T17" fmla="*/ 88647 h 351"/>
                <a:gd name="T18" fmla="*/ 60286 w 407"/>
                <a:gd name="T19" fmla="*/ 88647 h 351"/>
                <a:gd name="T20" fmla="*/ 128108 w 407"/>
                <a:gd name="T21" fmla="*/ 18091 h 351"/>
                <a:gd name="T22" fmla="*/ 128108 w 407"/>
                <a:gd name="T23" fmla="*/ 18091 h 351"/>
                <a:gd name="T24" fmla="*/ 140308 w 407"/>
                <a:gd name="T25" fmla="*/ 9407 h 351"/>
                <a:gd name="T26" fmla="*/ 140308 w 407"/>
                <a:gd name="T27" fmla="*/ 9407 h 351"/>
                <a:gd name="T28" fmla="*/ 143538 w 407"/>
                <a:gd name="T29" fmla="*/ 0 h 351"/>
                <a:gd name="T30" fmla="*/ 143538 w 407"/>
                <a:gd name="T31" fmla="*/ 0 h 351"/>
                <a:gd name="T32" fmla="*/ 137797 w 407"/>
                <a:gd name="T33" fmla="*/ 1447 h 35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07" h="351">
                  <a:moveTo>
                    <a:pt x="384" y="4"/>
                  </a:moveTo>
                  <a:lnTo>
                    <a:pt x="384" y="4"/>
                  </a:lnTo>
                  <a:cubicBezTo>
                    <a:pt x="360" y="10"/>
                    <a:pt x="242" y="71"/>
                    <a:pt x="201" y="99"/>
                  </a:cubicBezTo>
                  <a:cubicBezTo>
                    <a:pt x="111" y="160"/>
                    <a:pt x="33" y="232"/>
                    <a:pt x="18" y="268"/>
                  </a:cubicBezTo>
                  <a:cubicBezTo>
                    <a:pt x="0" y="310"/>
                    <a:pt x="13" y="350"/>
                    <a:pt x="46" y="350"/>
                  </a:cubicBezTo>
                  <a:cubicBezTo>
                    <a:pt x="75" y="350"/>
                    <a:pt x="100" y="328"/>
                    <a:pt x="168" y="245"/>
                  </a:cubicBezTo>
                  <a:cubicBezTo>
                    <a:pt x="237" y="159"/>
                    <a:pt x="310" y="84"/>
                    <a:pt x="357" y="50"/>
                  </a:cubicBezTo>
                  <a:cubicBezTo>
                    <a:pt x="373" y="37"/>
                    <a:pt x="389" y="27"/>
                    <a:pt x="391" y="26"/>
                  </a:cubicBezTo>
                  <a:cubicBezTo>
                    <a:pt x="398" y="23"/>
                    <a:pt x="406" y="0"/>
                    <a:pt x="400" y="0"/>
                  </a:cubicBezTo>
                  <a:cubicBezTo>
                    <a:pt x="397" y="1"/>
                    <a:pt x="391" y="2"/>
                    <a:pt x="384" y="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84" name="Freeform 97">
              <a:extLst>
                <a:ext uri="{FF2B5EF4-FFF2-40B4-BE49-F238E27FC236}">
                  <a16:creationId xmlns:a16="http://schemas.microsoft.com/office/drawing/2014/main" id="{8EF6ADF1-1CDD-3047-810E-FE962EE9A2AC}"/>
                </a:ext>
              </a:extLst>
            </p:cNvPr>
            <p:cNvSpPr>
              <a:spLocks noChangeArrowheads="1"/>
            </p:cNvSpPr>
            <p:nvPr/>
          </p:nvSpPr>
          <p:spPr bwMode="auto">
            <a:xfrm>
              <a:off x="7669213" y="7148513"/>
              <a:ext cx="31750" cy="39687"/>
            </a:xfrm>
            <a:custGeom>
              <a:avLst/>
              <a:gdLst>
                <a:gd name="T0" fmla="*/ 5412 w 88"/>
                <a:gd name="T1" fmla="*/ 7866 h 111"/>
                <a:gd name="T2" fmla="*/ 5412 w 88"/>
                <a:gd name="T3" fmla="*/ 7866 h 111"/>
                <a:gd name="T4" fmla="*/ 722 w 88"/>
                <a:gd name="T5" fmla="*/ 19665 h 111"/>
                <a:gd name="T6" fmla="*/ 722 w 88"/>
                <a:gd name="T7" fmla="*/ 19665 h 111"/>
                <a:gd name="T8" fmla="*/ 5412 w 88"/>
                <a:gd name="T9" fmla="*/ 30748 h 111"/>
                <a:gd name="T10" fmla="*/ 5412 w 88"/>
                <a:gd name="T11" fmla="*/ 30748 h 111"/>
                <a:gd name="T12" fmla="*/ 31389 w 88"/>
                <a:gd name="T13" fmla="*/ 19307 h 111"/>
                <a:gd name="T14" fmla="*/ 31389 w 88"/>
                <a:gd name="T15" fmla="*/ 19307 h 111"/>
                <a:gd name="T16" fmla="*/ 5412 w 88"/>
                <a:gd name="T17" fmla="*/ 7866 h 1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8" h="111">
                  <a:moveTo>
                    <a:pt x="15" y="22"/>
                  </a:moveTo>
                  <a:lnTo>
                    <a:pt x="15" y="22"/>
                  </a:lnTo>
                  <a:cubicBezTo>
                    <a:pt x="2" y="33"/>
                    <a:pt x="0" y="37"/>
                    <a:pt x="2" y="55"/>
                  </a:cubicBezTo>
                  <a:cubicBezTo>
                    <a:pt x="4" y="67"/>
                    <a:pt x="9" y="80"/>
                    <a:pt x="15" y="86"/>
                  </a:cubicBezTo>
                  <a:cubicBezTo>
                    <a:pt x="36" y="110"/>
                    <a:pt x="87" y="88"/>
                    <a:pt x="87" y="54"/>
                  </a:cubicBezTo>
                  <a:cubicBezTo>
                    <a:pt x="87" y="19"/>
                    <a:pt x="43" y="0"/>
                    <a:pt x="15" y="2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85" name="Freeform 99">
              <a:extLst>
                <a:ext uri="{FF2B5EF4-FFF2-40B4-BE49-F238E27FC236}">
                  <a16:creationId xmlns:a16="http://schemas.microsoft.com/office/drawing/2014/main" id="{5E236DB6-D53C-6947-BF81-F1742BD23495}"/>
                </a:ext>
              </a:extLst>
            </p:cNvPr>
            <p:cNvSpPr>
              <a:spLocks noChangeArrowheads="1"/>
            </p:cNvSpPr>
            <p:nvPr/>
          </p:nvSpPr>
          <p:spPr bwMode="auto">
            <a:xfrm>
              <a:off x="7458075" y="7216775"/>
              <a:ext cx="42863" cy="42863"/>
            </a:xfrm>
            <a:custGeom>
              <a:avLst/>
              <a:gdLst>
                <a:gd name="T0" fmla="*/ 12859 w 120"/>
                <a:gd name="T1" fmla="*/ 4722 h 118"/>
                <a:gd name="T2" fmla="*/ 12859 w 120"/>
                <a:gd name="T3" fmla="*/ 4722 h 118"/>
                <a:gd name="T4" fmla="*/ 8215 w 120"/>
                <a:gd name="T5" fmla="*/ 33782 h 118"/>
                <a:gd name="T6" fmla="*/ 8215 w 120"/>
                <a:gd name="T7" fmla="*/ 33782 h 118"/>
                <a:gd name="T8" fmla="*/ 38577 w 120"/>
                <a:gd name="T9" fmla="*/ 26880 h 118"/>
                <a:gd name="T10" fmla="*/ 38577 w 120"/>
                <a:gd name="T11" fmla="*/ 26880 h 118"/>
                <a:gd name="T12" fmla="*/ 35719 w 120"/>
                <a:gd name="T13" fmla="*/ 7265 h 118"/>
                <a:gd name="T14" fmla="*/ 35719 w 120"/>
                <a:gd name="T15" fmla="*/ 7265 h 118"/>
                <a:gd name="T16" fmla="*/ 12859 w 120"/>
                <a:gd name="T17" fmla="*/ 4722 h 11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20" h="118">
                  <a:moveTo>
                    <a:pt x="36" y="13"/>
                  </a:moveTo>
                  <a:lnTo>
                    <a:pt x="36" y="13"/>
                  </a:lnTo>
                  <a:cubicBezTo>
                    <a:pt x="7" y="29"/>
                    <a:pt x="0" y="70"/>
                    <a:pt x="23" y="93"/>
                  </a:cubicBezTo>
                  <a:cubicBezTo>
                    <a:pt x="47" y="117"/>
                    <a:pt x="90" y="107"/>
                    <a:pt x="108" y="74"/>
                  </a:cubicBezTo>
                  <a:cubicBezTo>
                    <a:pt x="119" y="51"/>
                    <a:pt x="117" y="38"/>
                    <a:pt x="100" y="20"/>
                  </a:cubicBezTo>
                  <a:cubicBezTo>
                    <a:pt x="82" y="3"/>
                    <a:pt x="58" y="0"/>
                    <a:pt x="36" y="1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86" name="Freeform 102">
              <a:extLst>
                <a:ext uri="{FF2B5EF4-FFF2-40B4-BE49-F238E27FC236}">
                  <a16:creationId xmlns:a16="http://schemas.microsoft.com/office/drawing/2014/main" id="{9BD79A75-CA2D-4F4D-B988-25E1F7055835}"/>
                </a:ext>
              </a:extLst>
            </p:cNvPr>
            <p:cNvSpPr>
              <a:spLocks noChangeArrowheads="1"/>
            </p:cNvSpPr>
            <p:nvPr/>
          </p:nvSpPr>
          <p:spPr bwMode="auto">
            <a:xfrm>
              <a:off x="7370763" y="7221538"/>
              <a:ext cx="44450" cy="41275"/>
            </a:xfrm>
            <a:custGeom>
              <a:avLst/>
              <a:gdLst>
                <a:gd name="T0" fmla="*/ 11659 w 122"/>
                <a:gd name="T1" fmla="*/ 6102 h 115"/>
                <a:gd name="T2" fmla="*/ 11659 w 122"/>
                <a:gd name="T3" fmla="*/ 6102 h 115"/>
                <a:gd name="T4" fmla="*/ 15667 w 122"/>
                <a:gd name="T5" fmla="*/ 35891 h 115"/>
                <a:gd name="T6" fmla="*/ 15667 w 122"/>
                <a:gd name="T7" fmla="*/ 35891 h 115"/>
                <a:gd name="T8" fmla="*/ 44086 w 122"/>
                <a:gd name="T9" fmla="*/ 19381 h 115"/>
                <a:gd name="T10" fmla="*/ 44086 w 122"/>
                <a:gd name="T11" fmla="*/ 19381 h 115"/>
                <a:gd name="T12" fmla="*/ 37527 w 122"/>
                <a:gd name="T13" fmla="*/ 8255 h 115"/>
                <a:gd name="T14" fmla="*/ 37527 w 122"/>
                <a:gd name="T15" fmla="*/ 8255 h 115"/>
                <a:gd name="T16" fmla="*/ 11659 w 122"/>
                <a:gd name="T17" fmla="*/ 6102 h 1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22" h="115">
                  <a:moveTo>
                    <a:pt x="32" y="17"/>
                  </a:moveTo>
                  <a:lnTo>
                    <a:pt x="32" y="17"/>
                  </a:lnTo>
                  <a:cubicBezTo>
                    <a:pt x="0" y="37"/>
                    <a:pt x="5" y="81"/>
                    <a:pt x="43" y="100"/>
                  </a:cubicBezTo>
                  <a:cubicBezTo>
                    <a:pt x="73" y="114"/>
                    <a:pt x="121" y="87"/>
                    <a:pt x="121" y="54"/>
                  </a:cubicBezTo>
                  <a:cubicBezTo>
                    <a:pt x="121" y="47"/>
                    <a:pt x="114" y="34"/>
                    <a:pt x="103" y="23"/>
                  </a:cubicBezTo>
                  <a:cubicBezTo>
                    <a:pt x="82" y="2"/>
                    <a:pt x="59" y="0"/>
                    <a:pt x="32" y="1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87" name="Freeform 104">
              <a:extLst>
                <a:ext uri="{FF2B5EF4-FFF2-40B4-BE49-F238E27FC236}">
                  <a16:creationId xmlns:a16="http://schemas.microsoft.com/office/drawing/2014/main" id="{45687BF6-EB24-9340-8572-DABD9194BFA9}"/>
                </a:ext>
              </a:extLst>
            </p:cNvPr>
            <p:cNvSpPr>
              <a:spLocks noChangeArrowheads="1"/>
            </p:cNvSpPr>
            <p:nvPr/>
          </p:nvSpPr>
          <p:spPr bwMode="auto">
            <a:xfrm>
              <a:off x="7539038" y="7226300"/>
              <a:ext cx="609600" cy="23813"/>
            </a:xfrm>
            <a:custGeom>
              <a:avLst/>
              <a:gdLst>
                <a:gd name="T0" fmla="*/ 15114 w 1694"/>
                <a:gd name="T1" fmla="*/ 2165 h 66"/>
                <a:gd name="T2" fmla="*/ 15114 w 1694"/>
                <a:gd name="T3" fmla="*/ 2165 h 66"/>
                <a:gd name="T4" fmla="*/ 3599 w 1694"/>
                <a:gd name="T5" fmla="*/ 13350 h 66"/>
                <a:gd name="T6" fmla="*/ 3599 w 1694"/>
                <a:gd name="T7" fmla="*/ 13350 h 66"/>
                <a:gd name="T8" fmla="*/ 15114 w 1694"/>
                <a:gd name="T9" fmla="*/ 19483 h 66"/>
                <a:gd name="T10" fmla="*/ 15114 w 1694"/>
                <a:gd name="T11" fmla="*/ 19483 h 66"/>
                <a:gd name="T12" fmla="*/ 312717 w 1694"/>
                <a:gd name="T13" fmla="*/ 22009 h 66"/>
                <a:gd name="T14" fmla="*/ 602043 w 1694"/>
                <a:gd name="T15" fmla="*/ 23452 h 66"/>
                <a:gd name="T16" fmla="*/ 605642 w 1694"/>
                <a:gd name="T17" fmla="*/ 19483 h 66"/>
                <a:gd name="T18" fmla="*/ 605642 w 1694"/>
                <a:gd name="T19" fmla="*/ 19483 h 66"/>
                <a:gd name="T20" fmla="*/ 604562 w 1694"/>
                <a:gd name="T21" fmla="*/ 2526 h 66"/>
                <a:gd name="T22" fmla="*/ 604562 w 1694"/>
                <a:gd name="T23" fmla="*/ 2526 h 66"/>
                <a:gd name="T24" fmla="*/ 314156 w 1694"/>
                <a:gd name="T25" fmla="*/ 361 h 66"/>
                <a:gd name="T26" fmla="*/ 314156 w 1694"/>
                <a:gd name="T27" fmla="*/ 361 h 66"/>
                <a:gd name="T28" fmla="*/ 15114 w 1694"/>
                <a:gd name="T29" fmla="*/ 2165 h 6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694" h="66">
                  <a:moveTo>
                    <a:pt x="42" y="6"/>
                  </a:moveTo>
                  <a:lnTo>
                    <a:pt x="42" y="6"/>
                  </a:lnTo>
                  <a:cubicBezTo>
                    <a:pt x="5" y="13"/>
                    <a:pt x="0" y="18"/>
                    <a:pt x="10" y="37"/>
                  </a:cubicBezTo>
                  <a:cubicBezTo>
                    <a:pt x="16" y="47"/>
                    <a:pt x="23" y="51"/>
                    <a:pt x="42" y="54"/>
                  </a:cubicBezTo>
                  <a:cubicBezTo>
                    <a:pt x="55" y="56"/>
                    <a:pt x="427" y="59"/>
                    <a:pt x="869" y="61"/>
                  </a:cubicBezTo>
                  <a:lnTo>
                    <a:pt x="1673" y="65"/>
                  </a:lnTo>
                  <a:lnTo>
                    <a:pt x="1683" y="54"/>
                  </a:lnTo>
                  <a:cubicBezTo>
                    <a:pt x="1693" y="42"/>
                    <a:pt x="1692" y="21"/>
                    <a:pt x="1680" y="7"/>
                  </a:cubicBezTo>
                  <a:cubicBezTo>
                    <a:pt x="1676" y="1"/>
                    <a:pt x="1511" y="0"/>
                    <a:pt x="873" y="1"/>
                  </a:cubicBezTo>
                  <a:cubicBezTo>
                    <a:pt x="420" y="1"/>
                    <a:pt x="58" y="3"/>
                    <a:pt x="42" y="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sp>
        <p:nvSpPr>
          <p:cNvPr id="488" name="Freeform 79">
            <a:extLst>
              <a:ext uri="{FF2B5EF4-FFF2-40B4-BE49-F238E27FC236}">
                <a16:creationId xmlns:a16="http://schemas.microsoft.com/office/drawing/2014/main" id="{96B17A8F-75A3-C748-98EF-D57AA8CDBDEE}"/>
              </a:ext>
            </a:extLst>
          </p:cNvPr>
          <p:cNvSpPr>
            <a:spLocks noChangeAspect="1" noChangeArrowheads="1"/>
          </p:cNvSpPr>
          <p:nvPr/>
        </p:nvSpPr>
        <p:spPr bwMode="auto">
          <a:xfrm>
            <a:off x="317049" y="1447352"/>
            <a:ext cx="24483" cy="3957536"/>
          </a:xfrm>
          <a:custGeom>
            <a:avLst/>
            <a:gdLst>
              <a:gd name="T0" fmla="*/ 6285 w 73"/>
              <a:gd name="T1" fmla="*/ 4680 h 12118"/>
              <a:gd name="T2" fmla="*/ 6285 w 73"/>
              <a:gd name="T3" fmla="*/ 4680 h 12118"/>
              <a:gd name="T4" fmla="*/ 1109 w 73"/>
              <a:gd name="T5" fmla="*/ 45360 h 12118"/>
              <a:gd name="T6" fmla="*/ 1109 w 73"/>
              <a:gd name="T7" fmla="*/ 45360 h 12118"/>
              <a:gd name="T8" fmla="*/ 370 w 73"/>
              <a:gd name="T9" fmla="*/ 2216145 h 12118"/>
              <a:gd name="T10" fmla="*/ 370 w 73"/>
              <a:gd name="T11" fmla="*/ 2216145 h 12118"/>
              <a:gd name="T12" fmla="*/ 3327 w 73"/>
              <a:gd name="T13" fmla="*/ 4354890 h 12118"/>
              <a:gd name="T14" fmla="*/ 3327 w 73"/>
              <a:gd name="T15" fmla="*/ 4354890 h 12118"/>
              <a:gd name="T16" fmla="*/ 17745 w 73"/>
              <a:gd name="T17" fmla="*/ 4358130 h 12118"/>
              <a:gd name="T18" fmla="*/ 17745 w 73"/>
              <a:gd name="T19" fmla="*/ 4358130 h 12118"/>
              <a:gd name="T20" fmla="*/ 23290 w 73"/>
              <a:gd name="T21" fmla="*/ 4318170 h 12118"/>
              <a:gd name="T22" fmla="*/ 23290 w 73"/>
              <a:gd name="T23" fmla="*/ 4318170 h 12118"/>
              <a:gd name="T24" fmla="*/ 23290 w 73"/>
              <a:gd name="T25" fmla="*/ 43920 h 12118"/>
              <a:gd name="T26" fmla="*/ 23290 w 73"/>
              <a:gd name="T27" fmla="*/ 43920 h 12118"/>
              <a:gd name="T28" fmla="*/ 18115 w 73"/>
              <a:gd name="T29" fmla="*/ 4680 h 12118"/>
              <a:gd name="T30" fmla="*/ 18115 w 73"/>
              <a:gd name="T31" fmla="*/ 4680 h 12118"/>
              <a:gd name="T32" fmla="*/ 6285 w 73"/>
              <a:gd name="T33" fmla="*/ 4680 h 1211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73" h="12118">
                <a:moveTo>
                  <a:pt x="17" y="13"/>
                </a:moveTo>
                <a:lnTo>
                  <a:pt x="17" y="13"/>
                </a:lnTo>
                <a:cubicBezTo>
                  <a:pt x="7" y="22"/>
                  <a:pt x="6" y="35"/>
                  <a:pt x="3" y="126"/>
                </a:cubicBezTo>
                <a:cubicBezTo>
                  <a:pt x="1" y="182"/>
                  <a:pt x="0" y="2896"/>
                  <a:pt x="1" y="6156"/>
                </a:cubicBezTo>
                <a:cubicBezTo>
                  <a:pt x="2" y="10884"/>
                  <a:pt x="4" y="12087"/>
                  <a:pt x="9" y="12097"/>
                </a:cubicBezTo>
                <a:cubicBezTo>
                  <a:pt x="19" y="12113"/>
                  <a:pt x="36" y="12117"/>
                  <a:pt x="48" y="12106"/>
                </a:cubicBezTo>
                <a:cubicBezTo>
                  <a:pt x="55" y="12097"/>
                  <a:pt x="58" y="12079"/>
                  <a:pt x="63" y="11995"/>
                </a:cubicBezTo>
                <a:cubicBezTo>
                  <a:pt x="72" y="11851"/>
                  <a:pt x="72" y="265"/>
                  <a:pt x="63" y="122"/>
                </a:cubicBezTo>
                <a:cubicBezTo>
                  <a:pt x="59" y="46"/>
                  <a:pt x="55" y="19"/>
                  <a:pt x="49" y="13"/>
                </a:cubicBezTo>
                <a:cubicBezTo>
                  <a:pt x="39" y="0"/>
                  <a:pt x="29" y="0"/>
                  <a:pt x="17" y="13"/>
                </a:cubicBezTo>
              </a:path>
            </a:pathLst>
          </a:custGeom>
          <a:solidFill>
            <a:schemeClr val="accent3"/>
          </a:solidFill>
          <a:ln>
            <a:noFill/>
          </a:ln>
          <a:effectLst/>
        </p:spPr>
        <p:txBody>
          <a:bodyPr wrap="none" anchor="ctr"/>
          <a:lstStyle/>
          <a:p>
            <a:endParaRPr lang="es-ES_tradnl" sz="1633"/>
          </a:p>
        </p:txBody>
      </p:sp>
      <p:grpSp>
        <p:nvGrpSpPr>
          <p:cNvPr id="489" name="Group 130">
            <a:extLst>
              <a:ext uri="{FF2B5EF4-FFF2-40B4-BE49-F238E27FC236}">
                <a16:creationId xmlns:a16="http://schemas.microsoft.com/office/drawing/2014/main" id="{3155A1CE-36A8-F341-A05B-975E60C45342}"/>
              </a:ext>
            </a:extLst>
          </p:cNvPr>
          <p:cNvGrpSpPr>
            <a:grpSpLocks noChangeAspect="1"/>
          </p:cNvGrpSpPr>
          <p:nvPr/>
        </p:nvGrpSpPr>
        <p:grpSpPr bwMode="auto">
          <a:xfrm rot="5400000">
            <a:off x="288247" y="5491297"/>
            <a:ext cx="1095956" cy="1093075"/>
            <a:chOff x="7370763" y="6069013"/>
            <a:chExt cx="1208087" cy="1204912"/>
          </a:xfrm>
          <a:solidFill>
            <a:schemeClr val="accent3"/>
          </a:solidFill>
        </p:grpSpPr>
        <p:sp>
          <p:nvSpPr>
            <p:cNvPr id="490" name="Freeform 81">
              <a:extLst>
                <a:ext uri="{FF2B5EF4-FFF2-40B4-BE49-F238E27FC236}">
                  <a16:creationId xmlns:a16="http://schemas.microsoft.com/office/drawing/2014/main" id="{509F65AF-E73D-BE44-A676-6AE574B39EF9}"/>
                </a:ext>
              </a:extLst>
            </p:cNvPr>
            <p:cNvSpPr>
              <a:spLocks noChangeArrowheads="1"/>
            </p:cNvSpPr>
            <p:nvPr/>
          </p:nvSpPr>
          <p:spPr bwMode="auto">
            <a:xfrm>
              <a:off x="8526463" y="6069013"/>
              <a:ext cx="38100" cy="42862"/>
            </a:xfrm>
            <a:custGeom>
              <a:avLst/>
              <a:gdLst>
                <a:gd name="T0" fmla="*/ 10583 w 108"/>
                <a:gd name="T1" fmla="*/ 3632 h 118"/>
                <a:gd name="T2" fmla="*/ 10583 w 108"/>
                <a:gd name="T3" fmla="*/ 3632 h 118"/>
                <a:gd name="T4" fmla="*/ 0 w 108"/>
                <a:gd name="T5" fmla="*/ 23610 h 118"/>
                <a:gd name="T6" fmla="*/ 0 w 108"/>
                <a:gd name="T7" fmla="*/ 23610 h 118"/>
                <a:gd name="T8" fmla="*/ 17286 w 108"/>
                <a:gd name="T9" fmla="*/ 42499 h 118"/>
                <a:gd name="T10" fmla="*/ 17286 w 108"/>
                <a:gd name="T11" fmla="*/ 42499 h 118"/>
                <a:gd name="T12" fmla="*/ 33867 w 108"/>
                <a:gd name="T13" fmla="*/ 14893 h 118"/>
                <a:gd name="T14" fmla="*/ 33867 w 108"/>
                <a:gd name="T15" fmla="*/ 14893 h 118"/>
                <a:gd name="T16" fmla="*/ 10583 w 108"/>
                <a:gd name="T17" fmla="*/ 3632 h 11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08" h="118">
                  <a:moveTo>
                    <a:pt x="30" y="10"/>
                  </a:moveTo>
                  <a:lnTo>
                    <a:pt x="30" y="10"/>
                  </a:lnTo>
                  <a:cubicBezTo>
                    <a:pt x="17" y="16"/>
                    <a:pt x="0" y="46"/>
                    <a:pt x="0" y="65"/>
                  </a:cubicBezTo>
                  <a:cubicBezTo>
                    <a:pt x="0" y="86"/>
                    <a:pt x="30" y="117"/>
                    <a:pt x="49" y="117"/>
                  </a:cubicBezTo>
                  <a:cubicBezTo>
                    <a:pt x="79" y="117"/>
                    <a:pt x="107" y="72"/>
                    <a:pt x="96" y="41"/>
                  </a:cubicBezTo>
                  <a:cubicBezTo>
                    <a:pt x="86" y="15"/>
                    <a:pt x="55" y="0"/>
                    <a:pt x="30" y="1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91" name="Freeform 83">
              <a:extLst>
                <a:ext uri="{FF2B5EF4-FFF2-40B4-BE49-F238E27FC236}">
                  <a16:creationId xmlns:a16="http://schemas.microsoft.com/office/drawing/2014/main" id="{E6862E83-455E-B24E-99C7-ED9E4B958913}"/>
                </a:ext>
              </a:extLst>
            </p:cNvPr>
            <p:cNvSpPr>
              <a:spLocks noChangeArrowheads="1"/>
            </p:cNvSpPr>
            <p:nvPr/>
          </p:nvSpPr>
          <p:spPr bwMode="auto">
            <a:xfrm>
              <a:off x="8520113" y="6153150"/>
              <a:ext cx="39687" cy="44450"/>
            </a:xfrm>
            <a:custGeom>
              <a:avLst/>
              <a:gdLst>
                <a:gd name="T0" fmla="*/ 13229 w 111"/>
                <a:gd name="T1" fmla="*/ 6923 h 122"/>
                <a:gd name="T2" fmla="*/ 13229 w 111"/>
                <a:gd name="T3" fmla="*/ 6923 h 122"/>
                <a:gd name="T4" fmla="*/ 8939 w 111"/>
                <a:gd name="T5" fmla="*/ 37527 h 122"/>
                <a:gd name="T6" fmla="*/ 8939 w 111"/>
                <a:gd name="T7" fmla="*/ 37527 h 122"/>
                <a:gd name="T8" fmla="*/ 28246 w 111"/>
                <a:gd name="T9" fmla="*/ 40078 h 122"/>
                <a:gd name="T10" fmla="*/ 28246 w 111"/>
                <a:gd name="T11" fmla="*/ 40078 h 122"/>
                <a:gd name="T12" fmla="*/ 39329 w 111"/>
                <a:gd name="T13" fmla="*/ 21132 h 122"/>
                <a:gd name="T14" fmla="*/ 39329 w 111"/>
                <a:gd name="T15" fmla="*/ 21132 h 122"/>
                <a:gd name="T16" fmla="*/ 13229 w 111"/>
                <a:gd name="T17" fmla="*/ 6923 h 12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11" h="122">
                  <a:moveTo>
                    <a:pt x="37" y="19"/>
                  </a:moveTo>
                  <a:lnTo>
                    <a:pt x="37" y="19"/>
                  </a:lnTo>
                  <a:cubicBezTo>
                    <a:pt x="6" y="36"/>
                    <a:pt x="0" y="78"/>
                    <a:pt x="25" y="103"/>
                  </a:cubicBezTo>
                  <a:cubicBezTo>
                    <a:pt x="43" y="120"/>
                    <a:pt x="56" y="121"/>
                    <a:pt x="79" y="110"/>
                  </a:cubicBezTo>
                  <a:cubicBezTo>
                    <a:pt x="100" y="99"/>
                    <a:pt x="110" y="82"/>
                    <a:pt x="110" y="58"/>
                  </a:cubicBezTo>
                  <a:cubicBezTo>
                    <a:pt x="110" y="20"/>
                    <a:pt x="72" y="0"/>
                    <a:pt x="37" y="1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92" name="Freeform 85">
              <a:extLst>
                <a:ext uri="{FF2B5EF4-FFF2-40B4-BE49-F238E27FC236}">
                  <a16:creationId xmlns:a16="http://schemas.microsoft.com/office/drawing/2014/main" id="{A44FF799-8F3B-324D-9570-675AB1F2CEE8}"/>
                </a:ext>
              </a:extLst>
            </p:cNvPr>
            <p:cNvSpPr>
              <a:spLocks noChangeArrowheads="1"/>
            </p:cNvSpPr>
            <p:nvPr/>
          </p:nvSpPr>
          <p:spPr bwMode="auto">
            <a:xfrm>
              <a:off x="8531225" y="6235700"/>
              <a:ext cx="23813" cy="609600"/>
            </a:xfrm>
            <a:custGeom>
              <a:avLst/>
              <a:gdLst>
                <a:gd name="T0" fmla="*/ 5051 w 66"/>
                <a:gd name="T1" fmla="*/ 2881 h 1693"/>
                <a:gd name="T2" fmla="*/ 5051 w 66"/>
                <a:gd name="T3" fmla="*/ 2881 h 1693"/>
                <a:gd name="T4" fmla="*/ 0 w 66"/>
                <a:gd name="T5" fmla="*/ 315782 h 1693"/>
                <a:gd name="T6" fmla="*/ 0 w 66"/>
                <a:gd name="T7" fmla="*/ 315782 h 1693"/>
                <a:gd name="T8" fmla="*/ 2526 w 66"/>
                <a:gd name="T9" fmla="*/ 604559 h 1693"/>
                <a:gd name="T10" fmla="*/ 2526 w 66"/>
                <a:gd name="T11" fmla="*/ 604559 h 1693"/>
                <a:gd name="T12" fmla="*/ 19844 w 66"/>
                <a:gd name="T13" fmla="*/ 604919 h 1693"/>
                <a:gd name="T14" fmla="*/ 19844 w 66"/>
                <a:gd name="T15" fmla="*/ 604919 h 1693"/>
                <a:gd name="T16" fmla="*/ 22009 w 66"/>
                <a:gd name="T17" fmla="*/ 304620 h 1693"/>
                <a:gd name="T18" fmla="*/ 20205 w 66"/>
                <a:gd name="T19" fmla="*/ 8282 h 1693"/>
                <a:gd name="T20" fmla="*/ 15515 w 66"/>
                <a:gd name="T21" fmla="*/ 4681 h 1693"/>
                <a:gd name="T22" fmla="*/ 15515 w 66"/>
                <a:gd name="T23" fmla="*/ 4681 h 1693"/>
                <a:gd name="T24" fmla="*/ 5051 w 66"/>
                <a:gd name="T25" fmla="*/ 2881 h 169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66" h="1693">
                  <a:moveTo>
                    <a:pt x="14" y="8"/>
                  </a:moveTo>
                  <a:lnTo>
                    <a:pt x="14" y="8"/>
                  </a:lnTo>
                  <a:cubicBezTo>
                    <a:pt x="2" y="27"/>
                    <a:pt x="0" y="133"/>
                    <a:pt x="0" y="877"/>
                  </a:cubicBezTo>
                  <a:cubicBezTo>
                    <a:pt x="0" y="1538"/>
                    <a:pt x="2" y="1674"/>
                    <a:pt x="7" y="1679"/>
                  </a:cubicBezTo>
                  <a:cubicBezTo>
                    <a:pt x="22" y="1691"/>
                    <a:pt x="45" y="1692"/>
                    <a:pt x="55" y="1680"/>
                  </a:cubicBezTo>
                  <a:cubicBezTo>
                    <a:pt x="65" y="1670"/>
                    <a:pt x="65" y="1642"/>
                    <a:pt x="61" y="846"/>
                  </a:cubicBezTo>
                  <a:lnTo>
                    <a:pt x="56" y="23"/>
                  </a:lnTo>
                  <a:lnTo>
                    <a:pt x="43" y="13"/>
                  </a:lnTo>
                  <a:cubicBezTo>
                    <a:pt x="30" y="2"/>
                    <a:pt x="19" y="0"/>
                    <a:pt x="14" y="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93" name="Freeform 87">
              <a:extLst>
                <a:ext uri="{FF2B5EF4-FFF2-40B4-BE49-F238E27FC236}">
                  <a16:creationId xmlns:a16="http://schemas.microsoft.com/office/drawing/2014/main" id="{EB693733-A9EE-3045-B09B-602C2211A1F5}"/>
                </a:ext>
              </a:extLst>
            </p:cNvPr>
            <p:cNvSpPr>
              <a:spLocks noChangeArrowheads="1"/>
            </p:cNvSpPr>
            <p:nvPr/>
          </p:nvSpPr>
          <p:spPr bwMode="auto">
            <a:xfrm>
              <a:off x="8451850" y="6364288"/>
              <a:ext cx="39688" cy="31750"/>
            </a:xfrm>
            <a:custGeom>
              <a:avLst/>
              <a:gdLst>
                <a:gd name="T0" fmla="*/ 8224 w 111"/>
                <a:gd name="T1" fmla="*/ 5051 h 88"/>
                <a:gd name="T2" fmla="*/ 8224 w 111"/>
                <a:gd name="T3" fmla="*/ 5051 h 88"/>
                <a:gd name="T4" fmla="*/ 19665 w 111"/>
                <a:gd name="T5" fmla="*/ 31389 h 88"/>
                <a:gd name="T6" fmla="*/ 19665 w 111"/>
                <a:gd name="T7" fmla="*/ 31389 h 88"/>
                <a:gd name="T8" fmla="*/ 30749 w 111"/>
                <a:gd name="T9" fmla="*/ 5051 h 88"/>
                <a:gd name="T10" fmla="*/ 30749 w 111"/>
                <a:gd name="T11" fmla="*/ 5051 h 88"/>
                <a:gd name="T12" fmla="*/ 19665 w 111"/>
                <a:gd name="T13" fmla="*/ 722 h 88"/>
                <a:gd name="T14" fmla="*/ 19665 w 111"/>
                <a:gd name="T15" fmla="*/ 722 h 88"/>
                <a:gd name="T16" fmla="*/ 8224 w 111"/>
                <a:gd name="T17" fmla="*/ 5051 h 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11" h="88">
                  <a:moveTo>
                    <a:pt x="23" y="14"/>
                  </a:moveTo>
                  <a:lnTo>
                    <a:pt x="23" y="14"/>
                  </a:lnTo>
                  <a:cubicBezTo>
                    <a:pt x="0" y="43"/>
                    <a:pt x="19" y="87"/>
                    <a:pt x="55" y="87"/>
                  </a:cubicBezTo>
                  <a:cubicBezTo>
                    <a:pt x="89" y="87"/>
                    <a:pt x="110" y="36"/>
                    <a:pt x="86" y="14"/>
                  </a:cubicBezTo>
                  <a:cubicBezTo>
                    <a:pt x="80" y="8"/>
                    <a:pt x="67" y="4"/>
                    <a:pt x="55" y="2"/>
                  </a:cubicBezTo>
                  <a:cubicBezTo>
                    <a:pt x="37" y="0"/>
                    <a:pt x="33" y="1"/>
                    <a:pt x="23" y="1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94" name="Freeform 89">
              <a:extLst>
                <a:ext uri="{FF2B5EF4-FFF2-40B4-BE49-F238E27FC236}">
                  <a16:creationId xmlns:a16="http://schemas.microsoft.com/office/drawing/2014/main" id="{4DDC4B53-CA78-6C47-AE97-B75898E9F48E}"/>
                </a:ext>
              </a:extLst>
            </p:cNvPr>
            <p:cNvSpPr>
              <a:spLocks noChangeArrowheads="1"/>
            </p:cNvSpPr>
            <p:nvPr/>
          </p:nvSpPr>
          <p:spPr bwMode="auto">
            <a:xfrm>
              <a:off x="7731125" y="6427788"/>
              <a:ext cx="754063" cy="754062"/>
            </a:xfrm>
            <a:custGeom>
              <a:avLst/>
              <a:gdLst>
                <a:gd name="T0" fmla="*/ 401350 w 2093"/>
                <a:gd name="T1" fmla="*/ 303354 h 2093"/>
                <a:gd name="T2" fmla="*/ 462598 w 2093"/>
                <a:gd name="T3" fmla="*/ 462597 h 2093"/>
                <a:gd name="T4" fmla="*/ 303715 w 2093"/>
                <a:gd name="T5" fmla="*/ 401350 h 2093"/>
                <a:gd name="T6" fmla="*/ 266606 w 2093"/>
                <a:gd name="T7" fmla="*/ 266606 h 2093"/>
                <a:gd name="T8" fmla="*/ 739292 w 2093"/>
                <a:gd name="T9" fmla="*/ 3603 h 2093"/>
                <a:gd name="T10" fmla="*/ 728483 w 2093"/>
                <a:gd name="T11" fmla="*/ 261562 h 2093"/>
                <a:gd name="T12" fmla="*/ 716954 w 2093"/>
                <a:gd name="T13" fmla="*/ 315964 h 2093"/>
                <a:gd name="T14" fmla="*/ 560954 w 2093"/>
                <a:gd name="T15" fmla="*/ 458634 h 2093"/>
                <a:gd name="T16" fmla="*/ 548344 w 2093"/>
                <a:gd name="T17" fmla="*/ 505470 h 2093"/>
                <a:gd name="T18" fmla="*/ 553028 w 2093"/>
                <a:gd name="T19" fmla="*/ 333617 h 2093"/>
                <a:gd name="T20" fmla="*/ 682007 w 2093"/>
                <a:gd name="T21" fmla="*/ 133303 h 2093"/>
                <a:gd name="T22" fmla="*/ 692095 w 2093"/>
                <a:gd name="T23" fmla="*/ 83945 h 2093"/>
                <a:gd name="T24" fmla="*/ 643818 w 2093"/>
                <a:gd name="T25" fmla="*/ 115649 h 2093"/>
                <a:gd name="T26" fmla="*/ 588695 w 2093"/>
                <a:gd name="T27" fmla="*/ 53681 h 2093"/>
                <a:gd name="T28" fmla="*/ 581129 w 2093"/>
                <a:gd name="T29" fmla="*/ 188425 h 2093"/>
                <a:gd name="T30" fmla="*/ 510154 w 2093"/>
                <a:gd name="T31" fmla="*/ 424408 h 2093"/>
                <a:gd name="T32" fmla="*/ 494302 w 2093"/>
                <a:gd name="T33" fmla="*/ 377211 h 2093"/>
                <a:gd name="T34" fmla="*/ 489619 w 2093"/>
                <a:gd name="T35" fmla="*/ 159243 h 2093"/>
                <a:gd name="T36" fmla="*/ 428731 w 2093"/>
                <a:gd name="T37" fmla="*/ 48998 h 2093"/>
                <a:gd name="T38" fmla="*/ 305156 w 2093"/>
                <a:gd name="T39" fmla="*/ 104841 h 2093"/>
                <a:gd name="T40" fmla="*/ 362440 w 2093"/>
                <a:gd name="T41" fmla="*/ 218689 h 2093"/>
                <a:gd name="T42" fmla="*/ 374329 w 2093"/>
                <a:gd name="T43" fmla="*/ 159963 h 2093"/>
                <a:gd name="T44" fmla="*/ 344787 w 2093"/>
                <a:gd name="T45" fmla="*/ 85026 h 2093"/>
                <a:gd name="T46" fmla="*/ 459355 w 2093"/>
                <a:gd name="T47" fmla="*/ 136545 h 2093"/>
                <a:gd name="T48" fmla="*/ 483494 w 2093"/>
                <a:gd name="T49" fmla="*/ 430532 h 2093"/>
                <a:gd name="T50" fmla="*/ 498986 w 2093"/>
                <a:gd name="T51" fmla="*/ 474846 h 2093"/>
                <a:gd name="T52" fmla="*/ 433775 w 2093"/>
                <a:gd name="T53" fmla="*/ 313082 h 2093"/>
                <a:gd name="T54" fmla="*/ 392704 w 2093"/>
                <a:gd name="T55" fmla="*/ 274172 h 2093"/>
                <a:gd name="T56" fmla="*/ 195631 w 2093"/>
                <a:gd name="T57" fmla="*/ 208241 h 2093"/>
                <a:gd name="T58" fmla="*/ 282819 w 2093"/>
                <a:gd name="T59" fmla="*/ 426569 h 2093"/>
                <a:gd name="T60" fmla="*/ 438819 w 2093"/>
                <a:gd name="T61" fmla="*/ 475567 h 2093"/>
                <a:gd name="T62" fmla="*/ 460436 w 2093"/>
                <a:gd name="T63" fmla="*/ 493221 h 2093"/>
                <a:gd name="T64" fmla="*/ 282098 w 2093"/>
                <a:gd name="T65" fmla="*/ 471244 h 2093"/>
                <a:gd name="T66" fmla="*/ 69173 w 2093"/>
                <a:gd name="T67" fmla="*/ 388380 h 2093"/>
                <a:gd name="T68" fmla="*/ 109164 w 2093"/>
                <a:gd name="T69" fmla="*/ 339382 h 2093"/>
                <a:gd name="T70" fmla="*/ 203918 w 2093"/>
                <a:gd name="T71" fmla="*/ 388740 h 2093"/>
                <a:gd name="T72" fmla="*/ 203918 w 2093"/>
                <a:gd name="T73" fmla="*/ 327493 h 2093"/>
                <a:gd name="T74" fmla="*/ 66652 w 2093"/>
                <a:gd name="T75" fmla="*/ 329654 h 2093"/>
                <a:gd name="T76" fmla="*/ 65571 w 2093"/>
                <a:gd name="T77" fmla="*/ 449987 h 2093"/>
                <a:gd name="T78" fmla="*/ 267687 w 2093"/>
                <a:gd name="T79" fmla="*/ 492500 h 2093"/>
                <a:gd name="T80" fmla="*/ 444223 w 2093"/>
                <a:gd name="T81" fmla="*/ 506911 h 2093"/>
                <a:gd name="T82" fmla="*/ 271650 w 2093"/>
                <a:gd name="T83" fmla="*/ 550505 h 2093"/>
                <a:gd name="T84" fmla="*/ 83945 w 2093"/>
                <a:gd name="T85" fmla="*/ 590496 h 2093"/>
                <a:gd name="T86" fmla="*/ 52240 w 2093"/>
                <a:gd name="T87" fmla="*/ 599503 h 2093"/>
                <a:gd name="T88" fmla="*/ 109885 w 2093"/>
                <a:gd name="T89" fmla="*/ 657868 h 2093"/>
                <a:gd name="T90" fmla="*/ 97275 w 2093"/>
                <a:gd name="T91" fmla="*/ 694256 h 2093"/>
                <a:gd name="T92" fmla="*/ 216888 w 2093"/>
                <a:gd name="T93" fmla="*/ 626884 h 2093"/>
                <a:gd name="T94" fmla="*/ 425129 w 2093"/>
                <a:gd name="T95" fmla="*/ 535013 h 2093"/>
                <a:gd name="T96" fmla="*/ 498986 w 2093"/>
                <a:gd name="T97" fmla="*/ 555189 h 2093"/>
                <a:gd name="T98" fmla="*/ 351272 w 2093"/>
                <a:gd name="T99" fmla="*/ 634450 h 2093"/>
                <a:gd name="T100" fmla="*/ 313803 w 2093"/>
                <a:gd name="T101" fmla="*/ 722358 h 2093"/>
                <a:gd name="T102" fmla="*/ 109164 w 2093"/>
                <a:gd name="T103" fmla="*/ 734967 h 2093"/>
                <a:gd name="T104" fmla="*/ 7926 w 2093"/>
                <a:gd name="T105" fmla="*/ 751540 h 2093"/>
                <a:gd name="T106" fmla="*/ 346228 w 2093"/>
                <a:gd name="T107" fmla="*/ 738570 h 2093"/>
                <a:gd name="T108" fmla="*/ 469083 w 2093"/>
                <a:gd name="T109" fmla="*/ 587974 h 2093"/>
                <a:gd name="T110" fmla="*/ 585453 w 2093"/>
                <a:gd name="T111" fmla="*/ 596620 h 2093"/>
                <a:gd name="T112" fmla="*/ 596621 w 2093"/>
                <a:gd name="T113" fmla="*/ 585452 h 2093"/>
                <a:gd name="T114" fmla="*/ 587975 w 2093"/>
                <a:gd name="T115" fmla="*/ 469082 h 2093"/>
                <a:gd name="T116" fmla="*/ 738931 w 2093"/>
                <a:gd name="T117" fmla="*/ 345867 h 2093"/>
                <a:gd name="T118" fmla="*/ 751901 w 2093"/>
                <a:gd name="T119" fmla="*/ 7926 h 2093"/>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2093" h="2093">
                  <a:moveTo>
                    <a:pt x="918" y="800"/>
                  </a:moveTo>
                  <a:lnTo>
                    <a:pt x="918" y="800"/>
                  </a:lnTo>
                  <a:cubicBezTo>
                    <a:pt x="967" y="813"/>
                    <a:pt x="1032" y="827"/>
                    <a:pt x="1061" y="832"/>
                  </a:cubicBezTo>
                  <a:lnTo>
                    <a:pt x="1114" y="842"/>
                  </a:lnTo>
                  <a:lnTo>
                    <a:pt x="1115" y="882"/>
                  </a:lnTo>
                  <a:cubicBezTo>
                    <a:pt x="1117" y="971"/>
                    <a:pt x="1164" y="1093"/>
                    <a:pt x="1251" y="1230"/>
                  </a:cubicBezTo>
                  <a:lnTo>
                    <a:pt x="1284" y="1284"/>
                  </a:lnTo>
                  <a:lnTo>
                    <a:pt x="1231" y="1250"/>
                  </a:lnTo>
                  <a:cubicBezTo>
                    <a:pt x="1093" y="1164"/>
                    <a:pt x="971" y="1117"/>
                    <a:pt x="883" y="1114"/>
                  </a:cubicBezTo>
                  <a:lnTo>
                    <a:pt x="843" y="1114"/>
                  </a:lnTo>
                  <a:lnTo>
                    <a:pt x="833" y="1061"/>
                  </a:lnTo>
                  <a:cubicBezTo>
                    <a:pt x="817" y="972"/>
                    <a:pt x="779" y="829"/>
                    <a:pt x="759" y="784"/>
                  </a:cubicBezTo>
                  <a:lnTo>
                    <a:pt x="740" y="740"/>
                  </a:lnTo>
                  <a:lnTo>
                    <a:pt x="784" y="759"/>
                  </a:lnTo>
                  <a:cubicBezTo>
                    <a:pt x="808" y="769"/>
                    <a:pt x="868" y="788"/>
                    <a:pt x="918" y="800"/>
                  </a:cubicBezTo>
                  <a:close/>
                  <a:moveTo>
                    <a:pt x="2052" y="10"/>
                  </a:moveTo>
                  <a:lnTo>
                    <a:pt x="2052" y="10"/>
                  </a:lnTo>
                  <a:cubicBezTo>
                    <a:pt x="2043" y="16"/>
                    <a:pt x="2042" y="35"/>
                    <a:pt x="2040" y="303"/>
                  </a:cubicBezTo>
                  <a:cubicBezTo>
                    <a:pt x="2038" y="571"/>
                    <a:pt x="2037" y="596"/>
                    <a:pt x="2022" y="726"/>
                  </a:cubicBezTo>
                  <a:cubicBezTo>
                    <a:pt x="2014" y="802"/>
                    <a:pt x="2007" y="867"/>
                    <a:pt x="2005" y="871"/>
                  </a:cubicBezTo>
                  <a:cubicBezTo>
                    <a:pt x="2004" y="874"/>
                    <a:pt x="1997" y="877"/>
                    <a:pt x="1990" y="877"/>
                  </a:cubicBezTo>
                  <a:cubicBezTo>
                    <a:pt x="1970" y="877"/>
                    <a:pt x="1893" y="903"/>
                    <a:pt x="1841" y="927"/>
                  </a:cubicBezTo>
                  <a:cubicBezTo>
                    <a:pt x="1708" y="990"/>
                    <a:pt x="1597" y="1125"/>
                    <a:pt x="1557" y="1273"/>
                  </a:cubicBezTo>
                  <a:cubicBezTo>
                    <a:pt x="1549" y="1301"/>
                    <a:pt x="1544" y="1339"/>
                    <a:pt x="1542" y="1384"/>
                  </a:cubicBezTo>
                  <a:lnTo>
                    <a:pt x="1538" y="1453"/>
                  </a:lnTo>
                  <a:lnTo>
                    <a:pt x="1522" y="1403"/>
                  </a:lnTo>
                  <a:cubicBezTo>
                    <a:pt x="1492" y="1316"/>
                    <a:pt x="1485" y="1272"/>
                    <a:pt x="1486" y="1180"/>
                  </a:cubicBezTo>
                  <a:cubicBezTo>
                    <a:pt x="1486" y="1083"/>
                    <a:pt x="1499" y="1016"/>
                    <a:pt x="1535" y="926"/>
                  </a:cubicBezTo>
                  <a:cubicBezTo>
                    <a:pt x="1576" y="823"/>
                    <a:pt x="1618" y="755"/>
                    <a:pt x="1740" y="601"/>
                  </a:cubicBezTo>
                  <a:cubicBezTo>
                    <a:pt x="1830" y="488"/>
                    <a:pt x="1851" y="455"/>
                    <a:pt x="1893" y="370"/>
                  </a:cubicBezTo>
                  <a:cubicBezTo>
                    <a:pt x="1918" y="317"/>
                    <a:pt x="1925" y="297"/>
                    <a:pt x="1927" y="270"/>
                  </a:cubicBezTo>
                  <a:cubicBezTo>
                    <a:pt x="1930" y="243"/>
                    <a:pt x="1928" y="236"/>
                    <a:pt x="1921" y="233"/>
                  </a:cubicBezTo>
                  <a:cubicBezTo>
                    <a:pt x="1912" y="230"/>
                    <a:pt x="1880" y="254"/>
                    <a:pt x="1826" y="304"/>
                  </a:cubicBezTo>
                  <a:lnTo>
                    <a:pt x="1791" y="337"/>
                  </a:lnTo>
                  <a:lnTo>
                    <a:pt x="1787" y="321"/>
                  </a:lnTo>
                  <a:cubicBezTo>
                    <a:pt x="1768" y="232"/>
                    <a:pt x="1717" y="159"/>
                    <a:pt x="1665" y="145"/>
                  </a:cubicBezTo>
                  <a:cubicBezTo>
                    <a:pt x="1644" y="140"/>
                    <a:pt x="1641" y="140"/>
                    <a:pt x="1634" y="149"/>
                  </a:cubicBezTo>
                  <a:cubicBezTo>
                    <a:pt x="1625" y="159"/>
                    <a:pt x="1625" y="161"/>
                    <a:pt x="1639" y="233"/>
                  </a:cubicBezTo>
                  <a:cubicBezTo>
                    <a:pt x="1655" y="317"/>
                    <a:pt x="1647" y="414"/>
                    <a:pt x="1613" y="523"/>
                  </a:cubicBezTo>
                  <a:cubicBezTo>
                    <a:pt x="1603" y="557"/>
                    <a:pt x="1565" y="661"/>
                    <a:pt x="1529" y="754"/>
                  </a:cubicBezTo>
                  <a:cubicBezTo>
                    <a:pt x="1427" y="1014"/>
                    <a:pt x="1417" y="1053"/>
                    <a:pt x="1416" y="1178"/>
                  </a:cubicBezTo>
                  <a:lnTo>
                    <a:pt x="1416" y="1259"/>
                  </a:lnTo>
                  <a:lnTo>
                    <a:pt x="1408" y="1232"/>
                  </a:lnTo>
                  <a:cubicBezTo>
                    <a:pt x="1393" y="1189"/>
                    <a:pt x="1378" y="1113"/>
                    <a:pt x="1372" y="1047"/>
                  </a:cubicBezTo>
                  <a:cubicBezTo>
                    <a:pt x="1368" y="1010"/>
                    <a:pt x="1366" y="892"/>
                    <a:pt x="1368" y="742"/>
                  </a:cubicBezTo>
                  <a:cubicBezTo>
                    <a:pt x="1369" y="529"/>
                    <a:pt x="1368" y="490"/>
                    <a:pt x="1359" y="442"/>
                  </a:cubicBezTo>
                  <a:cubicBezTo>
                    <a:pt x="1338" y="314"/>
                    <a:pt x="1305" y="237"/>
                    <a:pt x="1250" y="182"/>
                  </a:cubicBezTo>
                  <a:cubicBezTo>
                    <a:pt x="1230" y="163"/>
                    <a:pt x="1204" y="142"/>
                    <a:pt x="1190" y="136"/>
                  </a:cubicBezTo>
                  <a:cubicBezTo>
                    <a:pt x="1103" y="95"/>
                    <a:pt x="988" y="116"/>
                    <a:pt x="915" y="185"/>
                  </a:cubicBezTo>
                  <a:cubicBezTo>
                    <a:pt x="878" y="220"/>
                    <a:pt x="862" y="246"/>
                    <a:pt x="847" y="291"/>
                  </a:cubicBezTo>
                  <a:cubicBezTo>
                    <a:pt x="813" y="392"/>
                    <a:pt x="837" y="499"/>
                    <a:pt x="909" y="566"/>
                  </a:cubicBezTo>
                  <a:cubicBezTo>
                    <a:pt x="944" y="598"/>
                    <a:pt x="965" y="607"/>
                    <a:pt x="1006" y="607"/>
                  </a:cubicBezTo>
                  <a:cubicBezTo>
                    <a:pt x="1043" y="607"/>
                    <a:pt x="1071" y="591"/>
                    <a:pt x="1080" y="566"/>
                  </a:cubicBezTo>
                  <a:cubicBezTo>
                    <a:pt x="1096" y="515"/>
                    <a:pt x="1081" y="471"/>
                    <a:pt x="1039" y="444"/>
                  </a:cubicBezTo>
                  <a:cubicBezTo>
                    <a:pt x="968" y="399"/>
                    <a:pt x="947" y="367"/>
                    <a:pt x="943" y="303"/>
                  </a:cubicBezTo>
                  <a:cubicBezTo>
                    <a:pt x="940" y="260"/>
                    <a:pt x="941" y="258"/>
                    <a:pt x="957" y="236"/>
                  </a:cubicBezTo>
                  <a:cubicBezTo>
                    <a:pt x="988" y="195"/>
                    <a:pt x="1021" y="182"/>
                    <a:pt x="1079" y="192"/>
                  </a:cubicBezTo>
                  <a:cubicBezTo>
                    <a:pt x="1174" y="207"/>
                    <a:pt x="1240" y="270"/>
                    <a:pt x="1275" y="379"/>
                  </a:cubicBezTo>
                  <a:cubicBezTo>
                    <a:pt x="1301" y="458"/>
                    <a:pt x="1303" y="493"/>
                    <a:pt x="1308" y="782"/>
                  </a:cubicBezTo>
                  <a:cubicBezTo>
                    <a:pt x="1312" y="1072"/>
                    <a:pt x="1313" y="1085"/>
                    <a:pt x="1342" y="1195"/>
                  </a:cubicBezTo>
                  <a:cubicBezTo>
                    <a:pt x="1350" y="1222"/>
                    <a:pt x="1362" y="1259"/>
                    <a:pt x="1369" y="1277"/>
                  </a:cubicBezTo>
                  <a:cubicBezTo>
                    <a:pt x="1376" y="1295"/>
                    <a:pt x="1384" y="1313"/>
                    <a:pt x="1385" y="1318"/>
                  </a:cubicBezTo>
                  <a:cubicBezTo>
                    <a:pt x="1390" y="1332"/>
                    <a:pt x="1351" y="1271"/>
                    <a:pt x="1321" y="1217"/>
                  </a:cubicBezTo>
                  <a:cubicBezTo>
                    <a:pt x="1282" y="1149"/>
                    <a:pt x="1224" y="974"/>
                    <a:pt x="1204" y="869"/>
                  </a:cubicBezTo>
                  <a:cubicBezTo>
                    <a:pt x="1196" y="827"/>
                    <a:pt x="1187" y="790"/>
                    <a:pt x="1184" y="785"/>
                  </a:cubicBezTo>
                  <a:cubicBezTo>
                    <a:pt x="1180" y="780"/>
                    <a:pt x="1148" y="771"/>
                    <a:pt x="1090" y="761"/>
                  </a:cubicBezTo>
                  <a:cubicBezTo>
                    <a:pt x="869" y="720"/>
                    <a:pt x="747" y="669"/>
                    <a:pt x="578" y="543"/>
                  </a:cubicBezTo>
                  <a:cubicBezTo>
                    <a:pt x="477" y="468"/>
                    <a:pt x="468" y="477"/>
                    <a:pt x="543" y="578"/>
                  </a:cubicBezTo>
                  <a:cubicBezTo>
                    <a:pt x="669" y="747"/>
                    <a:pt x="721" y="869"/>
                    <a:pt x="761" y="1089"/>
                  </a:cubicBezTo>
                  <a:cubicBezTo>
                    <a:pt x="772" y="1148"/>
                    <a:pt x="780" y="1179"/>
                    <a:pt x="785" y="1184"/>
                  </a:cubicBezTo>
                  <a:cubicBezTo>
                    <a:pt x="790" y="1187"/>
                    <a:pt x="827" y="1196"/>
                    <a:pt x="869" y="1204"/>
                  </a:cubicBezTo>
                  <a:cubicBezTo>
                    <a:pt x="974" y="1223"/>
                    <a:pt x="1150" y="1282"/>
                    <a:pt x="1218" y="1320"/>
                  </a:cubicBezTo>
                  <a:cubicBezTo>
                    <a:pt x="1271" y="1351"/>
                    <a:pt x="1332" y="1390"/>
                    <a:pt x="1318" y="1385"/>
                  </a:cubicBezTo>
                  <a:cubicBezTo>
                    <a:pt x="1314" y="1383"/>
                    <a:pt x="1295" y="1376"/>
                    <a:pt x="1278" y="1369"/>
                  </a:cubicBezTo>
                  <a:cubicBezTo>
                    <a:pt x="1260" y="1361"/>
                    <a:pt x="1222" y="1349"/>
                    <a:pt x="1196" y="1342"/>
                  </a:cubicBezTo>
                  <a:cubicBezTo>
                    <a:pt x="1085" y="1313"/>
                    <a:pt x="1073" y="1312"/>
                    <a:pt x="783" y="1308"/>
                  </a:cubicBezTo>
                  <a:cubicBezTo>
                    <a:pt x="494" y="1303"/>
                    <a:pt x="458" y="1300"/>
                    <a:pt x="379" y="1275"/>
                  </a:cubicBezTo>
                  <a:cubicBezTo>
                    <a:pt x="270" y="1240"/>
                    <a:pt x="208" y="1174"/>
                    <a:pt x="192" y="1078"/>
                  </a:cubicBezTo>
                  <a:cubicBezTo>
                    <a:pt x="182" y="1021"/>
                    <a:pt x="195" y="987"/>
                    <a:pt x="237" y="956"/>
                  </a:cubicBezTo>
                  <a:cubicBezTo>
                    <a:pt x="259" y="940"/>
                    <a:pt x="260" y="940"/>
                    <a:pt x="303" y="942"/>
                  </a:cubicBezTo>
                  <a:cubicBezTo>
                    <a:pt x="368" y="946"/>
                    <a:pt x="399" y="967"/>
                    <a:pt x="444" y="1038"/>
                  </a:cubicBezTo>
                  <a:cubicBezTo>
                    <a:pt x="472" y="1081"/>
                    <a:pt x="515" y="1096"/>
                    <a:pt x="566" y="1079"/>
                  </a:cubicBezTo>
                  <a:cubicBezTo>
                    <a:pt x="591" y="1071"/>
                    <a:pt x="607" y="1043"/>
                    <a:pt x="607" y="1006"/>
                  </a:cubicBezTo>
                  <a:cubicBezTo>
                    <a:pt x="607" y="965"/>
                    <a:pt x="598" y="943"/>
                    <a:pt x="566" y="909"/>
                  </a:cubicBezTo>
                  <a:cubicBezTo>
                    <a:pt x="500" y="837"/>
                    <a:pt x="393" y="813"/>
                    <a:pt x="292" y="846"/>
                  </a:cubicBezTo>
                  <a:cubicBezTo>
                    <a:pt x="247" y="862"/>
                    <a:pt x="220" y="878"/>
                    <a:pt x="185" y="915"/>
                  </a:cubicBezTo>
                  <a:cubicBezTo>
                    <a:pt x="116" y="987"/>
                    <a:pt x="96" y="1102"/>
                    <a:pt x="136" y="1189"/>
                  </a:cubicBezTo>
                  <a:cubicBezTo>
                    <a:pt x="142" y="1203"/>
                    <a:pt x="163" y="1230"/>
                    <a:pt x="182" y="1249"/>
                  </a:cubicBezTo>
                  <a:cubicBezTo>
                    <a:pt x="238" y="1305"/>
                    <a:pt x="315" y="1338"/>
                    <a:pt x="442" y="1359"/>
                  </a:cubicBezTo>
                  <a:cubicBezTo>
                    <a:pt x="491" y="1368"/>
                    <a:pt x="530" y="1368"/>
                    <a:pt x="743" y="1367"/>
                  </a:cubicBezTo>
                  <a:cubicBezTo>
                    <a:pt x="893" y="1366"/>
                    <a:pt x="1010" y="1368"/>
                    <a:pt x="1048" y="1371"/>
                  </a:cubicBezTo>
                  <a:cubicBezTo>
                    <a:pt x="1113" y="1377"/>
                    <a:pt x="1190" y="1392"/>
                    <a:pt x="1233" y="1407"/>
                  </a:cubicBezTo>
                  <a:lnTo>
                    <a:pt x="1260" y="1416"/>
                  </a:lnTo>
                  <a:lnTo>
                    <a:pt x="1179" y="1416"/>
                  </a:lnTo>
                  <a:cubicBezTo>
                    <a:pt x="1053" y="1416"/>
                    <a:pt x="1014" y="1427"/>
                    <a:pt x="754" y="1528"/>
                  </a:cubicBezTo>
                  <a:cubicBezTo>
                    <a:pt x="661" y="1564"/>
                    <a:pt x="558" y="1602"/>
                    <a:pt x="523" y="1613"/>
                  </a:cubicBezTo>
                  <a:cubicBezTo>
                    <a:pt x="414" y="1646"/>
                    <a:pt x="318" y="1655"/>
                    <a:pt x="233" y="1639"/>
                  </a:cubicBezTo>
                  <a:cubicBezTo>
                    <a:pt x="161" y="1625"/>
                    <a:pt x="159" y="1625"/>
                    <a:pt x="149" y="1633"/>
                  </a:cubicBezTo>
                  <a:cubicBezTo>
                    <a:pt x="141" y="1640"/>
                    <a:pt x="140" y="1644"/>
                    <a:pt x="145" y="1664"/>
                  </a:cubicBezTo>
                  <a:cubicBezTo>
                    <a:pt x="159" y="1717"/>
                    <a:pt x="232" y="1767"/>
                    <a:pt x="322" y="1787"/>
                  </a:cubicBezTo>
                  <a:lnTo>
                    <a:pt x="338" y="1790"/>
                  </a:lnTo>
                  <a:lnTo>
                    <a:pt x="305" y="1826"/>
                  </a:lnTo>
                  <a:cubicBezTo>
                    <a:pt x="254" y="1879"/>
                    <a:pt x="230" y="1911"/>
                    <a:pt x="234" y="1921"/>
                  </a:cubicBezTo>
                  <a:cubicBezTo>
                    <a:pt x="237" y="1928"/>
                    <a:pt x="244" y="1929"/>
                    <a:pt x="270" y="1927"/>
                  </a:cubicBezTo>
                  <a:cubicBezTo>
                    <a:pt x="298" y="1925"/>
                    <a:pt x="318" y="1918"/>
                    <a:pt x="370" y="1892"/>
                  </a:cubicBezTo>
                  <a:cubicBezTo>
                    <a:pt x="455" y="1851"/>
                    <a:pt x="488" y="1830"/>
                    <a:pt x="602" y="1740"/>
                  </a:cubicBezTo>
                  <a:cubicBezTo>
                    <a:pt x="756" y="1618"/>
                    <a:pt x="823" y="1575"/>
                    <a:pt x="926" y="1535"/>
                  </a:cubicBezTo>
                  <a:cubicBezTo>
                    <a:pt x="1017" y="1499"/>
                    <a:pt x="1083" y="1486"/>
                    <a:pt x="1180" y="1485"/>
                  </a:cubicBezTo>
                  <a:cubicBezTo>
                    <a:pt x="1272" y="1485"/>
                    <a:pt x="1317" y="1492"/>
                    <a:pt x="1403" y="1521"/>
                  </a:cubicBezTo>
                  <a:lnTo>
                    <a:pt x="1453" y="1538"/>
                  </a:lnTo>
                  <a:lnTo>
                    <a:pt x="1385" y="1541"/>
                  </a:lnTo>
                  <a:cubicBezTo>
                    <a:pt x="1281" y="1546"/>
                    <a:pt x="1205" y="1571"/>
                    <a:pt x="1117" y="1628"/>
                  </a:cubicBezTo>
                  <a:cubicBezTo>
                    <a:pt x="1073" y="1656"/>
                    <a:pt x="1008" y="1717"/>
                    <a:pt x="975" y="1761"/>
                  </a:cubicBezTo>
                  <a:cubicBezTo>
                    <a:pt x="935" y="1813"/>
                    <a:pt x="878" y="1948"/>
                    <a:pt x="878" y="1989"/>
                  </a:cubicBezTo>
                  <a:cubicBezTo>
                    <a:pt x="878" y="1997"/>
                    <a:pt x="875" y="2003"/>
                    <a:pt x="871" y="2005"/>
                  </a:cubicBezTo>
                  <a:cubicBezTo>
                    <a:pt x="867" y="2006"/>
                    <a:pt x="802" y="2013"/>
                    <a:pt x="726" y="2022"/>
                  </a:cubicBezTo>
                  <a:cubicBezTo>
                    <a:pt x="596" y="2037"/>
                    <a:pt x="571" y="2038"/>
                    <a:pt x="303" y="2040"/>
                  </a:cubicBezTo>
                  <a:cubicBezTo>
                    <a:pt x="36" y="2042"/>
                    <a:pt x="17" y="2043"/>
                    <a:pt x="10" y="2052"/>
                  </a:cubicBezTo>
                  <a:cubicBezTo>
                    <a:pt x="0" y="2065"/>
                    <a:pt x="6" y="2082"/>
                    <a:pt x="22" y="2086"/>
                  </a:cubicBezTo>
                  <a:cubicBezTo>
                    <a:pt x="30" y="2089"/>
                    <a:pt x="237" y="2090"/>
                    <a:pt x="482" y="2090"/>
                  </a:cubicBezTo>
                  <a:cubicBezTo>
                    <a:pt x="988" y="2090"/>
                    <a:pt x="959" y="2092"/>
                    <a:pt x="961" y="2050"/>
                  </a:cubicBezTo>
                  <a:cubicBezTo>
                    <a:pt x="962" y="2018"/>
                    <a:pt x="980" y="1939"/>
                    <a:pt x="994" y="1901"/>
                  </a:cubicBezTo>
                  <a:cubicBezTo>
                    <a:pt x="1037" y="1787"/>
                    <a:pt x="1176" y="1665"/>
                    <a:pt x="1302" y="1632"/>
                  </a:cubicBezTo>
                  <a:cubicBezTo>
                    <a:pt x="1391" y="1608"/>
                    <a:pt x="1494" y="1604"/>
                    <a:pt x="1545" y="1621"/>
                  </a:cubicBezTo>
                  <a:cubicBezTo>
                    <a:pt x="1562" y="1627"/>
                    <a:pt x="1598" y="1642"/>
                    <a:pt x="1625" y="1656"/>
                  </a:cubicBezTo>
                  <a:cubicBezTo>
                    <a:pt x="1653" y="1669"/>
                    <a:pt x="1676" y="1679"/>
                    <a:pt x="1678" y="1677"/>
                  </a:cubicBezTo>
                  <a:cubicBezTo>
                    <a:pt x="1679" y="1676"/>
                    <a:pt x="1669" y="1652"/>
                    <a:pt x="1656" y="1625"/>
                  </a:cubicBezTo>
                  <a:cubicBezTo>
                    <a:pt x="1643" y="1598"/>
                    <a:pt x="1627" y="1562"/>
                    <a:pt x="1622" y="1545"/>
                  </a:cubicBezTo>
                  <a:cubicBezTo>
                    <a:pt x="1604" y="1494"/>
                    <a:pt x="1608" y="1390"/>
                    <a:pt x="1632" y="1302"/>
                  </a:cubicBezTo>
                  <a:cubicBezTo>
                    <a:pt x="1666" y="1176"/>
                    <a:pt x="1787" y="1037"/>
                    <a:pt x="1901" y="994"/>
                  </a:cubicBezTo>
                  <a:cubicBezTo>
                    <a:pt x="1939" y="980"/>
                    <a:pt x="2019" y="962"/>
                    <a:pt x="2051" y="960"/>
                  </a:cubicBezTo>
                  <a:cubicBezTo>
                    <a:pt x="2092" y="959"/>
                    <a:pt x="2090" y="987"/>
                    <a:pt x="2091" y="482"/>
                  </a:cubicBezTo>
                  <a:cubicBezTo>
                    <a:pt x="2091" y="237"/>
                    <a:pt x="2089" y="30"/>
                    <a:pt x="2087" y="22"/>
                  </a:cubicBezTo>
                  <a:cubicBezTo>
                    <a:pt x="2082" y="5"/>
                    <a:pt x="2066" y="0"/>
                    <a:pt x="2052" y="10"/>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95" name="Freeform 91">
              <a:extLst>
                <a:ext uri="{FF2B5EF4-FFF2-40B4-BE49-F238E27FC236}">
                  <a16:creationId xmlns:a16="http://schemas.microsoft.com/office/drawing/2014/main" id="{1D920933-021B-6844-BABA-0937FBBDBE95}"/>
                </a:ext>
              </a:extLst>
            </p:cNvPr>
            <p:cNvSpPr>
              <a:spLocks noChangeArrowheads="1"/>
            </p:cNvSpPr>
            <p:nvPr/>
          </p:nvSpPr>
          <p:spPr bwMode="auto">
            <a:xfrm>
              <a:off x="8299450" y="6661150"/>
              <a:ext cx="128588" cy="142875"/>
            </a:xfrm>
            <a:custGeom>
              <a:avLst/>
              <a:gdLst>
                <a:gd name="T0" fmla="*/ 96441 w 356"/>
                <a:gd name="T1" fmla="*/ 3599 h 397"/>
                <a:gd name="T2" fmla="*/ 96441 w 356"/>
                <a:gd name="T3" fmla="*/ 3599 h 397"/>
                <a:gd name="T4" fmla="*/ 35759 w 356"/>
                <a:gd name="T5" fmla="*/ 69098 h 397"/>
                <a:gd name="T6" fmla="*/ 35759 w 356"/>
                <a:gd name="T7" fmla="*/ 69098 h 397"/>
                <a:gd name="T8" fmla="*/ 1445 w 356"/>
                <a:gd name="T9" fmla="*/ 137117 h 397"/>
                <a:gd name="T10" fmla="*/ 1445 w 356"/>
                <a:gd name="T11" fmla="*/ 137117 h 397"/>
                <a:gd name="T12" fmla="*/ 4334 w 356"/>
                <a:gd name="T13" fmla="*/ 141076 h 397"/>
                <a:gd name="T14" fmla="*/ 4334 w 356"/>
                <a:gd name="T15" fmla="*/ 141076 h 397"/>
                <a:gd name="T16" fmla="*/ 9391 w 356"/>
                <a:gd name="T17" fmla="*/ 137837 h 397"/>
                <a:gd name="T18" fmla="*/ 9391 w 356"/>
                <a:gd name="T19" fmla="*/ 137837 h 397"/>
                <a:gd name="T20" fmla="*/ 18060 w 356"/>
                <a:gd name="T21" fmla="*/ 125600 h 397"/>
                <a:gd name="T22" fmla="*/ 18060 w 356"/>
                <a:gd name="T23" fmla="*/ 125600 h 397"/>
                <a:gd name="T24" fmla="*/ 88856 w 356"/>
                <a:gd name="T25" fmla="*/ 57222 h 397"/>
                <a:gd name="T26" fmla="*/ 88856 w 356"/>
                <a:gd name="T27" fmla="*/ 57222 h 397"/>
                <a:gd name="T28" fmla="*/ 121725 w 356"/>
                <a:gd name="T29" fmla="*/ 27351 h 397"/>
                <a:gd name="T30" fmla="*/ 121725 w 356"/>
                <a:gd name="T31" fmla="*/ 27351 h 397"/>
                <a:gd name="T32" fmla="*/ 122448 w 356"/>
                <a:gd name="T33" fmla="*/ 3599 h 397"/>
                <a:gd name="T34" fmla="*/ 122448 w 356"/>
                <a:gd name="T35" fmla="*/ 3599 h 397"/>
                <a:gd name="T36" fmla="*/ 96441 w 356"/>
                <a:gd name="T37" fmla="*/ 3599 h 39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356" h="397">
                  <a:moveTo>
                    <a:pt x="267" y="10"/>
                  </a:moveTo>
                  <a:lnTo>
                    <a:pt x="267" y="10"/>
                  </a:lnTo>
                  <a:cubicBezTo>
                    <a:pt x="231" y="26"/>
                    <a:pt x="160" y="104"/>
                    <a:pt x="99" y="192"/>
                  </a:cubicBezTo>
                  <a:cubicBezTo>
                    <a:pt x="69" y="237"/>
                    <a:pt x="10" y="353"/>
                    <a:pt x="4" y="381"/>
                  </a:cubicBezTo>
                  <a:cubicBezTo>
                    <a:pt x="0" y="395"/>
                    <a:pt x="1" y="396"/>
                    <a:pt x="12" y="392"/>
                  </a:cubicBezTo>
                  <a:cubicBezTo>
                    <a:pt x="19" y="390"/>
                    <a:pt x="25" y="386"/>
                    <a:pt x="26" y="383"/>
                  </a:cubicBezTo>
                  <a:cubicBezTo>
                    <a:pt x="27" y="381"/>
                    <a:pt x="38" y="365"/>
                    <a:pt x="50" y="349"/>
                  </a:cubicBezTo>
                  <a:cubicBezTo>
                    <a:pt x="85" y="301"/>
                    <a:pt x="160" y="229"/>
                    <a:pt x="246" y="159"/>
                  </a:cubicBezTo>
                  <a:cubicBezTo>
                    <a:pt x="289" y="124"/>
                    <a:pt x="329" y="87"/>
                    <a:pt x="337" y="76"/>
                  </a:cubicBezTo>
                  <a:cubicBezTo>
                    <a:pt x="355" y="50"/>
                    <a:pt x="355" y="22"/>
                    <a:pt x="339" y="10"/>
                  </a:cubicBezTo>
                  <a:cubicBezTo>
                    <a:pt x="324" y="0"/>
                    <a:pt x="290" y="0"/>
                    <a:pt x="267" y="1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96" name="Freeform 93">
              <a:extLst>
                <a:ext uri="{FF2B5EF4-FFF2-40B4-BE49-F238E27FC236}">
                  <a16:creationId xmlns:a16="http://schemas.microsoft.com/office/drawing/2014/main" id="{C10D9FBB-C858-5E45-AFAF-433179C2EF8D}"/>
                </a:ext>
              </a:extLst>
            </p:cNvPr>
            <p:cNvSpPr>
              <a:spLocks noChangeArrowheads="1"/>
            </p:cNvSpPr>
            <p:nvPr/>
          </p:nvSpPr>
          <p:spPr bwMode="auto">
            <a:xfrm>
              <a:off x="8147050" y="6846888"/>
              <a:ext cx="431800" cy="427037"/>
            </a:xfrm>
            <a:custGeom>
              <a:avLst/>
              <a:gdLst>
                <a:gd name="T0" fmla="*/ 311155 w 1199"/>
                <a:gd name="T1" fmla="*/ 1438 h 1188"/>
                <a:gd name="T2" fmla="*/ 246331 w 1199"/>
                <a:gd name="T3" fmla="*/ 31632 h 1188"/>
                <a:gd name="T4" fmla="*/ 200954 w 1199"/>
                <a:gd name="T5" fmla="*/ 146659 h 1188"/>
                <a:gd name="T6" fmla="*/ 224003 w 1199"/>
                <a:gd name="T7" fmla="*/ 219629 h 1188"/>
                <a:gd name="T8" fmla="*/ 218601 w 1199"/>
                <a:gd name="T9" fmla="*/ 216754 h 1188"/>
                <a:gd name="T10" fmla="*/ 151256 w 1199"/>
                <a:gd name="T11" fmla="*/ 196624 h 1188"/>
                <a:gd name="T12" fmla="*/ 53300 w 1199"/>
                <a:gd name="T13" fmla="*/ 224302 h 1188"/>
                <a:gd name="T14" fmla="*/ 5042 w 1199"/>
                <a:gd name="T15" fmla="*/ 308416 h 1188"/>
                <a:gd name="T16" fmla="*/ 83911 w 1199"/>
                <a:gd name="T17" fmla="*/ 400437 h 1188"/>
                <a:gd name="T18" fmla="*/ 165661 w 1199"/>
                <a:gd name="T19" fmla="*/ 364491 h 1188"/>
                <a:gd name="T20" fmla="*/ 169983 w 1199"/>
                <a:gd name="T21" fmla="*/ 343283 h 1188"/>
                <a:gd name="T22" fmla="*/ 160620 w 1199"/>
                <a:gd name="T23" fmla="*/ 321356 h 1188"/>
                <a:gd name="T24" fmla="*/ 121365 w 1199"/>
                <a:gd name="T25" fmla="*/ 294397 h 1188"/>
                <a:gd name="T26" fmla="*/ 91474 w 1199"/>
                <a:gd name="T27" fmla="*/ 308775 h 1188"/>
                <a:gd name="T28" fmla="*/ 90033 w 1199"/>
                <a:gd name="T29" fmla="*/ 322794 h 1188"/>
                <a:gd name="T30" fmla="*/ 115243 w 1199"/>
                <a:gd name="T31" fmla="*/ 337532 h 1188"/>
                <a:gd name="T32" fmla="*/ 145854 w 1199"/>
                <a:gd name="T33" fmla="*/ 357661 h 1188"/>
                <a:gd name="T34" fmla="*/ 121725 w 1199"/>
                <a:gd name="T35" fmla="*/ 379948 h 1188"/>
                <a:gd name="T36" fmla="*/ 72027 w 1199"/>
                <a:gd name="T37" fmla="*/ 379588 h 1188"/>
                <a:gd name="T38" fmla="*/ 29531 w 1199"/>
                <a:gd name="T39" fmla="*/ 317043 h 1188"/>
                <a:gd name="T40" fmla="*/ 108400 w 1199"/>
                <a:gd name="T41" fmla="*/ 221067 h 1188"/>
                <a:gd name="T42" fmla="*/ 220402 w 1199"/>
                <a:gd name="T43" fmla="*/ 247667 h 1188"/>
                <a:gd name="T44" fmla="*/ 284866 w 1199"/>
                <a:gd name="T45" fmla="*/ 296553 h 1188"/>
                <a:gd name="T46" fmla="*/ 332043 w 1199"/>
                <a:gd name="T47" fmla="*/ 342924 h 1188"/>
                <a:gd name="T48" fmla="*/ 317638 w 1199"/>
                <a:gd name="T49" fmla="*/ 338610 h 1188"/>
                <a:gd name="T50" fmla="*/ 229405 w 1199"/>
                <a:gd name="T51" fmla="*/ 337532 h 1188"/>
                <a:gd name="T52" fmla="*/ 190150 w 1199"/>
                <a:gd name="T53" fmla="*/ 361256 h 1188"/>
                <a:gd name="T54" fmla="*/ 184028 w 1199"/>
                <a:gd name="T55" fmla="*/ 373478 h 1188"/>
                <a:gd name="T56" fmla="*/ 204916 w 1199"/>
                <a:gd name="T57" fmla="*/ 400437 h 1188"/>
                <a:gd name="T58" fmla="*/ 227964 w 1199"/>
                <a:gd name="T59" fmla="*/ 387137 h 1188"/>
                <a:gd name="T60" fmla="*/ 244891 w 1199"/>
                <a:gd name="T61" fmla="*/ 373837 h 1188"/>
                <a:gd name="T62" fmla="*/ 346088 w 1199"/>
                <a:gd name="T63" fmla="*/ 372759 h 1188"/>
                <a:gd name="T64" fmla="*/ 395787 w 1199"/>
                <a:gd name="T65" fmla="*/ 403672 h 1188"/>
                <a:gd name="T66" fmla="*/ 408751 w 1199"/>
                <a:gd name="T67" fmla="*/ 390732 h 1188"/>
                <a:gd name="T68" fmla="*/ 377780 w 1199"/>
                <a:gd name="T69" fmla="*/ 341126 h 1188"/>
                <a:gd name="T70" fmla="*/ 378860 w 1199"/>
                <a:gd name="T71" fmla="*/ 240478 h 1188"/>
                <a:gd name="T72" fmla="*/ 392185 w 1199"/>
                <a:gd name="T73" fmla="*/ 223583 h 1188"/>
                <a:gd name="T74" fmla="*/ 405510 w 1199"/>
                <a:gd name="T75" fmla="*/ 200219 h 1188"/>
                <a:gd name="T76" fmla="*/ 378140 w 1199"/>
                <a:gd name="T77" fmla="*/ 179370 h 1188"/>
                <a:gd name="T78" fmla="*/ 365896 w 1199"/>
                <a:gd name="T79" fmla="*/ 185481 h 1188"/>
                <a:gd name="T80" fmla="*/ 342127 w 1199"/>
                <a:gd name="T81" fmla="*/ 225021 h 1188"/>
                <a:gd name="T82" fmla="*/ 343567 w 1199"/>
                <a:gd name="T83" fmla="*/ 312729 h 1188"/>
                <a:gd name="T84" fmla="*/ 347529 w 1199"/>
                <a:gd name="T85" fmla="*/ 327467 h 1188"/>
                <a:gd name="T86" fmla="*/ 301432 w 1199"/>
                <a:gd name="T87" fmla="*/ 280378 h 1188"/>
                <a:gd name="T88" fmla="*/ 252093 w 1199"/>
                <a:gd name="T89" fmla="*/ 216035 h 1188"/>
                <a:gd name="T90" fmla="*/ 225444 w 1199"/>
                <a:gd name="T91" fmla="*/ 103884 h 1188"/>
                <a:gd name="T92" fmla="*/ 321599 w 1199"/>
                <a:gd name="T93" fmla="*/ 25162 h 1188"/>
                <a:gd name="T94" fmla="*/ 384623 w 1199"/>
                <a:gd name="T95" fmla="*/ 67938 h 1188"/>
                <a:gd name="T96" fmla="*/ 384623 w 1199"/>
                <a:gd name="T97" fmla="*/ 117543 h 1188"/>
                <a:gd name="T98" fmla="*/ 362294 w 1199"/>
                <a:gd name="T99" fmla="*/ 141627 h 1188"/>
                <a:gd name="T100" fmla="*/ 342127 w 1199"/>
                <a:gd name="T101" fmla="*/ 110713 h 1188"/>
                <a:gd name="T102" fmla="*/ 327361 w 1199"/>
                <a:gd name="T103" fmla="*/ 85911 h 1188"/>
                <a:gd name="T104" fmla="*/ 313676 w 1199"/>
                <a:gd name="T105" fmla="*/ 86989 h 1188"/>
                <a:gd name="T106" fmla="*/ 298911 w 1199"/>
                <a:gd name="T107" fmla="*/ 117184 h 1188"/>
                <a:gd name="T108" fmla="*/ 325921 w 1199"/>
                <a:gd name="T109" fmla="*/ 156365 h 1188"/>
                <a:gd name="T110" fmla="*/ 347889 w 1199"/>
                <a:gd name="T111" fmla="*/ 165710 h 1188"/>
                <a:gd name="T112" fmla="*/ 369137 w 1199"/>
                <a:gd name="T113" fmla="*/ 161038 h 1188"/>
                <a:gd name="T114" fmla="*/ 405510 w 1199"/>
                <a:gd name="T115" fmla="*/ 79800 h 1188"/>
                <a:gd name="T116" fmla="*/ 334564 w 1199"/>
                <a:gd name="T117" fmla="*/ 2876 h 1188"/>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1199" h="1188">
                  <a:moveTo>
                    <a:pt x="864" y="4"/>
                  </a:moveTo>
                  <a:lnTo>
                    <a:pt x="864" y="4"/>
                  </a:lnTo>
                  <a:cubicBezTo>
                    <a:pt x="811" y="11"/>
                    <a:pt x="734" y="47"/>
                    <a:pt x="684" y="88"/>
                  </a:cubicBezTo>
                  <a:cubicBezTo>
                    <a:pt x="599" y="157"/>
                    <a:pt x="544" y="296"/>
                    <a:pt x="558" y="408"/>
                  </a:cubicBezTo>
                  <a:cubicBezTo>
                    <a:pt x="563" y="451"/>
                    <a:pt x="597" y="562"/>
                    <a:pt x="615" y="596"/>
                  </a:cubicBezTo>
                  <a:lnTo>
                    <a:pt x="622" y="611"/>
                  </a:lnTo>
                  <a:lnTo>
                    <a:pt x="607" y="603"/>
                  </a:lnTo>
                  <a:cubicBezTo>
                    <a:pt x="573" y="586"/>
                    <a:pt x="462" y="552"/>
                    <a:pt x="420" y="547"/>
                  </a:cubicBezTo>
                  <a:cubicBezTo>
                    <a:pt x="333" y="536"/>
                    <a:pt x="228" y="566"/>
                    <a:pt x="148" y="624"/>
                  </a:cubicBezTo>
                  <a:cubicBezTo>
                    <a:pt x="85" y="671"/>
                    <a:pt x="27" y="773"/>
                    <a:pt x="14" y="858"/>
                  </a:cubicBezTo>
                  <a:cubicBezTo>
                    <a:pt x="0" y="962"/>
                    <a:pt x="117" y="1098"/>
                    <a:pt x="233" y="1114"/>
                  </a:cubicBezTo>
                  <a:cubicBezTo>
                    <a:pt x="330" y="1128"/>
                    <a:pt x="419" y="1089"/>
                    <a:pt x="460" y="1014"/>
                  </a:cubicBezTo>
                  <a:cubicBezTo>
                    <a:pt x="472" y="990"/>
                    <a:pt x="474" y="982"/>
                    <a:pt x="472" y="955"/>
                  </a:cubicBezTo>
                  <a:cubicBezTo>
                    <a:pt x="470" y="928"/>
                    <a:pt x="467" y="920"/>
                    <a:pt x="446" y="894"/>
                  </a:cubicBezTo>
                  <a:cubicBezTo>
                    <a:pt x="413" y="851"/>
                    <a:pt x="370" y="822"/>
                    <a:pt x="337" y="819"/>
                  </a:cubicBezTo>
                  <a:cubicBezTo>
                    <a:pt x="304" y="816"/>
                    <a:pt x="269" y="834"/>
                    <a:pt x="254" y="859"/>
                  </a:cubicBezTo>
                  <a:cubicBezTo>
                    <a:pt x="245" y="875"/>
                    <a:pt x="245" y="879"/>
                    <a:pt x="250" y="898"/>
                  </a:cubicBezTo>
                  <a:cubicBezTo>
                    <a:pt x="260" y="934"/>
                    <a:pt x="270" y="939"/>
                    <a:pt x="320" y="939"/>
                  </a:cubicBezTo>
                  <a:cubicBezTo>
                    <a:pt x="385" y="939"/>
                    <a:pt x="411" y="956"/>
                    <a:pt x="405" y="995"/>
                  </a:cubicBezTo>
                  <a:cubicBezTo>
                    <a:pt x="402" y="1012"/>
                    <a:pt x="368" y="1044"/>
                    <a:pt x="338" y="1057"/>
                  </a:cubicBezTo>
                  <a:cubicBezTo>
                    <a:pt x="300" y="1073"/>
                    <a:pt x="234" y="1073"/>
                    <a:pt x="200" y="1056"/>
                  </a:cubicBezTo>
                  <a:cubicBezTo>
                    <a:pt x="136" y="1025"/>
                    <a:pt x="87" y="952"/>
                    <a:pt x="82" y="882"/>
                  </a:cubicBezTo>
                  <a:cubicBezTo>
                    <a:pt x="74" y="765"/>
                    <a:pt x="178" y="637"/>
                    <a:pt x="301" y="615"/>
                  </a:cubicBezTo>
                  <a:cubicBezTo>
                    <a:pt x="379" y="601"/>
                    <a:pt x="519" y="633"/>
                    <a:pt x="612" y="689"/>
                  </a:cubicBezTo>
                  <a:cubicBezTo>
                    <a:pt x="656" y="714"/>
                    <a:pt x="738" y="777"/>
                    <a:pt x="791" y="825"/>
                  </a:cubicBezTo>
                  <a:cubicBezTo>
                    <a:pt x="849" y="877"/>
                    <a:pt x="925" y="952"/>
                    <a:pt x="922" y="954"/>
                  </a:cubicBezTo>
                  <a:cubicBezTo>
                    <a:pt x="922" y="955"/>
                    <a:pt x="904" y="949"/>
                    <a:pt x="882" y="942"/>
                  </a:cubicBezTo>
                  <a:cubicBezTo>
                    <a:pt x="797" y="915"/>
                    <a:pt x="703" y="914"/>
                    <a:pt x="637" y="939"/>
                  </a:cubicBezTo>
                  <a:cubicBezTo>
                    <a:pt x="604" y="952"/>
                    <a:pt x="542" y="988"/>
                    <a:pt x="528" y="1005"/>
                  </a:cubicBezTo>
                  <a:cubicBezTo>
                    <a:pt x="522" y="1011"/>
                    <a:pt x="514" y="1026"/>
                    <a:pt x="511" y="1039"/>
                  </a:cubicBezTo>
                  <a:cubicBezTo>
                    <a:pt x="500" y="1080"/>
                    <a:pt x="526" y="1114"/>
                    <a:pt x="569" y="1114"/>
                  </a:cubicBezTo>
                  <a:cubicBezTo>
                    <a:pt x="591" y="1114"/>
                    <a:pt x="600" y="1109"/>
                    <a:pt x="633" y="1077"/>
                  </a:cubicBezTo>
                  <a:cubicBezTo>
                    <a:pt x="648" y="1062"/>
                    <a:pt x="669" y="1046"/>
                    <a:pt x="680" y="1040"/>
                  </a:cubicBezTo>
                  <a:cubicBezTo>
                    <a:pt x="751" y="1004"/>
                    <a:pt x="851" y="1003"/>
                    <a:pt x="961" y="1037"/>
                  </a:cubicBezTo>
                  <a:cubicBezTo>
                    <a:pt x="1000" y="1050"/>
                    <a:pt x="1034" y="1071"/>
                    <a:pt x="1099" y="1123"/>
                  </a:cubicBezTo>
                  <a:cubicBezTo>
                    <a:pt x="1176" y="1187"/>
                    <a:pt x="1198" y="1165"/>
                    <a:pt x="1135" y="1087"/>
                  </a:cubicBezTo>
                  <a:cubicBezTo>
                    <a:pt x="1082" y="1022"/>
                    <a:pt x="1061" y="989"/>
                    <a:pt x="1049" y="949"/>
                  </a:cubicBezTo>
                  <a:cubicBezTo>
                    <a:pt x="1015" y="839"/>
                    <a:pt x="1015" y="740"/>
                    <a:pt x="1052" y="669"/>
                  </a:cubicBezTo>
                  <a:cubicBezTo>
                    <a:pt x="1057" y="657"/>
                    <a:pt x="1074" y="637"/>
                    <a:pt x="1089" y="622"/>
                  </a:cubicBezTo>
                  <a:cubicBezTo>
                    <a:pt x="1121" y="589"/>
                    <a:pt x="1126" y="579"/>
                    <a:pt x="1126" y="557"/>
                  </a:cubicBezTo>
                  <a:cubicBezTo>
                    <a:pt x="1126" y="515"/>
                    <a:pt x="1091" y="488"/>
                    <a:pt x="1050" y="499"/>
                  </a:cubicBezTo>
                  <a:cubicBezTo>
                    <a:pt x="1038" y="502"/>
                    <a:pt x="1022" y="510"/>
                    <a:pt x="1016" y="516"/>
                  </a:cubicBezTo>
                  <a:cubicBezTo>
                    <a:pt x="1000" y="531"/>
                    <a:pt x="963" y="593"/>
                    <a:pt x="950" y="626"/>
                  </a:cubicBezTo>
                  <a:cubicBezTo>
                    <a:pt x="925" y="692"/>
                    <a:pt x="927" y="785"/>
                    <a:pt x="954" y="870"/>
                  </a:cubicBezTo>
                  <a:cubicBezTo>
                    <a:pt x="961" y="892"/>
                    <a:pt x="966" y="910"/>
                    <a:pt x="965" y="911"/>
                  </a:cubicBezTo>
                  <a:cubicBezTo>
                    <a:pt x="963" y="914"/>
                    <a:pt x="888" y="837"/>
                    <a:pt x="837" y="780"/>
                  </a:cubicBezTo>
                  <a:cubicBezTo>
                    <a:pt x="788" y="727"/>
                    <a:pt x="726" y="644"/>
                    <a:pt x="700" y="601"/>
                  </a:cubicBezTo>
                  <a:cubicBezTo>
                    <a:pt x="645" y="507"/>
                    <a:pt x="612" y="368"/>
                    <a:pt x="626" y="289"/>
                  </a:cubicBezTo>
                  <a:cubicBezTo>
                    <a:pt x="649" y="166"/>
                    <a:pt x="777" y="62"/>
                    <a:pt x="893" y="70"/>
                  </a:cubicBezTo>
                  <a:cubicBezTo>
                    <a:pt x="964" y="75"/>
                    <a:pt x="1037" y="125"/>
                    <a:pt x="1068" y="189"/>
                  </a:cubicBezTo>
                  <a:cubicBezTo>
                    <a:pt x="1084" y="223"/>
                    <a:pt x="1084" y="289"/>
                    <a:pt x="1068" y="327"/>
                  </a:cubicBezTo>
                  <a:cubicBezTo>
                    <a:pt x="1055" y="357"/>
                    <a:pt x="1023" y="391"/>
                    <a:pt x="1006" y="394"/>
                  </a:cubicBezTo>
                  <a:cubicBezTo>
                    <a:pt x="967" y="399"/>
                    <a:pt x="950" y="374"/>
                    <a:pt x="950" y="308"/>
                  </a:cubicBezTo>
                  <a:cubicBezTo>
                    <a:pt x="950" y="259"/>
                    <a:pt x="945" y="249"/>
                    <a:pt x="909" y="239"/>
                  </a:cubicBezTo>
                  <a:cubicBezTo>
                    <a:pt x="891" y="233"/>
                    <a:pt x="886" y="233"/>
                    <a:pt x="871" y="242"/>
                  </a:cubicBezTo>
                  <a:cubicBezTo>
                    <a:pt x="845" y="257"/>
                    <a:pt x="828" y="293"/>
                    <a:pt x="830" y="326"/>
                  </a:cubicBezTo>
                  <a:cubicBezTo>
                    <a:pt x="833" y="358"/>
                    <a:pt x="863" y="402"/>
                    <a:pt x="905" y="435"/>
                  </a:cubicBezTo>
                  <a:cubicBezTo>
                    <a:pt x="931" y="455"/>
                    <a:pt x="939" y="458"/>
                    <a:pt x="966" y="461"/>
                  </a:cubicBezTo>
                  <a:cubicBezTo>
                    <a:pt x="993" y="462"/>
                    <a:pt x="1001" y="461"/>
                    <a:pt x="1025" y="448"/>
                  </a:cubicBezTo>
                  <a:cubicBezTo>
                    <a:pt x="1100" y="407"/>
                    <a:pt x="1140" y="319"/>
                    <a:pt x="1126" y="222"/>
                  </a:cubicBezTo>
                  <a:cubicBezTo>
                    <a:pt x="1112" y="129"/>
                    <a:pt x="1021" y="30"/>
                    <a:pt x="929" y="8"/>
                  </a:cubicBezTo>
                  <a:cubicBezTo>
                    <a:pt x="895" y="0"/>
                    <a:pt x="892" y="0"/>
                    <a:pt x="864" y="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97" name="Freeform 95">
              <a:extLst>
                <a:ext uri="{FF2B5EF4-FFF2-40B4-BE49-F238E27FC236}">
                  <a16:creationId xmlns:a16="http://schemas.microsoft.com/office/drawing/2014/main" id="{580FC26D-7C0C-4A40-B129-872E62294A24}"/>
                </a:ext>
              </a:extLst>
            </p:cNvPr>
            <p:cNvSpPr>
              <a:spLocks noChangeArrowheads="1"/>
            </p:cNvSpPr>
            <p:nvPr/>
          </p:nvSpPr>
          <p:spPr bwMode="auto">
            <a:xfrm>
              <a:off x="7961313" y="6996113"/>
              <a:ext cx="146050" cy="127000"/>
            </a:xfrm>
            <a:custGeom>
              <a:avLst/>
              <a:gdLst>
                <a:gd name="T0" fmla="*/ 137797 w 407"/>
                <a:gd name="T1" fmla="*/ 1447 h 351"/>
                <a:gd name="T2" fmla="*/ 137797 w 407"/>
                <a:gd name="T3" fmla="*/ 1447 h 351"/>
                <a:gd name="T4" fmla="*/ 72128 w 407"/>
                <a:gd name="T5" fmla="*/ 35821 h 351"/>
                <a:gd name="T6" fmla="*/ 72128 w 407"/>
                <a:gd name="T7" fmla="*/ 35821 h 351"/>
                <a:gd name="T8" fmla="*/ 6459 w 407"/>
                <a:gd name="T9" fmla="*/ 96969 h 351"/>
                <a:gd name="T10" fmla="*/ 6459 w 407"/>
                <a:gd name="T11" fmla="*/ 96969 h 351"/>
                <a:gd name="T12" fmla="*/ 16507 w 407"/>
                <a:gd name="T13" fmla="*/ 126638 h 351"/>
                <a:gd name="T14" fmla="*/ 16507 w 407"/>
                <a:gd name="T15" fmla="*/ 126638 h 351"/>
                <a:gd name="T16" fmla="*/ 60286 w 407"/>
                <a:gd name="T17" fmla="*/ 88647 h 351"/>
                <a:gd name="T18" fmla="*/ 60286 w 407"/>
                <a:gd name="T19" fmla="*/ 88647 h 351"/>
                <a:gd name="T20" fmla="*/ 128108 w 407"/>
                <a:gd name="T21" fmla="*/ 18091 h 351"/>
                <a:gd name="T22" fmla="*/ 128108 w 407"/>
                <a:gd name="T23" fmla="*/ 18091 h 351"/>
                <a:gd name="T24" fmla="*/ 140308 w 407"/>
                <a:gd name="T25" fmla="*/ 9407 h 351"/>
                <a:gd name="T26" fmla="*/ 140308 w 407"/>
                <a:gd name="T27" fmla="*/ 9407 h 351"/>
                <a:gd name="T28" fmla="*/ 143538 w 407"/>
                <a:gd name="T29" fmla="*/ 0 h 351"/>
                <a:gd name="T30" fmla="*/ 143538 w 407"/>
                <a:gd name="T31" fmla="*/ 0 h 351"/>
                <a:gd name="T32" fmla="*/ 137797 w 407"/>
                <a:gd name="T33" fmla="*/ 1447 h 35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07" h="351">
                  <a:moveTo>
                    <a:pt x="384" y="4"/>
                  </a:moveTo>
                  <a:lnTo>
                    <a:pt x="384" y="4"/>
                  </a:lnTo>
                  <a:cubicBezTo>
                    <a:pt x="360" y="10"/>
                    <a:pt x="242" y="71"/>
                    <a:pt x="201" y="99"/>
                  </a:cubicBezTo>
                  <a:cubicBezTo>
                    <a:pt x="111" y="160"/>
                    <a:pt x="33" y="232"/>
                    <a:pt x="18" y="268"/>
                  </a:cubicBezTo>
                  <a:cubicBezTo>
                    <a:pt x="0" y="310"/>
                    <a:pt x="13" y="350"/>
                    <a:pt x="46" y="350"/>
                  </a:cubicBezTo>
                  <a:cubicBezTo>
                    <a:pt x="75" y="350"/>
                    <a:pt x="100" y="328"/>
                    <a:pt x="168" y="245"/>
                  </a:cubicBezTo>
                  <a:cubicBezTo>
                    <a:pt x="237" y="159"/>
                    <a:pt x="310" y="84"/>
                    <a:pt x="357" y="50"/>
                  </a:cubicBezTo>
                  <a:cubicBezTo>
                    <a:pt x="373" y="37"/>
                    <a:pt x="389" y="27"/>
                    <a:pt x="391" y="26"/>
                  </a:cubicBezTo>
                  <a:cubicBezTo>
                    <a:pt x="398" y="23"/>
                    <a:pt x="406" y="0"/>
                    <a:pt x="400" y="0"/>
                  </a:cubicBezTo>
                  <a:cubicBezTo>
                    <a:pt x="397" y="1"/>
                    <a:pt x="391" y="2"/>
                    <a:pt x="384" y="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98" name="Freeform 97">
              <a:extLst>
                <a:ext uri="{FF2B5EF4-FFF2-40B4-BE49-F238E27FC236}">
                  <a16:creationId xmlns:a16="http://schemas.microsoft.com/office/drawing/2014/main" id="{A05CCE62-0C5A-484A-8A09-1F5480079C2E}"/>
                </a:ext>
              </a:extLst>
            </p:cNvPr>
            <p:cNvSpPr>
              <a:spLocks noChangeArrowheads="1"/>
            </p:cNvSpPr>
            <p:nvPr/>
          </p:nvSpPr>
          <p:spPr bwMode="auto">
            <a:xfrm>
              <a:off x="7669213" y="7148513"/>
              <a:ext cx="31750" cy="39687"/>
            </a:xfrm>
            <a:custGeom>
              <a:avLst/>
              <a:gdLst>
                <a:gd name="T0" fmla="*/ 5412 w 88"/>
                <a:gd name="T1" fmla="*/ 7866 h 111"/>
                <a:gd name="T2" fmla="*/ 5412 w 88"/>
                <a:gd name="T3" fmla="*/ 7866 h 111"/>
                <a:gd name="T4" fmla="*/ 722 w 88"/>
                <a:gd name="T5" fmla="*/ 19665 h 111"/>
                <a:gd name="T6" fmla="*/ 722 w 88"/>
                <a:gd name="T7" fmla="*/ 19665 h 111"/>
                <a:gd name="T8" fmla="*/ 5412 w 88"/>
                <a:gd name="T9" fmla="*/ 30748 h 111"/>
                <a:gd name="T10" fmla="*/ 5412 w 88"/>
                <a:gd name="T11" fmla="*/ 30748 h 111"/>
                <a:gd name="T12" fmla="*/ 31389 w 88"/>
                <a:gd name="T13" fmla="*/ 19307 h 111"/>
                <a:gd name="T14" fmla="*/ 31389 w 88"/>
                <a:gd name="T15" fmla="*/ 19307 h 111"/>
                <a:gd name="T16" fmla="*/ 5412 w 88"/>
                <a:gd name="T17" fmla="*/ 7866 h 1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8" h="111">
                  <a:moveTo>
                    <a:pt x="15" y="22"/>
                  </a:moveTo>
                  <a:lnTo>
                    <a:pt x="15" y="22"/>
                  </a:lnTo>
                  <a:cubicBezTo>
                    <a:pt x="2" y="33"/>
                    <a:pt x="0" y="37"/>
                    <a:pt x="2" y="55"/>
                  </a:cubicBezTo>
                  <a:cubicBezTo>
                    <a:pt x="4" y="67"/>
                    <a:pt x="9" y="80"/>
                    <a:pt x="15" y="86"/>
                  </a:cubicBezTo>
                  <a:cubicBezTo>
                    <a:pt x="36" y="110"/>
                    <a:pt x="87" y="88"/>
                    <a:pt x="87" y="54"/>
                  </a:cubicBezTo>
                  <a:cubicBezTo>
                    <a:pt x="87" y="19"/>
                    <a:pt x="43" y="0"/>
                    <a:pt x="15" y="2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499" name="Freeform 99">
              <a:extLst>
                <a:ext uri="{FF2B5EF4-FFF2-40B4-BE49-F238E27FC236}">
                  <a16:creationId xmlns:a16="http://schemas.microsoft.com/office/drawing/2014/main" id="{53DCAFDD-B8D1-D84B-B1FE-2B8184D7033B}"/>
                </a:ext>
              </a:extLst>
            </p:cNvPr>
            <p:cNvSpPr>
              <a:spLocks noChangeArrowheads="1"/>
            </p:cNvSpPr>
            <p:nvPr/>
          </p:nvSpPr>
          <p:spPr bwMode="auto">
            <a:xfrm>
              <a:off x="7458075" y="7216775"/>
              <a:ext cx="42863" cy="42863"/>
            </a:xfrm>
            <a:custGeom>
              <a:avLst/>
              <a:gdLst>
                <a:gd name="T0" fmla="*/ 12859 w 120"/>
                <a:gd name="T1" fmla="*/ 4722 h 118"/>
                <a:gd name="T2" fmla="*/ 12859 w 120"/>
                <a:gd name="T3" fmla="*/ 4722 h 118"/>
                <a:gd name="T4" fmla="*/ 8215 w 120"/>
                <a:gd name="T5" fmla="*/ 33782 h 118"/>
                <a:gd name="T6" fmla="*/ 8215 w 120"/>
                <a:gd name="T7" fmla="*/ 33782 h 118"/>
                <a:gd name="T8" fmla="*/ 38577 w 120"/>
                <a:gd name="T9" fmla="*/ 26880 h 118"/>
                <a:gd name="T10" fmla="*/ 38577 w 120"/>
                <a:gd name="T11" fmla="*/ 26880 h 118"/>
                <a:gd name="T12" fmla="*/ 35719 w 120"/>
                <a:gd name="T13" fmla="*/ 7265 h 118"/>
                <a:gd name="T14" fmla="*/ 35719 w 120"/>
                <a:gd name="T15" fmla="*/ 7265 h 118"/>
                <a:gd name="T16" fmla="*/ 12859 w 120"/>
                <a:gd name="T17" fmla="*/ 4722 h 11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20" h="118">
                  <a:moveTo>
                    <a:pt x="36" y="13"/>
                  </a:moveTo>
                  <a:lnTo>
                    <a:pt x="36" y="13"/>
                  </a:lnTo>
                  <a:cubicBezTo>
                    <a:pt x="7" y="29"/>
                    <a:pt x="0" y="70"/>
                    <a:pt x="23" y="93"/>
                  </a:cubicBezTo>
                  <a:cubicBezTo>
                    <a:pt x="47" y="117"/>
                    <a:pt x="90" y="107"/>
                    <a:pt x="108" y="74"/>
                  </a:cubicBezTo>
                  <a:cubicBezTo>
                    <a:pt x="119" y="51"/>
                    <a:pt x="117" y="38"/>
                    <a:pt x="100" y="20"/>
                  </a:cubicBezTo>
                  <a:cubicBezTo>
                    <a:pt x="82" y="3"/>
                    <a:pt x="58" y="0"/>
                    <a:pt x="36" y="1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00" name="Freeform 102">
              <a:extLst>
                <a:ext uri="{FF2B5EF4-FFF2-40B4-BE49-F238E27FC236}">
                  <a16:creationId xmlns:a16="http://schemas.microsoft.com/office/drawing/2014/main" id="{C3E1381C-8CA9-B94A-B89A-5135AE9B2D38}"/>
                </a:ext>
              </a:extLst>
            </p:cNvPr>
            <p:cNvSpPr>
              <a:spLocks noChangeArrowheads="1"/>
            </p:cNvSpPr>
            <p:nvPr/>
          </p:nvSpPr>
          <p:spPr bwMode="auto">
            <a:xfrm>
              <a:off x="7370763" y="7221538"/>
              <a:ext cx="44450" cy="41275"/>
            </a:xfrm>
            <a:custGeom>
              <a:avLst/>
              <a:gdLst>
                <a:gd name="T0" fmla="*/ 11659 w 122"/>
                <a:gd name="T1" fmla="*/ 6102 h 115"/>
                <a:gd name="T2" fmla="*/ 11659 w 122"/>
                <a:gd name="T3" fmla="*/ 6102 h 115"/>
                <a:gd name="T4" fmla="*/ 15667 w 122"/>
                <a:gd name="T5" fmla="*/ 35891 h 115"/>
                <a:gd name="T6" fmla="*/ 15667 w 122"/>
                <a:gd name="T7" fmla="*/ 35891 h 115"/>
                <a:gd name="T8" fmla="*/ 44086 w 122"/>
                <a:gd name="T9" fmla="*/ 19381 h 115"/>
                <a:gd name="T10" fmla="*/ 44086 w 122"/>
                <a:gd name="T11" fmla="*/ 19381 h 115"/>
                <a:gd name="T12" fmla="*/ 37527 w 122"/>
                <a:gd name="T13" fmla="*/ 8255 h 115"/>
                <a:gd name="T14" fmla="*/ 37527 w 122"/>
                <a:gd name="T15" fmla="*/ 8255 h 115"/>
                <a:gd name="T16" fmla="*/ 11659 w 122"/>
                <a:gd name="T17" fmla="*/ 6102 h 1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22" h="115">
                  <a:moveTo>
                    <a:pt x="32" y="17"/>
                  </a:moveTo>
                  <a:lnTo>
                    <a:pt x="32" y="17"/>
                  </a:lnTo>
                  <a:cubicBezTo>
                    <a:pt x="0" y="37"/>
                    <a:pt x="5" y="81"/>
                    <a:pt x="43" y="100"/>
                  </a:cubicBezTo>
                  <a:cubicBezTo>
                    <a:pt x="73" y="114"/>
                    <a:pt x="121" y="87"/>
                    <a:pt x="121" y="54"/>
                  </a:cubicBezTo>
                  <a:cubicBezTo>
                    <a:pt x="121" y="47"/>
                    <a:pt x="114" y="34"/>
                    <a:pt x="103" y="23"/>
                  </a:cubicBezTo>
                  <a:cubicBezTo>
                    <a:pt x="82" y="2"/>
                    <a:pt x="59" y="0"/>
                    <a:pt x="32" y="1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501" name="Freeform 104">
              <a:extLst>
                <a:ext uri="{FF2B5EF4-FFF2-40B4-BE49-F238E27FC236}">
                  <a16:creationId xmlns:a16="http://schemas.microsoft.com/office/drawing/2014/main" id="{249C5DF0-A5C4-A640-8428-992C16B7CD4E}"/>
                </a:ext>
              </a:extLst>
            </p:cNvPr>
            <p:cNvSpPr>
              <a:spLocks noChangeArrowheads="1"/>
            </p:cNvSpPr>
            <p:nvPr/>
          </p:nvSpPr>
          <p:spPr bwMode="auto">
            <a:xfrm>
              <a:off x="7539038" y="7226300"/>
              <a:ext cx="609600" cy="23813"/>
            </a:xfrm>
            <a:custGeom>
              <a:avLst/>
              <a:gdLst>
                <a:gd name="T0" fmla="*/ 15114 w 1694"/>
                <a:gd name="T1" fmla="*/ 2165 h 66"/>
                <a:gd name="T2" fmla="*/ 15114 w 1694"/>
                <a:gd name="T3" fmla="*/ 2165 h 66"/>
                <a:gd name="T4" fmla="*/ 3599 w 1694"/>
                <a:gd name="T5" fmla="*/ 13350 h 66"/>
                <a:gd name="T6" fmla="*/ 3599 w 1694"/>
                <a:gd name="T7" fmla="*/ 13350 h 66"/>
                <a:gd name="T8" fmla="*/ 15114 w 1694"/>
                <a:gd name="T9" fmla="*/ 19483 h 66"/>
                <a:gd name="T10" fmla="*/ 15114 w 1694"/>
                <a:gd name="T11" fmla="*/ 19483 h 66"/>
                <a:gd name="T12" fmla="*/ 312717 w 1694"/>
                <a:gd name="T13" fmla="*/ 22009 h 66"/>
                <a:gd name="T14" fmla="*/ 602043 w 1694"/>
                <a:gd name="T15" fmla="*/ 23452 h 66"/>
                <a:gd name="T16" fmla="*/ 605642 w 1694"/>
                <a:gd name="T17" fmla="*/ 19483 h 66"/>
                <a:gd name="T18" fmla="*/ 605642 w 1694"/>
                <a:gd name="T19" fmla="*/ 19483 h 66"/>
                <a:gd name="T20" fmla="*/ 604562 w 1694"/>
                <a:gd name="T21" fmla="*/ 2526 h 66"/>
                <a:gd name="T22" fmla="*/ 604562 w 1694"/>
                <a:gd name="T23" fmla="*/ 2526 h 66"/>
                <a:gd name="T24" fmla="*/ 314156 w 1694"/>
                <a:gd name="T25" fmla="*/ 361 h 66"/>
                <a:gd name="T26" fmla="*/ 314156 w 1694"/>
                <a:gd name="T27" fmla="*/ 361 h 66"/>
                <a:gd name="T28" fmla="*/ 15114 w 1694"/>
                <a:gd name="T29" fmla="*/ 2165 h 6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694" h="66">
                  <a:moveTo>
                    <a:pt x="42" y="6"/>
                  </a:moveTo>
                  <a:lnTo>
                    <a:pt x="42" y="6"/>
                  </a:lnTo>
                  <a:cubicBezTo>
                    <a:pt x="5" y="13"/>
                    <a:pt x="0" y="18"/>
                    <a:pt x="10" y="37"/>
                  </a:cubicBezTo>
                  <a:cubicBezTo>
                    <a:pt x="16" y="47"/>
                    <a:pt x="23" y="51"/>
                    <a:pt x="42" y="54"/>
                  </a:cubicBezTo>
                  <a:cubicBezTo>
                    <a:pt x="55" y="56"/>
                    <a:pt x="427" y="59"/>
                    <a:pt x="869" y="61"/>
                  </a:cubicBezTo>
                  <a:lnTo>
                    <a:pt x="1673" y="65"/>
                  </a:lnTo>
                  <a:lnTo>
                    <a:pt x="1683" y="54"/>
                  </a:lnTo>
                  <a:cubicBezTo>
                    <a:pt x="1693" y="42"/>
                    <a:pt x="1692" y="21"/>
                    <a:pt x="1680" y="7"/>
                  </a:cubicBezTo>
                  <a:cubicBezTo>
                    <a:pt x="1676" y="1"/>
                    <a:pt x="1511" y="0"/>
                    <a:pt x="873" y="1"/>
                  </a:cubicBezTo>
                  <a:cubicBezTo>
                    <a:pt x="420" y="1"/>
                    <a:pt x="58" y="3"/>
                    <a:pt x="42" y="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sp>
        <p:nvSpPr>
          <p:cNvPr id="502" name="Freeform 101">
            <a:extLst>
              <a:ext uri="{FF2B5EF4-FFF2-40B4-BE49-F238E27FC236}">
                <a16:creationId xmlns:a16="http://schemas.microsoft.com/office/drawing/2014/main" id="{4D8527AE-37FD-9940-8383-3DCCDF8F1133}"/>
              </a:ext>
            </a:extLst>
          </p:cNvPr>
          <p:cNvSpPr>
            <a:spLocks noChangeArrowheads="1"/>
          </p:cNvSpPr>
          <p:nvPr/>
        </p:nvSpPr>
        <p:spPr bwMode="auto">
          <a:xfrm>
            <a:off x="1595548" y="300992"/>
            <a:ext cx="9014400" cy="23043"/>
          </a:xfrm>
          <a:custGeom>
            <a:avLst/>
            <a:gdLst>
              <a:gd name="T0" fmla="*/ 40161 w 12117"/>
              <a:gd name="T1" fmla="*/ 1065 h 71"/>
              <a:gd name="T2" fmla="*/ 40161 w 12117"/>
              <a:gd name="T3" fmla="*/ 1065 h 71"/>
              <a:gd name="T4" fmla="*/ 5578 w 12117"/>
              <a:gd name="T5" fmla="*/ 6034 h 71"/>
              <a:gd name="T6" fmla="*/ 5578 w 12117"/>
              <a:gd name="T7" fmla="*/ 6034 h 71"/>
              <a:gd name="T8" fmla="*/ 6136 w 12117"/>
              <a:gd name="T9" fmla="*/ 16682 h 71"/>
              <a:gd name="T10" fmla="*/ 6136 w 12117"/>
              <a:gd name="T11" fmla="*/ 16682 h 71"/>
              <a:gd name="T12" fmla="*/ 68050 w 12117"/>
              <a:gd name="T13" fmla="*/ 21651 h 71"/>
              <a:gd name="T14" fmla="*/ 68050 w 12117"/>
              <a:gd name="T15" fmla="*/ 21651 h 71"/>
              <a:gd name="T16" fmla="*/ 6689517 w 12117"/>
              <a:gd name="T17" fmla="*/ 21651 h 71"/>
              <a:gd name="T18" fmla="*/ 6689517 w 12117"/>
              <a:gd name="T19" fmla="*/ 21651 h 71"/>
              <a:gd name="T20" fmla="*/ 6751431 w 12117"/>
              <a:gd name="T21" fmla="*/ 16327 h 71"/>
              <a:gd name="T22" fmla="*/ 6751431 w 12117"/>
              <a:gd name="T23" fmla="*/ 16327 h 71"/>
              <a:gd name="T24" fmla="*/ 6746411 w 12117"/>
              <a:gd name="T25" fmla="*/ 2839 h 71"/>
              <a:gd name="T26" fmla="*/ 6746411 w 12117"/>
              <a:gd name="T27" fmla="*/ 2839 h 71"/>
              <a:gd name="T28" fmla="*/ 3404720 w 12117"/>
              <a:gd name="T29" fmla="*/ 355 h 71"/>
              <a:gd name="T30" fmla="*/ 3404720 w 12117"/>
              <a:gd name="T31" fmla="*/ 355 h 71"/>
              <a:gd name="T32" fmla="*/ 40161 w 12117"/>
              <a:gd name="T33" fmla="*/ 1065 h 7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2117" h="71">
                <a:moveTo>
                  <a:pt x="72" y="3"/>
                </a:moveTo>
                <a:lnTo>
                  <a:pt x="72" y="3"/>
                </a:lnTo>
                <a:cubicBezTo>
                  <a:pt x="26" y="6"/>
                  <a:pt x="15" y="8"/>
                  <a:pt x="10" y="17"/>
                </a:cubicBezTo>
                <a:cubicBezTo>
                  <a:pt x="0" y="30"/>
                  <a:pt x="0" y="38"/>
                  <a:pt x="11" y="47"/>
                </a:cubicBezTo>
                <a:cubicBezTo>
                  <a:pt x="18" y="54"/>
                  <a:pt x="44" y="57"/>
                  <a:pt x="122" y="61"/>
                </a:cubicBezTo>
                <a:cubicBezTo>
                  <a:pt x="264" y="70"/>
                  <a:pt x="11849" y="70"/>
                  <a:pt x="11993" y="61"/>
                </a:cubicBezTo>
                <a:cubicBezTo>
                  <a:pt x="12077" y="57"/>
                  <a:pt x="12096" y="54"/>
                  <a:pt x="12104" y="46"/>
                </a:cubicBezTo>
                <a:cubicBezTo>
                  <a:pt x="12116" y="35"/>
                  <a:pt x="12112" y="18"/>
                  <a:pt x="12095" y="8"/>
                </a:cubicBezTo>
                <a:cubicBezTo>
                  <a:pt x="12086" y="2"/>
                  <a:pt x="10874" y="1"/>
                  <a:pt x="6104" y="1"/>
                </a:cubicBezTo>
                <a:cubicBezTo>
                  <a:pt x="2817" y="0"/>
                  <a:pt x="102" y="2"/>
                  <a:pt x="72" y="3"/>
                </a:cubicBezTo>
              </a:path>
            </a:pathLst>
          </a:custGeom>
          <a:solidFill>
            <a:schemeClr val="accent3"/>
          </a:solidFill>
          <a:ln>
            <a:noFill/>
          </a:ln>
          <a:effectLst/>
        </p:spPr>
        <p:txBody>
          <a:bodyPr wrap="none" anchor="ctr"/>
          <a:lstStyle/>
          <a:p>
            <a:endParaRPr lang="es-ES_tradnl" sz="1633"/>
          </a:p>
        </p:txBody>
      </p:sp>
      <p:sp>
        <p:nvSpPr>
          <p:cNvPr id="503" name="Freeform 101">
            <a:extLst>
              <a:ext uri="{FF2B5EF4-FFF2-40B4-BE49-F238E27FC236}">
                <a16:creationId xmlns:a16="http://schemas.microsoft.com/office/drawing/2014/main" id="{D3A7038F-A6CE-7441-9869-8544F47716DB}"/>
              </a:ext>
            </a:extLst>
          </p:cNvPr>
          <p:cNvSpPr>
            <a:spLocks noChangeArrowheads="1"/>
          </p:cNvSpPr>
          <p:nvPr/>
        </p:nvSpPr>
        <p:spPr bwMode="auto">
          <a:xfrm>
            <a:off x="1599319" y="6549785"/>
            <a:ext cx="9014400" cy="23043"/>
          </a:xfrm>
          <a:custGeom>
            <a:avLst/>
            <a:gdLst>
              <a:gd name="T0" fmla="*/ 40161 w 12117"/>
              <a:gd name="T1" fmla="*/ 1065 h 71"/>
              <a:gd name="T2" fmla="*/ 40161 w 12117"/>
              <a:gd name="T3" fmla="*/ 1065 h 71"/>
              <a:gd name="T4" fmla="*/ 5578 w 12117"/>
              <a:gd name="T5" fmla="*/ 6034 h 71"/>
              <a:gd name="T6" fmla="*/ 5578 w 12117"/>
              <a:gd name="T7" fmla="*/ 6034 h 71"/>
              <a:gd name="T8" fmla="*/ 6136 w 12117"/>
              <a:gd name="T9" fmla="*/ 16682 h 71"/>
              <a:gd name="T10" fmla="*/ 6136 w 12117"/>
              <a:gd name="T11" fmla="*/ 16682 h 71"/>
              <a:gd name="T12" fmla="*/ 68050 w 12117"/>
              <a:gd name="T13" fmla="*/ 21651 h 71"/>
              <a:gd name="T14" fmla="*/ 68050 w 12117"/>
              <a:gd name="T15" fmla="*/ 21651 h 71"/>
              <a:gd name="T16" fmla="*/ 6689517 w 12117"/>
              <a:gd name="T17" fmla="*/ 21651 h 71"/>
              <a:gd name="T18" fmla="*/ 6689517 w 12117"/>
              <a:gd name="T19" fmla="*/ 21651 h 71"/>
              <a:gd name="T20" fmla="*/ 6751431 w 12117"/>
              <a:gd name="T21" fmla="*/ 16327 h 71"/>
              <a:gd name="T22" fmla="*/ 6751431 w 12117"/>
              <a:gd name="T23" fmla="*/ 16327 h 71"/>
              <a:gd name="T24" fmla="*/ 6746411 w 12117"/>
              <a:gd name="T25" fmla="*/ 2839 h 71"/>
              <a:gd name="T26" fmla="*/ 6746411 w 12117"/>
              <a:gd name="T27" fmla="*/ 2839 h 71"/>
              <a:gd name="T28" fmla="*/ 3404720 w 12117"/>
              <a:gd name="T29" fmla="*/ 355 h 71"/>
              <a:gd name="T30" fmla="*/ 3404720 w 12117"/>
              <a:gd name="T31" fmla="*/ 355 h 71"/>
              <a:gd name="T32" fmla="*/ 40161 w 12117"/>
              <a:gd name="T33" fmla="*/ 1065 h 7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2117" h="71">
                <a:moveTo>
                  <a:pt x="72" y="3"/>
                </a:moveTo>
                <a:lnTo>
                  <a:pt x="72" y="3"/>
                </a:lnTo>
                <a:cubicBezTo>
                  <a:pt x="26" y="6"/>
                  <a:pt x="15" y="8"/>
                  <a:pt x="10" y="17"/>
                </a:cubicBezTo>
                <a:cubicBezTo>
                  <a:pt x="0" y="30"/>
                  <a:pt x="0" y="38"/>
                  <a:pt x="11" y="47"/>
                </a:cubicBezTo>
                <a:cubicBezTo>
                  <a:pt x="18" y="54"/>
                  <a:pt x="44" y="57"/>
                  <a:pt x="122" y="61"/>
                </a:cubicBezTo>
                <a:cubicBezTo>
                  <a:pt x="264" y="70"/>
                  <a:pt x="11849" y="70"/>
                  <a:pt x="11993" y="61"/>
                </a:cubicBezTo>
                <a:cubicBezTo>
                  <a:pt x="12077" y="57"/>
                  <a:pt x="12096" y="54"/>
                  <a:pt x="12104" y="46"/>
                </a:cubicBezTo>
                <a:cubicBezTo>
                  <a:pt x="12116" y="35"/>
                  <a:pt x="12112" y="18"/>
                  <a:pt x="12095" y="8"/>
                </a:cubicBezTo>
                <a:cubicBezTo>
                  <a:pt x="12086" y="2"/>
                  <a:pt x="10874" y="1"/>
                  <a:pt x="6104" y="1"/>
                </a:cubicBezTo>
                <a:cubicBezTo>
                  <a:pt x="2817" y="0"/>
                  <a:pt x="102" y="2"/>
                  <a:pt x="72" y="3"/>
                </a:cubicBezTo>
              </a:path>
            </a:pathLst>
          </a:custGeom>
          <a:solidFill>
            <a:schemeClr val="accent3"/>
          </a:solidFill>
          <a:ln>
            <a:noFill/>
          </a:ln>
          <a:effectLst/>
        </p:spPr>
        <p:txBody>
          <a:bodyPr wrap="none" anchor="ctr"/>
          <a:lstStyle/>
          <a:p>
            <a:endParaRPr lang="es-ES_tradnl" sz="1633"/>
          </a:p>
        </p:txBody>
      </p:sp>
    </p:spTree>
    <p:extLst>
      <p:ext uri="{BB962C8B-B14F-4D97-AF65-F5344CB8AC3E}">
        <p14:creationId xmlns:p14="http://schemas.microsoft.com/office/powerpoint/2010/main" val="1334351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anim calcmode="lin" valueType="num">
                                      <p:cBhvr>
                                        <p:cTn id="8" dur="500" fill="hold"/>
                                        <p:tgtEl>
                                          <p:spTgt spid="16"/>
                                        </p:tgtEl>
                                        <p:attrNameLst>
                                          <p:attrName>ppt_x</p:attrName>
                                        </p:attrNameLst>
                                      </p:cBhvr>
                                      <p:tavLst>
                                        <p:tav tm="0">
                                          <p:val>
                                            <p:strVal val="#ppt_x"/>
                                          </p:val>
                                        </p:tav>
                                        <p:tav tm="100000">
                                          <p:val>
                                            <p:strVal val="#ppt_x"/>
                                          </p:val>
                                        </p:tav>
                                      </p:tavLst>
                                    </p:anim>
                                    <p:anim calcmode="lin" valueType="num">
                                      <p:cBhvr>
                                        <p:cTn id="9" dur="500" fill="hold"/>
                                        <p:tgtEl>
                                          <p:spTgt spid="1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anim calcmode="lin" valueType="num">
                                      <p:cBhvr>
                                        <p:cTn id="13" dur="500" fill="hold"/>
                                        <p:tgtEl>
                                          <p:spTgt spid="15"/>
                                        </p:tgtEl>
                                        <p:attrNameLst>
                                          <p:attrName>ppt_x</p:attrName>
                                        </p:attrNameLst>
                                      </p:cBhvr>
                                      <p:tavLst>
                                        <p:tav tm="0">
                                          <p:val>
                                            <p:strVal val="#ppt_x"/>
                                          </p:val>
                                        </p:tav>
                                        <p:tav tm="100000">
                                          <p:val>
                                            <p:strVal val="#ppt_x"/>
                                          </p:val>
                                        </p:tav>
                                      </p:tavLst>
                                    </p:anim>
                                    <p:anim calcmode="lin" valueType="num">
                                      <p:cBhvr>
                                        <p:cTn id="14" dur="5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500"/>
                                        <p:tgtEl>
                                          <p:spTgt spid="17"/>
                                        </p:tgtEl>
                                      </p:cBhvr>
                                    </p:animEffect>
                                    <p:anim calcmode="lin" valueType="num">
                                      <p:cBhvr>
                                        <p:cTn id="20" dur="500" fill="hold"/>
                                        <p:tgtEl>
                                          <p:spTgt spid="17"/>
                                        </p:tgtEl>
                                        <p:attrNameLst>
                                          <p:attrName>ppt_x</p:attrName>
                                        </p:attrNameLst>
                                      </p:cBhvr>
                                      <p:tavLst>
                                        <p:tav tm="0">
                                          <p:val>
                                            <p:strVal val="#ppt_x"/>
                                          </p:val>
                                        </p:tav>
                                        <p:tav tm="100000">
                                          <p:val>
                                            <p:strVal val="#ppt_x"/>
                                          </p:val>
                                        </p:tav>
                                      </p:tavLst>
                                    </p:anim>
                                    <p:anim calcmode="lin" valueType="num">
                                      <p:cBhvr>
                                        <p:cTn id="21" dur="500" fill="hold"/>
                                        <p:tgtEl>
                                          <p:spTgt spid="17"/>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fade">
                                      <p:cBhvr>
                                        <p:cTn id="24" dur="500"/>
                                        <p:tgtEl>
                                          <p:spTgt spid="19"/>
                                        </p:tgtEl>
                                      </p:cBhvr>
                                    </p:animEffect>
                                    <p:anim calcmode="lin" valueType="num">
                                      <p:cBhvr>
                                        <p:cTn id="25" dur="500" fill="hold"/>
                                        <p:tgtEl>
                                          <p:spTgt spid="19"/>
                                        </p:tgtEl>
                                        <p:attrNameLst>
                                          <p:attrName>ppt_x</p:attrName>
                                        </p:attrNameLst>
                                      </p:cBhvr>
                                      <p:tavLst>
                                        <p:tav tm="0">
                                          <p:val>
                                            <p:strVal val="#ppt_x"/>
                                          </p:val>
                                        </p:tav>
                                        <p:tav tm="100000">
                                          <p:val>
                                            <p:strVal val="#ppt_x"/>
                                          </p:val>
                                        </p:tav>
                                      </p:tavLst>
                                    </p:anim>
                                    <p:anim calcmode="lin" valueType="num">
                                      <p:cBhvr>
                                        <p:cTn id="26" dur="5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anim calcmode="lin" valueType="num">
                                      <p:cBhvr>
                                        <p:cTn id="32" dur="500" fill="hold"/>
                                        <p:tgtEl>
                                          <p:spTgt spid="13"/>
                                        </p:tgtEl>
                                        <p:attrNameLst>
                                          <p:attrName>ppt_x</p:attrName>
                                        </p:attrNameLst>
                                      </p:cBhvr>
                                      <p:tavLst>
                                        <p:tav tm="0">
                                          <p:val>
                                            <p:strVal val="#ppt_x"/>
                                          </p:val>
                                        </p:tav>
                                        <p:tav tm="100000">
                                          <p:val>
                                            <p:strVal val="#ppt_x"/>
                                          </p:val>
                                        </p:tav>
                                      </p:tavLst>
                                    </p:anim>
                                    <p:anim calcmode="lin" valueType="num">
                                      <p:cBhvr>
                                        <p:cTn id="33" dur="500" fill="hold"/>
                                        <p:tgtEl>
                                          <p:spTgt spid="13"/>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anim calcmode="lin" valueType="num">
                                      <p:cBhvr>
                                        <p:cTn id="37" dur="500" fill="hold"/>
                                        <p:tgtEl>
                                          <p:spTgt spid="12"/>
                                        </p:tgtEl>
                                        <p:attrNameLst>
                                          <p:attrName>ppt_x</p:attrName>
                                        </p:attrNameLst>
                                      </p:cBhvr>
                                      <p:tavLst>
                                        <p:tav tm="0">
                                          <p:val>
                                            <p:strVal val="#ppt_x"/>
                                          </p:val>
                                        </p:tav>
                                        <p:tav tm="100000">
                                          <p:val>
                                            <p:strVal val="#ppt_x"/>
                                          </p:val>
                                        </p:tav>
                                      </p:tavLst>
                                    </p:anim>
                                    <p:anim calcmode="lin" valueType="num">
                                      <p:cBhvr>
                                        <p:cTn id="38" dur="5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5" grpId="0"/>
      <p:bldP spid="16" grpId="0"/>
      <p:bldP spid="17" grpId="0"/>
      <p:bldP spid="1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Placeholder 13">
            <a:extLst>
              <a:ext uri="{FF2B5EF4-FFF2-40B4-BE49-F238E27FC236}">
                <a16:creationId xmlns:a16="http://schemas.microsoft.com/office/drawing/2014/main" id="{97F355E5-0C3C-4651-9A34-EAD355E81472}"/>
              </a:ext>
            </a:extLst>
          </p:cNvPr>
          <p:cNvPicPr>
            <a:picLocks noGrp="1" noChangeAspect="1"/>
          </p:cNvPicPr>
          <p:nvPr>
            <p:ph type="pic" sz="quarter" idx="14"/>
          </p:nvPr>
        </p:nvPicPr>
        <p:blipFill>
          <a:blip r:embed="rId3">
            <a:extLst>
              <a:ext uri="{28A0092B-C50C-407E-A947-70E740481C1C}">
                <a14:useLocalDpi xmlns:a14="http://schemas.microsoft.com/office/drawing/2010/main" val="0"/>
              </a:ext>
            </a:extLst>
          </a:blip>
          <a:srcRect l="14766" r="14766"/>
          <a:stretch>
            <a:fillRect/>
          </a:stretch>
        </p:blipFill>
        <p:spPr>
          <a:xfrm>
            <a:off x="1346048" y="1212858"/>
            <a:ext cx="3122692" cy="4432283"/>
          </a:xfrm>
        </p:spPr>
      </p:pic>
      <p:pic>
        <p:nvPicPr>
          <p:cNvPr id="16" name="Picture 15">
            <a:extLst>
              <a:ext uri="{FF2B5EF4-FFF2-40B4-BE49-F238E27FC236}">
                <a16:creationId xmlns:a16="http://schemas.microsoft.com/office/drawing/2014/main" id="{A0966B9A-625D-4A31-8A62-4B334761A841}"/>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7723261" y="1397200"/>
            <a:ext cx="2668260" cy="1632085"/>
          </a:xfrm>
          <a:prstGeom prst="rect">
            <a:avLst/>
          </a:prstGeom>
        </p:spPr>
      </p:pic>
      <p:pic>
        <p:nvPicPr>
          <p:cNvPr id="19" name="Picture 18">
            <a:extLst>
              <a:ext uri="{FF2B5EF4-FFF2-40B4-BE49-F238E27FC236}">
                <a16:creationId xmlns:a16="http://schemas.microsoft.com/office/drawing/2014/main" id="{B76206D4-002A-488E-8C7A-2F9D00750E4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735584" y="3828715"/>
            <a:ext cx="4643615" cy="1324779"/>
          </a:xfrm>
          <a:prstGeom prst="rect">
            <a:avLst/>
          </a:prstGeom>
        </p:spPr>
      </p:pic>
    </p:spTree>
    <p:extLst>
      <p:ext uri="{BB962C8B-B14F-4D97-AF65-F5344CB8AC3E}">
        <p14:creationId xmlns:p14="http://schemas.microsoft.com/office/powerpoint/2010/main" val="992137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p:cNvGrpSpPr>
            <a:grpSpLocks noChangeAspect="1"/>
          </p:cNvGrpSpPr>
          <p:nvPr/>
        </p:nvGrpSpPr>
        <p:grpSpPr>
          <a:xfrm>
            <a:off x="6853547" y="1946075"/>
            <a:ext cx="4019469" cy="3267813"/>
            <a:chOff x="4300539" y="1984376"/>
            <a:chExt cx="3589338" cy="2890838"/>
          </a:xfrm>
        </p:grpSpPr>
        <p:sp>
          <p:nvSpPr>
            <p:cNvPr id="6" name="Freeform 5"/>
            <p:cNvSpPr>
              <a:spLocks/>
            </p:cNvSpPr>
            <p:nvPr/>
          </p:nvSpPr>
          <p:spPr bwMode="auto">
            <a:xfrm>
              <a:off x="4300539" y="1984376"/>
              <a:ext cx="3589338" cy="2170113"/>
            </a:xfrm>
            <a:custGeom>
              <a:avLst/>
              <a:gdLst>
                <a:gd name="T0" fmla="*/ 2537 w 2537"/>
                <a:gd name="T1" fmla="*/ 1533 h 1533"/>
                <a:gd name="T2" fmla="*/ 2537 w 2537"/>
                <a:gd name="T3" fmla="*/ 71 h 1533"/>
                <a:gd name="T4" fmla="*/ 2467 w 2537"/>
                <a:gd name="T5" fmla="*/ 0 h 1533"/>
                <a:gd name="T6" fmla="*/ 71 w 2537"/>
                <a:gd name="T7" fmla="*/ 0 h 1533"/>
                <a:gd name="T8" fmla="*/ 0 w 2537"/>
                <a:gd name="T9" fmla="*/ 71 h 1533"/>
                <a:gd name="T10" fmla="*/ 0 w 2537"/>
                <a:gd name="T11" fmla="*/ 1533 h 1533"/>
                <a:gd name="T12" fmla="*/ 2537 w 2537"/>
                <a:gd name="T13" fmla="*/ 1533 h 1533"/>
              </a:gdLst>
              <a:ahLst/>
              <a:cxnLst>
                <a:cxn ang="0">
                  <a:pos x="T0" y="T1"/>
                </a:cxn>
                <a:cxn ang="0">
                  <a:pos x="T2" y="T3"/>
                </a:cxn>
                <a:cxn ang="0">
                  <a:pos x="T4" y="T5"/>
                </a:cxn>
                <a:cxn ang="0">
                  <a:pos x="T6" y="T7"/>
                </a:cxn>
                <a:cxn ang="0">
                  <a:pos x="T8" y="T9"/>
                </a:cxn>
                <a:cxn ang="0">
                  <a:pos x="T10" y="T11"/>
                </a:cxn>
                <a:cxn ang="0">
                  <a:pos x="T12" y="T13"/>
                </a:cxn>
              </a:cxnLst>
              <a:rect l="0" t="0" r="r" b="b"/>
              <a:pathLst>
                <a:path w="2537" h="1533">
                  <a:moveTo>
                    <a:pt x="2537" y="1533"/>
                  </a:moveTo>
                  <a:cubicBezTo>
                    <a:pt x="2537" y="71"/>
                    <a:pt x="2537" y="71"/>
                    <a:pt x="2537" y="71"/>
                  </a:cubicBezTo>
                  <a:cubicBezTo>
                    <a:pt x="2537" y="32"/>
                    <a:pt x="2506" y="0"/>
                    <a:pt x="2467" y="0"/>
                  </a:cubicBezTo>
                  <a:cubicBezTo>
                    <a:pt x="71" y="0"/>
                    <a:pt x="71" y="0"/>
                    <a:pt x="71" y="0"/>
                  </a:cubicBezTo>
                  <a:cubicBezTo>
                    <a:pt x="32" y="0"/>
                    <a:pt x="0" y="32"/>
                    <a:pt x="0" y="71"/>
                  </a:cubicBezTo>
                  <a:cubicBezTo>
                    <a:pt x="0" y="1533"/>
                    <a:pt x="0" y="1533"/>
                    <a:pt x="0" y="1533"/>
                  </a:cubicBezTo>
                  <a:lnTo>
                    <a:pt x="2537" y="1533"/>
                  </a:lnTo>
                  <a:close/>
                </a:path>
              </a:pathLst>
            </a:custGeom>
            <a:solidFill>
              <a:srgbClr val="18181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45703" tIns="22851" rIns="45703" bIns="22851" numCol="1" anchor="t" anchorCtr="0" compatLnSpc="1">
              <a:prstTxWarp prst="textNoShape">
                <a:avLst/>
              </a:prstTxWarp>
            </a:bodyPr>
            <a:lstStyle/>
            <a:p>
              <a:pPr algn="ctr"/>
              <a:endParaRPr lang="id-ID" sz="2400" dirty="0">
                <a:latin typeface="Roboto Regular" charset="0"/>
              </a:endParaRPr>
            </a:p>
          </p:txBody>
        </p:sp>
        <p:sp>
          <p:nvSpPr>
            <p:cNvPr id="7" name="Freeform 6"/>
            <p:cNvSpPr>
              <a:spLocks noEditPoints="1"/>
            </p:cNvSpPr>
            <p:nvPr/>
          </p:nvSpPr>
          <p:spPr bwMode="auto">
            <a:xfrm>
              <a:off x="4440239" y="2132014"/>
              <a:ext cx="3309938" cy="1873250"/>
            </a:xfrm>
            <a:custGeom>
              <a:avLst/>
              <a:gdLst>
                <a:gd name="T0" fmla="*/ 2075 w 2085"/>
                <a:gd name="T1" fmla="*/ 10 h 1180"/>
                <a:gd name="T2" fmla="*/ 2075 w 2085"/>
                <a:gd name="T3" fmla="*/ 1170 h 1180"/>
                <a:gd name="T4" fmla="*/ 10 w 2085"/>
                <a:gd name="T5" fmla="*/ 1170 h 1180"/>
                <a:gd name="T6" fmla="*/ 10 w 2085"/>
                <a:gd name="T7" fmla="*/ 10 h 1180"/>
                <a:gd name="T8" fmla="*/ 2075 w 2085"/>
                <a:gd name="T9" fmla="*/ 10 h 1180"/>
                <a:gd name="T10" fmla="*/ 2085 w 2085"/>
                <a:gd name="T11" fmla="*/ 0 h 1180"/>
                <a:gd name="T12" fmla="*/ 2075 w 2085"/>
                <a:gd name="T13" fmla="*/ 0 h 1180"/>
                <a:gd name="T14" fmla="*/ 10 w 2085"/>
                <a:gd name="T15" fmla="*/ 0 h 1180"/>
                <a:gd name="T16" fmla="*/ 0 w 2085"/>
                <a:gd name="T17" fmla="*/ 0 h 1180"/>
                <a:gd name="T18" fmla="*/ 0 w 2085"/>
                <a:gd name="T19" fmla="*/ 10 h 1180"/>
                <a:gd name="T20" fmla="*/ 0 w 2085"/>
                <a:gd name="T21" fmla="*/ 1170 h 1180"/>
                <a:gd name="T22" fmla="*/ 0 w 2085"/>
                <a:gd name="T23" fmla="*/ 1180 h 1180"/>
                <a:gd name="T24" fmla="*/ 10 w 2085"/>
                <a:gd name="T25" fmla="*/ 1180 h 1180"/>
                <a:gd name="T26" fmla="*/ 2075 w 2085"/>
                <a:gd name="T27" fmla="*/ 1180 h 1180"/>
                <a:gd name="T28" fmla="*/ 2085 w 2085"/>
                <a:gd name="T29" fmla="*/ 1180 h 1180"/>
                <a:gd name="T30" fmla="*/ 2085 w 2085"/>
                <a:gd name="T31" fmla="*/ 1170 h 1180"/>
                <a:gd name="T32" fmla="*/ 2085 w 2085"/>
                <a:gd name="T33" fmla="*/ 10 h 1180"/>
                <a:gd name="T34" fmla="*/ 2085 w 2085"/>
                <a:gd name="T35" fmla="*/ 0 h 1180"/>
                <a:gd name="T36" fmla="*/ 2085 w 2085"/>
                <a:gd name="T37" fmla="*/ 0 h 1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085" h="1180">
                  <a:moveTo>
                    <a:pt x="2075" y="10"/>
                  </a:moveTo>
                  <a:lnTo>
                    <a:pt x="2075" y="1170"/>
                  </a:lnTo>
                  <a:lnTo>
                    <a:pt x="10" y="1170"/>
                  </a:lnTo>
                  <a:lnTo>
                    <a:pt x="10" y="10"/>
                  </a:lnTo>
                  <a:lnTo>
                    <a:pt x="2075" y="10"/>
                  </a:lnTo>
                  <a:close/>
                  <a:moveTo>
                    <a:pt x="2085" y="0"/>
                  </a:moveTo>
                  <a:lnTo>
                    <a:pt x="2075" y="0"/>
                  </a:lnTo>
                  <a:lnTo>
                    <a:pt x="10" y="0"/>
                  </a:lnTo>
                  <a:lnTo>
                    <a:pt x="0" y="0"/>
                  </a:lnTo>
                  <a:lnTo>
                    <a:pt x="0" y="10"/>
                  </a:lnTo>
                  <a:lnTo>
                    <a:pt x="0" y="1170"/>
                  </a:lnTo>
                  <a:lnTo>
                    <a:pt x="0" y="1180"/>
                  </a:lnTo>
                  <a:lnTo>
                    <a:pt x="10" y="1180"/>
                  </a:lnTo>
                  <a:lnTo>
                    <a:pt x="2075" y="1180"/>
                  </a:lnTo>
                  <a:lnTo>
                    <a:pt x="2085" y="1180"/>
                  </a:lnTo>
                  <a:lnTo>
                    <a:pt x="2085" y="1170"/>
                  </a:lnTo>
                  <a:lnTo>
                    <a:pt x="2085" y="10"/>
                  </a:lnTo>
                  <a:lnTo>
                    <a:pt x="2085" y="0"/>
                  </a:lnTo>
                  <a:lnTo>
                    <a:pt x="2085" y="0"/>
                  </a:lnTo>
                  <a:close/>
                </a:path>
              </a:pathLst>
            </a:custGeom>
            <a:solidFill>
              <a:srgbClr val="0C0D11"/>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45703" tIns="22851" rIns="45703" bIns="22851" numCol="1" anchor="t" anchorCtr="0" compatLnSpc="1">
              <a:prstTxWarp prst="textNoShape">
                <a:avLst/>
              </a:prstTxWarp>
            </a:bodyPr>
            <a:lstStyle/>
            <a:p>
              <a:pPr algn="ctr"/>
              <a:endParaRPr lang="id-ID" sz="2400" dirty="0">
                <a:latin typeface="Roboto Regular" charset="0"/>
              </a:endParaRPr>
            </a:p>
          </p:txBody>
        </p:sp>
        <p:sp>
          <p:nvSpPr>
            <p:cNvPr id="8" name="Freeform 7"/>
            <p:cNvSpPr>
              <a:spLocks noEditPoints="1"/>
            </p:cNvSpPr>
            <p:nvPr/>
          </p:nvSpPr>
          <p:spPr bwMode="auto">
            <a:xfrm>
              <a:off x="4440239" y="2132014"/>
              <a:ext cx="3309938" cy="1873250"/>
            </a:xfrm>
            <a:custGeom>
              <a:avLst/>
              <a:gdLst>
                <a:gd name="T0" fmla="*/ 2075 w 2085"/>
                <a:gd name="T1" fmla="*/ 10 h 1180"/>
                <a:gd name="T2" fmla="*/ 2075 w 2085"/>
                <a:gd name="T3" fmla="*/ 1170 h 1180"/>
                <a:gd name="T4" fmla="*/ 10 w 2085"/>
                <a:gd name="T5" fmla="*/ 1170 h 1180"/>
                <a:gd name="T6" fmla="*/ 10 w 2085"/>
                <a:gd name="T7" fmla="*/ 10 h 1180"/>
                <a:gd name="T8" fmla="*/ 2075 w 2085"/>
                <a:gd name="T9" fmla="*/ 10 h 1180"/>
                <a:gd name="T10" fmla="*/ 2085 w 2085"/>
                <a:gd name="T11" fmla="*/ 0 h 1180"/>
                <a:gd name="T12" fmla="*/ 2075 w 2085"/>
                <a:gd name="T13" fmla="*/ 0 h 1180"/>
                <a:gd name="T14" fmla="*/ 10 w 2085"/>
                <a:gd name="T15" fmla="*/ 0 h 1180"/>
                <a:gd name="T16" fmla="*/ 0 w 2085"/>
                <a:gd name="T17" fmla="*/ 0 h 1180"/>
                <a:gd name="T18" fmla="*/ 0 w 2085"/>
                <a:gd name="T19" fmla="*/ 10 h 1180"/>
                <a:gd name="T20" fmla="*/ 0 w 2085"/>
                <a:gd name="T21" fmla="*/ 1170 h 1180"/>
                <a:gd name="T22" fmla="*/ 0 w 2085"/>
                <a:gd name="T23" fmla="*/ 1180 h 1180"/>
                <a:gd name="T24" fmla="*/ 10 w 2085"/>
                <a:gd name="T25" fmla="*/ 1180 h 1180"/>
                <a:gd name="T26" fmla="*/ 2075 w 2085"/>
                <a:gd name="T27" fmla="*/ 1180 h 1180"/>
                <a:gd name="T28" fmla="*/ 2085 w 2085"/>
                <a:gd name="T29" fmla="*/ 1180 h 1180"/>
                <a:gd name="T30" fmla="*/ 2085 w 2085"/>
                <a:gd name="T31" fmla="*/ 1170 h 1180"/>
                <a:gd name="T32" fmla="*/ 2085 w 2085"/>
                <a:gd name="T33" fmla="*/ 10 h 1180"/>
                <a:gd name="T34" fmla="*/ 2085 w 2085"/>
                <a:gd name="T35" fmla="*/ 0 h 1180"/>
                <a:gd name="T36" fmla="*/ 2085 w 2085"/>
                <a:gd name="T37" fmla="*/ 0 h 1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085" h="1180">
                  <a:moveTo>
                    <a:pt x="2075" y="10"/>
                  </a:moveTo>
                  <a:lnTo>
                    <a:pt x="2075" y="1170"/>
                  </a:lnTo>
                  <a:lnTo>
                    <a:pt x="10" y="1170"/>
                  </a:lnTo>
                  <a:lnTo>
                    <a:pt x="10" y="10"/>
                  </a:lnTo>
                  <a:lnTo>
                    <a:pt x="2075" y="10"/>
                  </a:lnTo>
                  <a:moveTo>
                    <a:pt x="2085" y="0"/>
                  </a:moveTo>
                  <a:lnTo>
                    <a:pt x="2075" y="0"/>
                  </a:lnTo>
                  <a:lnTo>
                    <a:pt x="10" y="0"/>
                  </a:lnTo>
                  <a:lnTo>
                    <a:pt x="0" y="0"/>
                  </a:lnTo>
                  <a:lnTo>
                    <a:pt x="0" y="10"/>
                  </a:lnTo>
                  <a:lnTo>
                    <a:pt x="0" y="1170"/>
                  </a:lnTo>
                  <a:lnTo>
                    <a:pt x="0" y="1180"/>
                  </a:lnTo>
                  <a:lnTo>
                    <a:pt x="10" y="1180"/>
                  </a:lnTo>
                  <a:lnTo>
                    <a:pt x="2075" y="1180"/>
                  </a:lnTo>
                  <a:lnTo>
                    <a:pt x="2085" y="1180"/>
                  </a:lnTo>
                  <a:lnTo>
                    <a:pt x="2085" y="1170"/>
                  </a:lnTo>
                  <a:lnTo>
                    <a:pt x="2085" y="10"/>
                  </a:lnTo>
                  <a:lnTo>
                    <a:pt x="2085" y="0"/>
                  </a:lnTo>
                  <a:lnTo>
                    <a:pt x="2085" y="0"/>
                  </a:lnTo>
                </a:path>
              </a:pathLst>
            </a:cu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Lst>
          </p:spPr>
          <p:txBody>
            <a:bodyPr vert="horz" wrap="square" lIns="45703" tIns="22851" rIns="45703" bIns="22851" numCol="1" anchor="t" anchorCtr="0" compatLnSpc="1">
              <a:prstTxWarp prst="textNoShape">
                <a:avLst/>
              </a:prstTxWarp>
            </a:bodyPr>
            <a:lstStyle/>
            <a:p>
              <a:pPr algn="ctr"/>
              <a:endParaRPr lang="id-ID" sz="2400" dirty="0">
                <a:latin typeface="Roboto Regular" charset="0"/>
              </a:endParaRPr>
            </a:p>
          </p:txBody>
        </p:sp>
        <p:sp>
          <p:nvSpPr>
            <p:cNvPr id="9" name="Rectangle 8"/>
            <p:cNvSpPr>
              <a:spLocks noChangeArrowheads="1"/>
            </p:cNvSpPr>
            <p:nvPr/>
          </p:nvSpPr>
          <p:spPr bwMode="auto">
            <a:xfrm>
              <a:off x="4456114" y="2147889"/>
              <a:ext cx="3278188" cy="1841500"/>
            </a:xfrm>
            <a:prstGeom prst="rect">
              <a:avLst/>
            </a:prstGeom>
            <a:solidFill>
              <a:srgbClr val="7E7E7E"/>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45703" tIns="22851" rIns="45703" bIns="22851" numCol="1" anchor="t" anchorCtr="0" compatLnSpc="1">
              <a:prstTxWarp prst="textNoShape">
                <a:avLst/>
              </a:prstTxWarp>
            </a:bodyPr>
            <a:lstStyle/>
            <a:p>
              <a:pPr algn="ctr"/>
              <a:endParaRPr lang="id-ID" sz="2400" dirty="0">
                <a:latin typeface="Roboto Regular" charset="0"/>
              </a:endParaRPr>
            </a:p>
          </p:txBody>
        </p:sp>
        <p:sp>
          <p:nvSpPr>
            <p:cNvPr id="10" name="Freeform 9"/>
            <p:cNvSpPr>
              <a:spLocks/>
            </p:cNvSpPr>
            <p:nvPr/>
          </p:nvSpPr>
          <p:spPr bwMode="auto">
            <a:xfrm>
              <a:off x="5484814" y="4826001"/>
              <a:ext cx="1208088" cy="49213"/>
            </a:xfrm>
            <a:custGeom>
              <a:avLst/>
              <a:gdLst>
                <a:gd name="T0" fmla="*/ 852 w 854"/>
                <a:gd name="T1" fmla="*/ 24 h 35"/>
                <a:gd name="T2" fmla="*/ 478 w 854"/>
                <a:gd name="T3" fmla="*/ 5 h 35"/>
                <a:gd name="T4" fmla="*/ 478 w 854"/>
                <a:gd name="T5" fmla="*/ 0 h 35"/>
                <a:gd name="T6" fmla="*/ 427 w 854"/>
                <a:gd name="T7" fmla="*/ 3 h 35"/>
                <a:gd name="T8" fmla="*/ 375 w 854"/>
                <a:gd name="T9" fmla="*/ 0 h 35"/>
                <a:gd name="T10" fmla="*/ 375 w 854"/>
                <a:gd name="T11" fmla="*/ 5 h 35"/>
                <a:gd name="T12" fmla="*/ 1 w 854"/>
                <a:gd name="T13" fmla="*/ 24 h 35"/>
                <a:gd name="T14" fmla="*/ 24 w 854"/>
                <a:gd name="T15" fmla="*/ 35 h 35"/>
                <a:gd name="T16" fmla="*/ 375 w 854"/>
                <a:gd name="T17" fmla="*/ 35 h 35"/>
                <a:gd name="T18" fmla="*/ 478 w 854"/>
                <a:gd name="T19" fmla="*/ 35 h 35"/>
                <a:gd name="T20" fmla="*/ 829 w 854"/>
                <a:gd name="T21" fmla="*/ 35 h 35"/>
                <a:gd name="T22" fmla="*/ 852 w 854"/>
                <a:gd name="T23" fmla="*/ 24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54" h="35">
                  <a:moveTo>
                    <a:pt x="852" y="24"/>
                  </a:moveTo>
                  <a:cubicBezTo>
                    <a:pt x="478" y="5"/>
                    <a:pt x="478" y="5"/>
                    <a:pt x="478" y="5"/>
                  </a:cubicBezTo>
                  <a:cubicBezTo>
                    <a:pt x="478" y="0"/>
                    <a:pt x="478" y="0"/>
                    <a:pt x="478" y="0"/>
                  </a:cubicBezTo>
                  <a:cubicBezTo>
                    <a:pt x="427" y="3"/>
                    <a:pt x="427" y="3"/>
                    <a:pt x="427" y="3"/>
                  </a:cubicBezTo>
                  <a:cubicBezTo>
                    <a:pt x="375" y="0"/>
                    <a:pt x="375" y="0"/>
                    <a:pt x="375" y="0"/>
                  </a:cubicBezTo>
                  <a:cubicBezTo>
                    <a:pt x="375" y="5"/>
                    <a:pt x="375" y="5"/>
                    <a:pt x="375" y="5"/>
                  </a:cubicBezTo>
                  <a:cubicBezTo>
                    <a:pt x="1" y="24"/>
                    <a:pt x="1" y="24"/>
                    <a:pt x="1" y="24"/>
                  </a:cubicBezTo>
                  <a:cubicBezTo>
                    <a:pt x="1" y="24"/>
                    <a:pt x="0" y="35"/>
                    <a:pt x="24" y="35"/>
                  </a:cubicBezTo>
                  <a:cubicBezTo>
                    <a:pt x="41" y="35"/>
                    <a:pt x="247" y="35"/>
                    <a:pt x="375" y="35"/>
                  </a:cubicBezTo>
                  <a:cubicBezTo>
                    <a:pt x="435" y="35"/>
                    <a:pt x="478" y="35"/>
                    <a:pt x="478" y="35"/>
                  </a:cubicBezTo>
                  <a:cubicBezTo>
                    <a:pt x="606" y="35"/>
                    <a:pt x="812" y="35"/>
                    <a:pt x="829" y="35"/>
                  </a:cubicBezTo>
                  <a:cubicBezTo>
                    <a:pt x="854" y="35"/>
                    <a:pt x="852" y="24"/>
                    <a:pt x="852" y="24"/>
                  </a:cubicBezTo>
                  <a:close/>
                </a:path>
              </a:pathLst>
            </a:custGeom>
            <a:solidFill>
              <a:srgbClr val="18181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45703" tIns="22851" rIns="45703" bIns="22851" numCol="1" anchor="t" anchorCtr="0" compatLnSpc="1">
              <a:prstTxWarp prst="textNoShape">
                <a:avLst/>
              </a:prstTxWarp>
            </a:bodyPr>
            <a:lstStyle/>
            <a:p>
              <a:pPr algn="ctr"/>
              <a:endParaRPr lang="id-ID" sz="2400" dirty="0">
                <a:latin typeface="Roboto Regular" charset="0"/>
              </a:endParaRPr>
            </a:p>
          </p:txBody>
        </p:sp>
        <p:sp>
          <p:nvSpPr>
            <p:cNvPr id="11" name="Freeform 10"/>
            <p:cNvSpPr>
              <a:spLocks/>
            </p:cNvSpPr>
            <p:nvPr/>
          </p:nvSpPr>
          <p:spPr bwMode="auto">
            <a:xfrm>
              <a:off x="5478464" y="4446589"/>
              <a:ext cx="1219200" cy="417513"/>
            </a:xfrm>
            <a:custGeom>
              <a:avLst/>
              <a:gdLst>
                <a:gd name="T0" fmla="*/ 790 w 861"/>
                <a:gd name="T1" fmla="*/ 274 h 295"/>
                <a:gd name="T2" fmla="*/ 738 w 861"/>
                <a:gd name="T3" fmla="*/ 224 h 295"/>
                <a:gd name="T4" fmla="*/ 714 w 861"/>
                <a:gd name="T5" fmla="*/ 0 h 295"/>
                <a:gd name="T6" fmla="*/ 431 w 861"/>
                <a:gd name="T7" fmla="*/ 4 h 295"/>
                <a:gd name="T8" fmla="*/ 147 w 861"/>
                <a:gd name="T9" fmla="*/ 0 h 295"/>
                <a:gd name="T10" fmla="*/ 124 w 861"/>
                <a:gd name="T11" fmla="*/ 224 h 295"/>
                <a:gd name="T12" fmla="*/ 72 w 861"/>
                <a:gd name="T13" fmla="*/ 274 h 295"/>
                <a:gd name="T14" fmla="*/ 0 w 861"/>
                <a:gd name="T15" fmla="*/ 291 h 295"/>
                <a:gd name="T16" fmla="*/ 0 w 861"/>
                <a:gd name="T17" fmla="*/ 295 h 295"/>
                <a:gd name="T18" fmla="*/ 379 w 861"/>
                <a:gd name="T19" fmla="*/ 295 h 295"/>
                <a:gd name="T20" fmla="*/ 482 w 861"/>
                <a:gd name="T21" fmla="*/ 295 h 295"/>
                <a:gd name="T22" fmla="*/ 861 w 861"/>
                <a:gd name="T23" fmla="*/ 295 h 295"/>
                <a:gd name="T24" fmla="*/ 861 w 861"/>
                <a:gd name="T25" fmla="*/ 291 h 295"/>
                <a:gd name="T26" fmla="*/ 790 w 861"/>
                <a:gd name="T27" fmla="*/ 274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61" h="295">
                  <a:moveTo>
                    <a:pt x="790" y="274"/>
                  </a:moveTo>
                  <a:cubicBezTo>
                    <a:pt x="760" y="268"/>
                    <a:pt x="744" y="271"/>
                    <a:pt x="738" y="224"/>
                  </a:cubicBezTo>
                  <a:cubicBezTo>
                    <a:pt x="731" y="177"/>
                    <a:pt x="714" y="0"/>
                    <a:pt x="714" y="0"/>
                  </a:cubicBezTo>
                  <a:cubicBezTo>
                    <a:pt x="431" y="4"/>
                    <a:pt x="431" y="4"/>
                    <a:pt x="431" y="4"/>
                  </a:cubicBezTo>
                  <a:cubicBezTo>
                    <a:pt x="147" y="0"/>
                    <a:pt x="147" y="0"/>
                    <a:pt x="147" y="0"/>
                  </a:cubicBezTo>
                  <a:cubicBezTo>
                    <a:pt x="147" y="0"/>
                    <a:pt x="130" y="177"/>
                    <a:pt x="124" y="224"/>
                  </a:cubicBezTo>
                  <a:cubicBezTo>
                    <a:pt x="117" y="271"/>
                    <a:pt x="102" y="268"/>
                    <a:pt x="72" y="274"/>
                  </a:cubicBezTo>
                  <a:cubicBezTo>
                    <a:pt x="42" y="280"/>
                    <a:pt x="0" y="287"/>
                    <a:pt x="0" y="291"/>
                  </a:cubicBezTo>
                  <a:cubicBezTo>
                    <a:pt x="0" y="295"/>
                    <a:pt x="0" y="295"/>
                    <a:pt x="0" y="295"/>
                  </a:cubicBezTo>
                  <a:cubicBezTo>
                    <a:pt x="379" y="295"/>
                    <a:pt x="379" y="295"/>
                    <a:pt x="379" y="295"/>
                  </a:cubicBezTo>
                  <a:cubicBezTo>
                    <a:pt x="482" y="295"/>
                    <a:pt x="482" y="295"/>
                    <a:pt x="482" y="295"/>
                  </a:cubicBezTo>
                  <a:cubicBezTo>
                    <a:pt x="861" y="295"/>
                    <a:pt x="861" y="295"/>
                    <a:pt x="861" y="295"/>
                  </a:cubicBezTo>
                  <a:cubicBezTo>
                    <a:pt x="861" y="295"/>
                    <a:pt x="861" y="295"/>
                    <a:pt x="861" y="291"/>
                  </a:cubicBezTo>
                  <a:cubicBezTo>
                    <a:pt x="861" y="287"/>
                    <a:pt x="820" y="280"/>
                    <a:pt x="790" y="274"/>
                  </a:cubicBezTo>
                  <a:close/>
                </a:path>
              </a:pathLst>
            </a:custGeom>
            <a:solidFill>
              <a:srgbClr val="D2D3D5"/>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45703" tIns="22851" rIns="45703" bIns="22851" numCol="1" anchor="t" anchorCtr="0" compatLnSpc="1">
              <a:prstTxWarp prst="textNoShape">
                <a:avLst/>
              </a:prstTxWarp>
            </a:bodyPr>
            <a:lstStyle/>
            <a:p>
              <a:pPr algn="ctr"/>
              <a:endParaRPr lang="id-ID" sz="2400" dirty="0">
                <a:latin typeface="Roboto Regular" charset="0"/>
              </a:endParaRPr>
            </a:p>
          </p:txBody>
        </p:sp>
        <p:sp>
          <p:nvSpPr>
            <p:cNvPr id="14" name="Oval 11"/>
            <p:cNvSpPr>
              <a:spLocks noChangeArrowheads="1"/>
            </p:cNvSpPr>
            <p:nvPr/>
          </p:nvSpPr>
          <p:spPr bwMode="auto">
            <a:xfrm>
              <a:off x="6070602" y="2044701"/>
              <a:ext cx="49213" cy="49213"/>
            </a:xfrm>
            <a:prstGeom prst="ellipse">
              <a:avLst/>
            </a:prstGeom>
            <a:solidFill>
              <a:srgbClr val="2C2C2C"/>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45703" tIns="22851" rIns="45703" bIns="22851" numCol="1" anchor="t" anchorCtr="0" compatLnSpc="1">
              <a:prstTxWarp prst="textNoShape">
                <a:avLst/>
              </a:prstTxWarp>
            </a:bodyPr>
            <a:lstStyle/>
            <a:p>
              <a:pPr algn="ctr"/>
              <a:endParaRPr lang="id-ID" sz="2400" dirty="0">
                <a:latin typeface="Roboto Regular" charset="0"/>
              </a:endParaRPr>
            </a:p>
          </p:txBody>
        </p:sp>
        <p:sp>
          <p:nvSpPr>
            <p:cNvPr id="15" name="Oval 12"/>
            <p:cNvSpPr>
              <a:spLocks noChangeArrowheads="1"/>
            </p:cNvSpPr>
            <p:nvPr/>
          </p:nvSpPr>
          <p:spPr bwMode="auto">
            <a:xfrm>
              <a:off x="6070602" y="2041526"/>
              <a:ext cx="49213" cy="49213"/>
            </a:xfrm>
            <a:prstGeom prst="ellipse">
              <a:avLst/>
            </a:prstGeom>
            <a:solidFill>
              <a:srgbClr val="0A0A0A"/>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45703" tIns="22851" rIns="45703" bIns="22851" numCol="1" anchor="t" anchorCtr="0" compatLnSpc="1">
              <a:prstTxWarp prst="textNoShape">
                <a:avLst/>
              </a:prstTxWarp>
            </a:bodyPr>
            <a:lstStyle/>
            <a:p>
              <a:pPr algn="ctr"/>
              <a:endParaRPr lang="id-ID" sz="2400" dirty="0">
                <a:latin typeface="Roboto Regular" charset="0"/>
              </a:endParaRPr>
            </a:p>
          </p:txBody>
        </p:sp>
        <p:sp>
          <p:nvSpPr>
            <p:cNvPr id="16" name="Oval 13"/>
            <p:cNvSpPr>
              <a:spLocks noChangeArrowheads="1"/>
            </p:cNvSpPr>
            <p:nvPr/>
          </p:nvSpPr>
          <p:spPr bwMode="auto">
            <a:xfrm>
              <a:off x="6078539" y="2049464"/>
              <a:ext cx="33338" cy="31750"/>
            </a:xfrm>
            <a:prstGeom prst="ellipse">
              <a:avLst/>
            </a:pr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45703" tIns="22851" rIns="45703" bIns="22851" numCol="1" anchor="t" anchorCtr="0" compatLnSpc="1">
              <a:prstTxWarp prst="textNoShape">
                <a:avLst/>
              </a:prstTxWarp>
            </a:bodyPr>
            <a:lstStyle/>
            <a:p>
              <a:pPr algn="ctr"/>
              <a:endParaRPr lang="id-ID" sz="2400" dirty="0">
                <a:latin typeface="Roboto Regular" charset="0"/>
              </a:endParaRPr>
            </a:p>
          </p:txBody>
        </p:sp>
        <p:sp>
          <p:nvSpPr>
            <p:cNvPr id="17" name="Oval 14"/>
            <p:cNvSpPr>
              <a:spLocks noChangeArrowheads="1"/>
            </p:cNvSpPr>
            <p:nvPr/>
          </p:nvSpPr>
          <p:spPr bwMode="auto">
            <a:xfrm>
              <a:off x="6088064" y="2055814"/>
              <a:ext cx="15875" cy="19050"/>
            </a:xfrm>
            <a:prstGeom prst="ellipse">
              <a:avLst/>
            </a:prstGeom>
            <a:solidFill>
              <a:srgbClr val="2C99B4"/>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45703" tIns="22851" rIns="45703" bIns="22851" numCol="1" anchor="t" anchorCtr="0" compatLnSpc="1">
              <a:prstTxWarp prst="textNoShape">
                <a:avLst/>
              </a:prstTxWarp>
            </a:bodyPr>
            <a:lstStyle/>
            <a:p>
              <a:pPr algn="ctr"/>
              <a:endParaRPr lang="id-ID" sz="2400" dirty="0">
                <a:latin typeface="Roboto Regular" charset="0"/>
              </a:endParaRPr>
            </a:p>
          </p:txBody>
        </p:sp>
        <p:sp>
          <p:nvSpPr>
            <p:cNvPr id="18" name="Oval 15"/>
            <p:cNvSpPr>
              <a:spLocks noChangeArrowheads="1"/>
            </p:cNvSpPr>
            <p:nvPr/>
          </p:nvSpPr>
          <p:spPr bwMode="auto">
            <a:xfrm>
              <a:off x="6092827" y="2063751"/>
              <a:ext cx="4763" cy="4763"/>
            </a:xfrm>
            <a:prstGeom prst="ellipse">
              <a:avLst/>
            </a:pr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45703" tIns="22851" rIns="45703" bIns="22851" numCol="1" anchor="t" anchorCtr="0" compatLnSpc="1">
              <a:prstTxWarp prst="textNoShape">
                <a:avLst/>
              </a:prstTxWarp>
            </a:bodyPr>
            <a:lstStyle/>
            <a:p>
              <a:pPr algn="ctr"/>
              <a:endParaRPr lang="id-ID" sz="2400" dirty="0">
                <a:latin typeface="Roboto Regular" charset="0"/>
              </a:endParaRPr>
            </a:p>
          </p:txBody>
        </p:sp>
        <p:sp>
          <p:nvSpPr>
            <p:cNvPr id="19" name="Freeform 16"/>
            <p:cNvSpPr>
              <a:spLocks/>
            </p:cNvSpPr>
            <p:nvPr/>
          </p:nvSpPr>
          <p:spPr bwMode="auto">
            <a:xfrm>
              <a:off x="5478464" y="4446589"/>
              <a:ext cx="985838" cy="417513"/>
            </a:xfrm>
            <a:custGeom>
              <a:avLst/>
              <a:gdLst>
                <a:gd name="T0" fmla="*/ 696 w 696"/>
                <a:gd name="T1" fmla="*/ 10 h 295"/>
                <a:gd name="T2" fmla="*/ 573 w 696"/>
                <a:gd name="T3" fmla="*/ 2 h 295"/>
                <a:gd name="T4" fmla="*/ 431 w 696"/>
                <a:gd name="T5" fmla="*/ 4 h 295"/>
                <a:gd name="T6" fmla="*/ 147 w 696"/>
                <a:gd name="T7" fmla="*/ 0 h 295"/>
                <a:gd name="T8" fmla="*/ 124 w 696"/>
                <a:gd name="T9" fmla="*/ 224 h 295"/>
                <a:gd name="T10" fmla="*/ 72 w 696"/>
                <a:gd name="T11" fmla="*/ 274 h 295"/>
                <a:gd name="T12" fmla="*/ 0 w 696"/>
                <a:gd name="T13" fmla="*/ 291 h 295"/>
                <a:gd name="T14" fmla="*/ 0 w 696"/>
                <a:gd name="T15" fmla="*/ 295 h 295"/>
                <a:gd name="T16" fmla="*/ 379 w 696"/>
                <a:gd name="T17" fmla="*/ 295 h 295"/>
                <a:gd name="T18" fmla="*/ 432 w 696"/>
                <a:gd name="T19" fmla="*/ 295 h 295"/>
                <a:gd name="T20" fmla="*/ 696 w 696"/>
                <a:gd name="T21" fmla="*/ 10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96" h="295">
                  <a:moveTo>
                    <a:pt x="696" y="10"/>
                  </a:moveTo>
                  <a:cubicBezTo>
                    <a:pt x="573" y="2"/>
                    <a:pt x="573" y="2"/>
                    <a:pt x="573" y="2"/>
                  </a:cubicBezTo>
                  <a:cubicBezTo>
                    <a:pt x="431" y="4"/>
                    <a:pt x="431" y="4"/>
                    <a:pt x="431" y="4"/>
                  </a:cubicBezTo>
                  <a:cubicBezTo>
                    <a:pt x="147" y="0"/>
                    <a:pt x="147" y="0"/>
                    <a:pt x="147" y="0"/>
                  </a:cubicBezTo>
                  <a:cubicBezTo>
                    <a:pt x="147" y="0"/>
                    <a:pt x="130" y="177"/>
                    <a:pt x="124" y="224"/>
                  </a:cubicBezTo>
                  <a:cubicBezTo>
                    <a:pt x="117" y="271"/>
                    <a:pt x="102" y="268"/>
                    <a:pt x="72" y="274"/>
                  </a:cubicBezTo>
                  <a:cubicBezTo>
                    <a:pt x="42" y="280"/>
                    <a:pt x="0" y="287"/>
                    <a:pt x="0" y="291"/>
                  </a:cubicBezTo>
                  <a:cubicBezTo>
                    <a:pt x="0" y="295"/>
                    <a:pt x="0" y="295"/>
                    <a:pt x="0" y="295"/>
                  </a:cubicBezTo>
                  <a:cubicBezTo>
                    <a:pt x="379" y="295"/>
                    <a:pt x="379" y="295"/>
                    <a:pt x="379" y="295"/>
                  </a:cubicBezTo>
                  <a:cubicBezTo>
                    <a:pt x="432" y="295"/>
                    <a:pt x="432" y="295"/>
                    <a:pt x="432" y="295"/>
                  </a:cubicBezTo>
                  <a:lnTo>
                    <a:pt x="696" y="10"/>
                  </a:lnTo>
                  <a:close/>
                </a:path>
              </a:pathLst>
            </a:custGeom>
            <a:solidFill>
              <a:srgbClr val="A8A9AA"/>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45703" tIns="22851" rIns="45703" bIns="22851" numCol="1" anchor="t" anchorCtr="0" compatLnSpc="1">
              <a:prstTxWarp prst="textNoShape">
                <a:avLst/>
              </a:prstTxWarp>
            </a:bodyPr>
            <a:lstStyle/>
            <a:p>
              <a:pPr algn="ctr"/>
              <a:endParaRPr lang="id-ID" sz="2400" dirty="0">
                <a:latin typeface="Roboto Regular" charset="0"/>
              </a:endParaRPr>
            </a:p>
          </p:txBody>
        </p:sp>
        <p:sp>
          <p:nvSpPr>
            <p:cNvPr id="20" name="Freeform 17"/>
            <p:cNvSpPr>
              <a:spLocks/>
            </p:cNvSpPr>
            <p:nvPr/>
          </p:nvSpPr>
          <p:spPr bwMode="auto">
            <a:xfrm>
              <a:off x="4300539" y="4154489"/>
              <a:ext cx="3589338" cy="341313"/>
            </a:xfrm>
            <a:custGeom>
              <a:avLst/>
              <a:gdLst>
                <a:gd name="T0" fmla="*/ 0 w 2537"/>
                <a:gd name="T1" fmla="*/ 0 h 241"/>
                <a:gd name="T2" fmla="*/ 0 w 2537"/>
                <a:gd name="T3" fmla="*/ 170 h 241"/>
                <a:gd name="T4" fmla="*/ 71 w 2537"/>
                <a:gd name="T5" fmla="*/ 241 h 241"/>
                <a:gd name="T6" fmla="*/ 2467 w 2537"/>
                <a:gd name="T7" fmla="*/ 241 h 241"/>
                <a:gd name="T8" fmla="*/ 2537 w 2537"/>
                <a:gd name="T9" fmla="*/ 170 h 241"/>
                <a:gd name="T10" fmla="*/ 2537 w 2537"/>
                <a:gd name="T11" fmla="*/ 0 h 241"/>
                <a:gd name="T12" fmla="*/ 0 w 2537"/>
                <a:gd name="T13" fmla="*/ 0 h 241"/>
              </a:gdLst>
              <a:ahLst/>
              <a:cxnLst>
                <a:cxn ang="0">
                  <a:pos x="T0" y="T1"/>
                </a:cxn>
                <a:cxn ang="0">
                  <a:pos x="T2" y="T3"/>
                </a:cxn>
                <a:cxn ang="0">
                  <a:pos x="T4" y="T5"/>
                </a:cxn>
                <a:cxn ang="0">
                  <a:pos x="T6" y="T7"/>
                </a:cxn>
                <a:cxn ang="0">
                  <a:pos x="T8" y="T9"/>
                </a:cxn>
                <a:cxn ang="0">
                  <a:pos x="T10" y="T11"/>
                </a:cxn>
                <a:cxn ang="0">
                  <a:pos x="T12" y="T13"/>
                </a:cxn>
              </a:cxnLst>
              <a:rect l="0" t="0" r="r" b="b"/>
              <a:pathLst>
                <a:path w="2537" h="241">
                  <a:moveTo>
                    <a:pt x="0" y="0"/>
                  </a:moveTo>
                  <a:cubicBezTo>
                    <a:pt x="0" y="170"/>
                    <a:pt x="0" y="170"/>
                    <a:pt x="0" y="170"/>
                  </a:cubicBezTo>
                  <a:cubicBezTo>
                    <a:pt x="0" y="209"/>
                    <a:pt x="32" y="241"/>
                    <a:pt x="71" y="241"/>
                  </a:cubicBezTo>
                  <a:cubicBezTo>
                    <a:pt x="2467" y="241"/>
                    <a:pt x="2467" y="241"/>
                    <a:pt x="2467" y="241"/>
                  </a:cubicBezTo>
                  <a:cubicBezTo>
                    <a:pt x="2506" y="241"/>
                    <a:pt x="2537" y="209"/>
                    <a:pt x="2537" y="170"/>
                  </a:cubicBezTo>
                  <a:cubicBezTo>
                    <a:pt x="2537" y="0"/>
                    <a:pt x="2537" y="0"/>
                    <a:pt x="2537" y="0"/>
                  </a:cubicBezTo>
                  <a:lnTo>
                    <a:pt x="0" y="0"/>
                  </a:lnTo>
                  <a:close/>
                </a:path>
              </a:pathLst>
            </a:custGeom>
            <a:solidFill>
              <a:srgbClr val="D2D3D5"/>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45703" tIns="22851" rIns="45703" bIns="22851" numCol="1" anchor="t" anchorCtr="0" compatLnSpc="1">
              <a:prstTxWarp prst="textNoShape">
                <a:avLst/>
              </a:prstTxWarp>
            </a:bodyPr>
            <a:lstStyle/>
            <a:p>
              <a:pPr algn="ctr"/>
              <a:endParaRPr lang="id-ID" sz="2400" dirty="0">
                <a:latin typeface="Roboto Regular" charset="0"/>
              </a:endParaRPr>
            </a:p>
          </p:txBody>
        </p:sp>
      </p:grpSp>
      <p:sp>
        <p:nvSpPr>
          <p:cNvPr id="29" name="TextBox 28"/>
          <p:cNvSpPr txBox="1"/>
          <p:nvPr/>
        </p:nvSpPr>
        <p:spPr>
          <a:xfrm>
            <a:off x="1402008" y="2285999"/>
            <a:ext cx="4481956" cy="461601"/>
          </a:xfrm>
          <a:prstGeom prst="rect">
            <a:avLst/>
          </a:prstGeom>
          <a:noFill/>
        </p:spPr>
        <p:txBody>
          <a:bodyPr wrap="square" rtlCol="0">
            <a:spAutoFit/>
          </a:bodyPr>
          <a:lstStyle/>
          <a:p>
            <a:pPr algn="ctr">
              <a:lnSpc>
                <a:spcPts val="2933"/>
              </a:lnSpc>
            </a:pPr>
            <a:r>
              <a:rPr lang="vi-VN" sz="2400" i="1" dirty="0">
                <a:solidFill>
                  <a:schemeClr val="tx2"/>
                </a:solidFill>
                <a:latin typeface="Gentium Basic" panose="02000503060000020004" pitchFamily="2" charset="77"/>
                <a:ea typeface="Lato Light" panose="020F0502020204030203" pitchFamily="34" charset="0"/>
                <a:cs typeface="Lato Light" panose="020F0502020204030203" pitchFamily="34" charset="0"/>
              </a:rPr>
              <a:t>Quản lý sản phẩm, loại sản phẩm</a:t>
            </a:r>
          </a:p>
        </p:txBody>
      </p:sp>
      <p:sp>
        <p:nvSpPr>
          <p:cNvPr id="22" name="Freeform 12">
            <a:extLst>
              <a:ext uri="{FF2B5EF4-FFF2-40B4-BE49-F238E27FC236}">
                <a16:creationId xmlns:a16="http://schemas.microsoft.com/office/drawing/2014/main" id="{DE40BAC4-45FD-2F4A-BABA-9308161A62A0}"/>
              </a:ext>
            </a:extLst>
          </p:cNvPr>
          <p:cNvSpPr>
            <a:spLocks noChangeAspect="1" noChangeArrowheads="1"/>
          </p:cNvSpPr>
          <p:nvPr/>
        </p:nvSpPr>
        <p:spPr bwMode="auto">
          <a:xfrm>
            <a:off x="1778019" y="1130769"/>
            <a:ext cx="3560436" cy="725204"/>
          </a:xfrm>
          <a:custGeom>
            <a:avLst/>
            <a:gdLst>
              <a:gd name="T0" fmla="*/ 5193255 w 6873"/>
              <a:gd name="T1" fmla="*/ 869189 h 1294"/>
              <a:gd name="T2" fmla="*/ 5140390 w 6873"/>
              <a:gd name="T3" fmla="*/ 667413 h 1294"/>
              <a:gd name="T4" fmla="*/ 1871023 w 6873"/>
              <a:gd name="T5" fmla="*/ 900231 h 1294"/>
              <a:gd name="T6" fmla="*/ 2049315 w 6873"/>
              <a:gd name="T7" fmla="*/ 723289 h 1294"/>
              <a:gd name="T8" fmla="*/ 5426485 w 6873"/>
              <a:gd name="T9" fmla="*/ 1276880 h 1294"/>
              <a:gd name="T10" fmla="*/ 5133134 w 6873"/>
              <a:gd name="T11" fmla="*/ 1165127 h 1294"/>
              <a:gd name="T12" fmla="*/ 5968616 w 6873"/>
              <a:gd name="T13" fmla="*/ 1266533 h 1294"/>
              <a:gd name="T14" fmla="*/ 3562718 w 6873"/>
              <a:gd name="T15" fmla="*/ 1276880 h 1294"/>
              <a:gd name="T16" fmla="*/ 3499487 w 6873"/>
              <a:gd name="T17" fmla="*/ 1168231 h 1294"/>
              <a:gd name="T18" fmla="*/ 3584486 w 6873"/>
              <a:gd name="T19" fmla="*/ 1072000 h 1294"/>
              <a:gd name="T20" fmla="*/ 2174740 w 6873"/>
              <a:gd name="T21" fmla="*/ 1256185 h 1294"/>
              <a:gd name="T22" fmla="*/ 1151638 w 6873"/>
              <a:gd name="T23" fmla="*/ 1271706 h 1294"/>
              <a:gd name="T24" fmla="*/ 1855474 w 6873"/>
              <a:gd name="T25" fmla="*/ 1010950 h 1294"/>
              <a:gd name="T26" fmla="*/ 3718205 w 6873"/>
              <a:gd name="T27" fmla="*/ 1269637 h 1294"/>
              <a:gd name="T28" fmla="*/ 7106778 w 6873"/>
              <a:gd name="T29" fmla="*/ 1289297 h 1294"/>
              <a:gd name="T30" fmla="*/ 6166602 w 6873"/>
              <a:gd name="T31" fmla="*/ 1252046 h 1294"/>
              <a:gd name="T32" fmla="*/ 5304169 w 6873"/>
              <a:gd name="T33" fmla="*/ 877467 h 1294"/>
              <a:gd name="T34" fmla="*/ 5063683 w 6873"/>
              <a:gd name="T35" fmla="*/ 623954 h 1294"/>
              <a:gd name="T36" fmla="*/ 5220206 w 6873"/>
              <a:gd name="T37" fmla="*/ 979907 h 1294"/>
              <a:gd name="T38" fmla="*/ 4644906 w 6873"/>
              <a:gd name="T39" fmla="*/ 1264463 h 1294"/>
              <a:gd name="T40" fmla="*/ 4736124 w 6873"/>
              <a:gd name="T41" fmla="*/ 1049235 h 1294"/>
              <a:gd name="T42" fmla="*/ 4673930 w 6873"/>
              <a:gd name="T43" fmla="*/ 772957 h 1294"/>
              <a:gd name="T44" fmla="*/ 4549540 w 6873"/>
              <a:gd name="T45" fmla="*/ 799861 h 1294"/>
              <a:gd name="T46" fmla="*/ 4681186 w 6873"/>
              <a:gd name="T47" fmla="*/ 1039923 h 1294"/>
              <a:gd name="T48" fmla="*/ 4065459 w 6873"/>
              <a:gd name="T49" fmla="*/ 1228247 h 1294"/>
              <a:gd name="T50" fmla="*/ 3831192 w 6873"/>
              <a:gd name="T51" fmla="*/ 792618 h 1294"/>
              <a:gd name="T52" fmla="*/ 4143202 w 6873"/>
              <a:gd name="T53" fmla="*/ 861946 h 1294"/>
              <a:gd name="T54" fmla="*/ 4075824 w 6873"/>
              <a:gd name="T55" fmla="*/ 835042 h 1294"/>
              <a:gd name="T56" fmla="*/ 4079971 w 6873"/>
              <a:gd name="T57" fmla="*/ 931274 h 1294"/>
              <a:gd name="T58" fmla="*/ 4091373 w 6873"/>
              <a:gd name="T59" fmla="*/ 613606 h 1294"/>
              <a:gd name="T60" fmla="*/ 3979423 w 6873"/>
              <a:gd name="T61" fmla="*/ 1253081 h 1294"/>
              <a:gd name="T62" fmla="*/ 3773144 w 6873"/>
              <a:gd name="T63" fmla="*/ 1231351 h 1294"/>
              <a:gd name="T64" fmla="*/ 3642535 w 6873"/>
              <a:gd name="T65" fmla="*/ 827799 h 1294"/>
              <a:gd name="T66" fmla="*/ 3737900 w 6873"/>
              <a:gd name="T67" fmla="*/ 541174 h 1294"/>
              <a:gd name="T68" fmla="*/ 3582413 w 6873"/>
              <a:gd name="T69" fmla="*/ 64154 h 1294"/>
              <a:gd name="T70" fmla="*/ 3578267 w 6873"/>
              <a:gd name="T71" fmla="*/ 44494 h 1294"/>
              <a:gd name="T72" fmla="*/ 3569974 w 6873"/>
              <a:gd name="T73" fmla="*/ 9313 h 1294"/>
              <a:gd name="T74" fmla="*/ 3553389 w 6873"/>
              <a:gd name="T75" fmla="*/ 9313 h 1294"/>
              <a:gd name="T76" fmla="*/ 3546133 w 6873"/>
              <a:gd name="T77" fmla="*/ 44494 h 1294"/>
              <a:gd name="T78" fmla="*/ 3541987 w 6873"/>
              <a:gd name="T79" fmla="*/ 64154 h 1294"/>
              <a:gd name="T80" fmla="*/ 3386500 w 6873"/>
              <a:gd name="T81" fmla="*/ 541174 h 1294"/>
              <a:gd name="T82" fmla="*/ 3480829 w 6873"/>
              <a:gd name="T83" fmla="*/ 827799 h 1294"/>
              <a:gd name="T84" fmla="*/ 3350220 w 6873"/>
              <a:gd name="T85" fmla="*/ 1231351 h 1294"/>
              <a:gd name="T86" fmla="*/ 3144977 w 6873"/>
              <a:gd name="T87" fmla="*/ 1253081 h 1294"/>
              <a:gd name="T88" fmla="*/ 3146014 w 6873"/>
              <a:gd name="T89" fmla="*/ 615676 h 1294"/>
              <a:gd name="T90" fmla="*/ 2903455 w 6873"/>
              <a:gd name="T91" fmla="*/ 844355 h 1294"/>
              <a:gd name="T92" fmla="*/ 3123209 w 6873"/>
              <a:gd name="T93" fmla="*/ 777096 h 1294"/>
              <a:gd name="T94" fmla="*/ 3016442 w 6873"/>
              <a:gd name="T95" fmla="*/ 869189 h 1294"/>
              <a:gd name="T96" fmla="*/ 3058941 w 6873"/>
              <a:gd name="T97" fmla="*/ 652927 h 1294"/>
              <a:gd name="T98" fmla="*/ 3283879 w 6873"/>
              <a:gd name="T99" fmla="*/ 945760 h 1294"/>
              <a:gd name="T100" fmla="*/ 2695103 w 6873"/>
              <a:gd name="T101" fmla="*/ 1266533 h 1294"/>
              <a:gd name="T102" fmla="*/ 2433885 w 6873"/>
              <a:gd name="T103" fmla="*/ 983011 h 1294"/>
              <a:gd name="T104" fmla="*/ 2634981 w 6873"/>
              <a:gd name="T105" fmla="*/ 709838 h 1294"/>
              <a:gd name="T106" fmla="*/ 2449434 w 6873"/>
              <a:gd name="T107" fmla="*/ 772957 h 1294"/>
              <a:gd name="T108" fmla="*/ 2517848 w 6873"/>
              <a:gd name="T109" fmla="*/ 1251011 h 1294"/>
              <a:gd name="T110" fmla="*/ 2479494 w 6873"/>
              <a:gd name="T111" fmla="*/ 1264463 h 1294"/>
              <a:gd name="T112" fmla="*/ 1904194 w 6873"/>
              <a:gd name="T113" fmla="*/ 950934 h 1294"/>
              <a:gd name="T114" fmla="*/ 2090778 w 6873"/>
              <a:gd name="T115" fmla="*/ 646718 h 1294"/>
              <a:gd name="T116" fmla="*/ 1820231 w 6873"/>
              <a:gd name="T117" fmla="*/ 877467 h 1294"/>
              <a:gd name="T118" fmla="*/ 1221089 w 6873"/>
              <a:gd name="T119" fmla="*/ 1185822 h 1294"/>
              <a:gd name="T120" fmla="*/ 17622 w 6873"/>
              <a:gd name="T121" fmla="*/ 1289297 h 1294"/>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6873" h="1294">
                <a:moveTo>
                  <a:pt x="5058" y="775"/>
                </a:moveTo>
                <a:lnTo>
                  <a:pt x="5058" y="775"/>
                </a:lnTo>
                <a:cubicBezTo>
                  <a:pt x="5062" y="794"/>
                  <a:pt x="5065" y="824"/>
                  <a:pt x="5064" y="839"/>
                </a:cubicBezTo>
                <a:lnTo>
                  <a:pt x="5063" y="867"/>
                </a:lnTo>
                <a:lnTo>
                  <a:pt x="5010" y="840"/>
                </a:lnTo>
                <a:cubicBezTo>
                  <a:pt x="4981" y="825"/>
                  <a:pt x="4949" y="804"/>
                  <a:pt x="4939" y="795"/>
                </a:cubicBezTo>
                <a:cubicBezTo>
                  <a:pt x="4872" y="728"/>
                  <a:pt x="4885" y="625"/>
                  <a:pt x="4959" y="645"/>
                </a:cubicBezTo>
                <a:cubicBezTo>
                  <a:pt x="5003" y="657"/>
                  <a:pt x="5042" y="708"/>
                  <a:pt x="5058" y="775"/>
                </a:cubicBezTo>
                <a:close/>
                <a:moveTo>
                  <a:pt x="1933" y="795"/>
                </a:moveTo>
                <a:lnTo>
                  <a:pt x="1933" y="795"/>
                </a:lnTo>
                <a:cubicBezTo>
                  <a:pt x="1923" y="804"/>
                  <a:pt x="1891" y="826"/>
                  <a:pt x="1860" y="841"/>
                </a:cubicBezTo>
                <a:lnTo>
                  <a:pt x="1805" y="870"/>
                </a:lnTo>
                <a:lnTo>
                  <a:pt x="1809" y="826"/>
                </a:lnTo>
                <a:cubicBezTo>
                  <a:pt x="1812" y="770"/>
                  <a:pt x="1823" y="734"/>
                  <a:pt x="1845" y="700"/>
                </a:cubicBezTo>
                <a:cubicBezTo>
                  <a:pt x="1896" y="624"/>
                  <a:pt x="1977" y="623"/>
                  <a:pt x="1977" y="699"/>
                </a:cubicBezTo>
                <a:cubicBezTo>
                  <a:pt x="1977" y="730"/>
                  <a:pt x="1959" y="769"/>
                  <a:pt x="1933" y="795"/>
                </a:cubicBezTo>
                <a:close/>
                <a:moveTo>
                  <a:pt x="5761" y="1229"/>
                </a:moveTo>
                <a:lnTo>
                  <a:pt x="5761" y="1229"/>
                </a:lnTo>
                <a:cubicBezTo>
                  <a:pt x="5756" y="1233"/>
                  <a:pt x="5561" y="1234"/>
                  <a:pt x="5235" y="1234"/>
                </a:cubicBezTo>
                <a:lnTo>
                  <a:pt x="4718" y="1234"/>
                </a:lnTo>
                <a:lnTo>
                  <a:pt x="4774" y="1214"/>
                </a:lnTo>
                <a:cubicBezTo>
                  <a:pt x="4838" y="1191"/>
                  <a:pt x="4914" y="1153"/>
                  <a:pt x="4952" y="1126"/>
                </a:cubicBezTo>
                <a:cubicBezTo>
                  <a:pt x="5009" y="1085"/>
                  <a:pt x="5060" y="1026"/>
                  <a:pt x="5082" y="977"/>
                </a:cubicBezTo>
                <a:lnTo>
                  <a:pt x="5093" y="953"/>
                </a:lnTo>
                <a:lnTo>
                  <a:pt x="5139" y="976"/>
                </a:lnTo>
                <a:cubicBezTo>
                  <a:pt x="5296" y="1055"/>
                  <a:pt x="5718" y="1223"/>
                  <a:pt x="5758" y="1224"/>
                </a:cubicBezTo>
                <a:cubicBezTo>
                  <a:pt x="5767" y="1224"/>
                  <a:pt x="5768" y="1225"/>
                  <a:pt x="5761" y="1229"/>
                </a:cubicBezTo>
                <a:close/>
                <a:moveTo>
                  <a:pt x="3587" y="1227"/>
                </a:moveTo>
                <a:lnTo>
                  <a:pt x="3587" y="1227"/>
                </a:lnTo>
                <a:cubicBezTo>
                  <a:pt x="3601" y="1233"/>
                  <a:pt x="3579" y="1234"/>
                  <a:pt x="3437" y="1234"/>
                </a:cubicBezTo>
                <a:cubicBezTo>
                  <a:pt x="3294" y="1234"/>
                  <a:pt x="3271" y="1233"/>
                  <a:pt x="3285" y="1227"/>
                </a:cubicBezTo>
                <a:cubicBezTo>
                  <a:pt x="3304" y="1218"/>
                  <a:pt x="3348" y="1172"/>
                  <a:pt x="3376" y="1129"/>
                </a:cubicBezTo>
                <a:cubicBezTo>
                  <a:pt x="3391" y="1108"/>
                  <a:pt x="3402" y="1079"/>
                  <a:pt x="3415" y="1036"/>
                </a:cubicBezTo>
                <a:cubicBezTo>
                  <a:pt x="3425" y="1003"/>
                  <a:pt x="3434" y="975"/>
                  <a:pt x="3437" y="975"/>
                </a:cubicBezTo>
                <a:cubicBezTo>
                  <a:pt x="3438" y="975"/>
                  <a:pt x="3448" y="1003"/>
                  <a:pt x="3458" y="1036"/>
                </a:cubicBezTo>
                <a:cubicBezTo>
                  <a:pt x="3470" y="1079"/>
                  <a:pt x="3482" y="1108"/>
                  <a:pt x="3496" y="1129"/>
                </a:cubicBezTo>
                <a:cubicBezTo>
                  <a:pt x="3525" y="1172"/>
                  <a:pt x="3568" y="1218"/>
                  <a:pt x="3587" y="1227"/>
                </a:cubicBezTo>
                <a:lnTo>
                  <a:pt x="2098" y="1214"/>
                </a:lnTo>
                <a:lnTo>
                  <a:pt x="2154" y="1234"/>
                </a:lnTo>
                <a:lnTo>
                  <a:pt x="1637" y="1234"/>
                </a:lnTo>
                <a:cubicBezTo>
                  <a:pt x="1312" y="1234"/>
                  <a:pt x="1117" y="1233"/>
                  <a:pt x="1111" y="1229"/>
                </a:cubicBezTo>
                <a:cubicBezTo>
                  <a:pt x="1105" y="1225"/>
                  <a:pt x="1105" y="1224"/>
                  <a:pt x="1114" y="1224"/>
                </a:cubicBezTo>
                <a:cubicBezTo>
                  <a:pt x="1155" y="1223"/>
                  <a:pt x="1577" y="1055"/>
                  <a:pt x="1734" y="976"/>
                </a:cubicBezTo>
                <a:lnTo>
                  <a:pt x="1780" y="953"/>
                </a:lnTo>
                <a:lnTo>
                  <a:pt x="1790" y="977"/>
                </a:lnTo>
                <a:cubicBezTo>
                  <a:pt x="1812" y="1026"/>
                  <a:pt x="1864" y="1085"/>
                  <a:pt x="1921" y="1126"/>
                </a:cubicBezTo>
                <a:cubicBezTo>
                  <a:pt x="1959" y="1153"/>
                  <a:pt x="2035" y="1191"/>
                  <a:pt x="2098" y="1214"/>
                </a:cubicBezTo>
                <a:lnTo>
                  <a:pt x="3587" y="1227"/>
                </a:lnTo>
                <a:close/>
                <a:moveTo>
                  <a:pt x="1335" y="1286"/>
                </a:moveTo>
                <a:lnTo>
                  <a:pt x="1335" y="1286"/>
                </a:lnTo>
                <a:cubicBezTo>
                  <a:pt x="3392" y="1293"/>
                  <a:pt x="6829" y="1286"/>
                  <a:pt x="6852" y="1275"/>
                </a:cubicBezTo>
                <a:cubicBezTo>
                  <a:pt x="6871" y="1267"/>
                  <a:pt x="6872" y="1257"/>
                  <a:pt x="6856" y="1246"/>
                </a:cubicBezTo>
                <a:cubicBezTo>
                  <a:pt x="6843" y="1238"/>
                  <a:pt x="6815" y="1237"/>
                  <a:pt x="6502" y="1236"/>
                </a:cubicBezTo>
                <a:cubicBezTo>
                  <a:pt x="6143" y="1234"/>
                  <a:pt x="6078" y="1231"/>
                  <a:pt x="5949" y="1210"/>
                </a:cubicBezTo>
                <a:cubicBezTo>
                  <a:pt x="5839" y="1192"/>
                  <a:pt x="5816" y="1186"/>
                  <a:pt x="5695" y="1146"/>
                </a:cubicBezTo>
                <a:cubicBezTo>
                  <a:pt x="5507" y="1084"/>
                  <a:pt x="5365" y="1026"/>
                  <a:pt x="5203" y="945"/>
                </a:cubicBezTo>
                <a:lnTo>
                  <a:pt x="5114" y="900"/>
                </a:lnTo>
                <a:lnTo>
                  <a:pt x="5117" y="848"/>
                </a:lnTo>
                <a:cubicBezTo>
                  <a:pt x="5123" y="736"/>
                  <a:pt x="5081" y="639"/>
                  <a:pt x="5010" y="601"/>
                </a:cubicBezTo>
                <a:cubicBezTo>
                  <a:pt x="4978" y="584"/>
                  <a:pt x="4918" y="585"/>
                  <a:pt x="4885" y="603"/>
                </a:cubicBezTo>
                <a:cubicBezTo>
                  <a:pt x="4834" y="632"/>
                  <a:pt x="4812" y="696"/>
                  <a:pt x="4837" y="747"/>
                </a:cubicBezTo>
                <a:cubicBezTo>
                  <a:pt x="4856" y="787"/>
                  <a:pt x="4939" y="859"/>
                  <a:pt x="5036" y="919"/>
                </a:cubicBezTo>
                <a:cubicBezTo>
                  <a:pt x="5043" y="923"/>
                  <a:pt x="5043" y="926"/>
                  <a:pt x="5036" y="947"/>
                </a:cubicBezTo>
                <a:cubicBezTo>
                  <a:pt x="5020" y="992"/>
                  <a:pt x="4982" y="1036"/>
                  <a:pt x="4927" y="1074"/>
                </a:cubicBezTo>
                <a:cubicBezTo>
                  <a:pt x="4837" y="1135"/>
                  <a:pt x="4650" y="1197"/>
                  <a:pt x="4481" y="1222"/>
                </a:cubicBezTo>
                <a:cubicBezTo>
                  <a:pt x="4451" y="1225"/>
                  <a:pt x="4424" y="1229"/>
                  <a:pt x="4422" y="1229"/>
                </a:cubicBezTo>
                <a:cubicBezTo>
                  <a:pt x="4419" y="1229"/>
                  <a:pt x="4429" y="1220"/>
                  <a:pt x="4443" y="1209"/>
                </a:cubicBezTo>
                <a:cubicBezTo>
                  <a:pt x="4509" y="1156"/>
                  <a:pt x="4554" y="1087"/>
                  <a:pt x="4569" y="1014"/>
                </a:cubicBezTo>
                <a:cubicBezTo>
                  <a:pt x="4579" y="969"/>
                  <a:pt x="4579" y="946"/>
                  <a:pt x="4570" y="895"/>
                </a:cubicBezTo>
                <a:cubicBezTo>
                  <a:pt x="4558" y="826"/>
                  <a:pt x="4552" y="812"/>
                  <a:pt x="4509" y="747"/>
                </a:cubicBezTo>
                <a:cubicBezTo>
                  <a:pt x="4468" y="685"/>
                  <a:pt x="4433" y="648"/>
                  <a:pt x="4409" y="642"/>
                </a:cubicBezTo>
                <a:cubicBezTo>
                  <a:pt x="4373" y="633"/>
                  <a:pt x="4336" y="654"/>
                  <a:pt x="4330" y="686"/>
                </a:cubicBezTo>
                <a:cubicBezTo>
                  <a:pt x="4324" y="716"/>
                  <a:pt x="4336" y="733"/>
                  <a:pt x="4389" y="773"/>
                </a:cubicBezTo>
                <a:cubicBezTo>
                  <a:pt x="4445" y="814"/>
                  <a:pt x="4473" y="844"/>
                  <a:pt x="4503" y="890"/>
                </a:cubicBezTo>
                <a:cubicBezTo>
                  <a:pt x="4526" y="927"/>
                  <a:pt x="4530" y="954"/>
                  <a:pt x="4516" y="1005"/>
                </a:cubicBezTo>
                <a:cubicBezTo>
                  <a:pt x="4488" y="1111"/>
                  <a:pt x="4402" y="1189"/>
                  <a:pt x="4273" y="1224"/>
                </a:cubicBezTo>
                <a:cubicBezTo>
                  <a:pt x="4235" y="1234"/>
                  <a:pt x="4221" y="1235"/>
                  <a:pt x="4135" y="1233"/>
                </a:cubicBezTo>
                <a:cubicBezTo>
                  <a:pt x="4026" y="1230"/>
                  <a:pt x="3996" y="1224"/>
                  <a:pt x="3922" y="1187"/>
                </a:cubicBezTo>
                <a:cubicBezTo>
                  <a:pt x="3814" y="1133"/>
                  <a:pt x="3741" y="1042"/>
                  <a:pt x="3704" y="914"/>
                </a:cubicBezTo>
                <a:cubicBezTo>
                  <a:pt x="3684" y="844"/>
                  <a:pt x="3682" y="803"/>
                  <a:pt x="3696" y="766"/>
                </a:cubicBezTo>
                <a:cubicBezTo>
                  <a:pt x="3727" y="685"/>
                  <a:pt x="3832" y="622"/>
                  <a:pt x="3921" y="631"/>
                </a:cubicBezTo>
                <a:cubicBezTo>
                  <a:pt x="4017" y="642"/>
                  <a:pt x="4066" y="713"/>
                  <a:pt x="4029" y="791"/>
                </a:cubicBezTo>
                <a:cubicBezTo>
                  <a:pt x="4021" y="807"/>
                  <a:pt x="4008" y="826"/>
                  <a:pt x="3997" y="833"/>
                </a:cubicBezTo>
                <a:cubicBezTo>
                  <a:pt x="3979" y="847"/>
                  <a:pt x="3978" y="847"/>
                  <a:pt x="3963" y="840"/>
                </a:cubicBezTo>
                <a:cubicBezTo>
                  <a:pt x="3953" y="835"/>
                  <a:pt x="3940" y="820"/>
                  <a:pt x="3932" y="807"/>
                </a:cubicBezTo>
                <a:cubicBezTo>
                  <a:pt x="3911" y="771"/>
                  <a:pt x="3886" y="751"/>
                  <a:pt x="3860" y="751"/>
                </a:cubicBezTo>
                <a:cubicBezTo>
                  <a:pt x="3832" y="751"/>
                  <a:pt x="3821" y="759"/>
                  <a:pt x="3814" y="778"/>
                </a:cubicBezTo>
                <a:cubicBezTo>
                  <a:pt x="3796" y="828"/>
                  <a:pt x="3868" y="900"/>
                  <a:pt x="3936" y="900"/>
                </a:cubicBezTo>
                <a:cubicBezTo>
                  <a:pt x="4022" y="900"/>
                  <a:pt x="4087" y="835"/>
                  <a:pt x="4086" y="749"/>
                </a:cubicBezTo>
                <a:cubicBezTo>
                  <a:pt x="4086" y="670"/>
                  <a:pt x="4034" y="611"/>
                  <a:pt x="3947" y="593"/>
                </a:cubicBezTo>
                <a:cubicBezTo>
                  <a:pt x="3842" y="571"/>
                  <a:pt x="3721" y="624"/>
                  <a:pt x="3667" y="716"/>
                </a:cubicBezTo>
                <a:cubicBezTo>
                  <a:pt x="3609" y="817"/>
                  <a:pt x="3626" y="967"/>
                  <a:pt x="3710" y="1084"/>
                </a:cubicBezTo>
                <a:cubicBezTo>
                  <a:pt x="3743" y="1129"/>
                  <a:pt x="3796" y="1182"/>
                  <a:pt x="3839" y="1211"/>
                </a:cubicBezTo>
                <a:lnTo>
                  <a:pt x="3874" y="1234"/>
                </a:lnTo>
                <a:lnTo>
                  <a:pt x="3813" y="1234"/>
                </a:lnTo>
                <a:cubicBezTo>
                  <a:pt x="3734" y="1234"/>
                  <a:pt x="3701" y="1225"/>
                  <a:pt x="3640" y="1190"/>
                </a:cubicBezTo>
                <a:cubicBezTo>
                  <a:pt x="3573" y="1149"/>
                  <a:pt x="3534" y="1103"/>
                  <a:pt x="3512" y="1033"/>
                </a:cubicBezTo>
                <a:cubicBezTo>
                  <a:pt x="3500" y="999"/>
                  <a:pt x="3498" y="983"/>
                  <a:pt x="3498" y="929"/>
                </a:cubicBezTo>
                <a:cubicBezTo>
                  <a:pt x="3498" y="874"/>
                  <a:pt x="3500" y="857"/>
                  <a:pt x="3514" y="800"/>
                </a:cubicBezTo>
                <a:cubicBezTo>
                  <a:pt x="3534" y="727"/>
                  <a:pt x="3572" y="624"/>
                  <a:pt x="3599" y="571"/>
                </a:cubicBezTo>
                <a:cubicBezTo>
                  <a:pt x="3616" y="536"/>
                  <a:pt x="3616" y="536"/>
                  <a:pt x="3606" y="523"/>
                </a:cubicBezTo>
                <a:cubicBezTo>
                  <a:pt x="3594" y="507"/>
                  <a:pt x="3572" y="450"/>
                  <a:pt x="3549" y="380"/>
                </a:cubicBezTo>
                <a:cubicBezTo>
                  <a:pt x="3533" y="332"/>
                  <a:pt x="3468" y="104"/>
                  <a:pt x="3461" y="75"/>
                </a:cubicBezTo>
                <a:cubicBezTo>
                  <a:pt x="3461" y="72"/>
                  <a:pt x="3458" y="66"/>
                  <a:pt x="3456" y="62"/>
                </a:cubicBezTo>
                <a:cubicBezTo>
                  <a:pt x="3453" y="59"/>
                  <a:pt x="3453" y="54"/>
                  <a:pt x="3455" y="51"/>
                </a:cubicBezTo>
                <a:cubicBezTo>
                  <a:pt x="3456" y="49"/>
                  <a:pt x="3455" y="44"/>
                  <a:pt x="3452" y="43"/>
                </a:cubicBezTo>
                <a:cubicBezTo>
                  <a:pt x="3449" y="41"/>
                  <a:pt x="3448" y="36"/>
                  <a:pt x="3449" y="32"/>
                </a:cubicBezTo>
                <a:cubicBezTo>
                  <a:pt x="3450" y="29"/>
                  <a:pt x="3450" y="24"/>
                  <a:pt x="3448" y="21"/>
                </a:cubicBezTo>
                <a:cubicBezTo>
                  <a:pt x="3446" y="20"/>
                  <a:pt x="3444" y="14"/>
                  <a:pt x="3444" y="9"/>
                </a:cubicBezTo>
                <a:cubicBezTo>
                  <a:pt x="3444" y="4"/>
                  <a:pt x="3441" y="0"/>
                  <a:pt x="3437" y="0"/>
                </a:cubicBezTo>
                <a:cubicBezTo>
                  <a:pt x="3432" y="0"/>
                  <a:pt x="3428" y="4"/>
                  <a:pt x="3428" y="9"/>
                </a:cubicBezTo>
                <a:cubicBezTo>
                  <a:pt x="3428" y="14"/>
                  <a:pt x="3427" y="20"/>
                  <a:pt x="3425" y="21"/>
                </a:cubicBezTo>
                <a:cubicBezTo>
                  <a:pt x="3423" y="24"/>
                  <a:pt x="3422" y="29"/>
                  <a:pt x="3423" y="32"/>
                </a:cubicBezTo>
                <a:cubicBezTo>
                  <a:pt x="3425" y="36"/>
                  <a:pt x="3423" y="41"/>
                  <a:pt x="3421" y="43"/>
                </a:cubicBezTo>
                <a:cubicBezTo>
                  <a:pt x="3418" y="44"/>
                  <a:pt x="3417" y="49"/>
                  <a:pt x="3418" y="51"/>
                </a:cubicBezTo>
                <a:cubicBezTo>
                  <a:pt x="3420" y="54"/>
                  <a:pt x="3419" y="59"/>
                  <a:pt x="3417" y="62"/>
                </a:cubicBezTo>
                <a:cubicBezTo>
                  <a:pt x="3415" y="66"/>
                  <a:pt x="3412" y="72"/>
                  <a:pt x="3411" y="75"/>
                </a:cubicBezTo>
                <a:cubicBezTo>
                  <a:pt x="3405" y="104"/>
                  <a:pt x="3340" y="332"/>
                  <a:pt x="3324" y="380"/>
                </a:cubicBezTo>
                <a:cubicBezTo>
                  <a:pt x="3301" y="450"/>
                  <a:pt x="3278" y="507"/>
                  <a:pt x="3267" y="523"/>
                </a:cubicBezTo>
                <a:cubicBezTo>
                  <a:pt x="3257" y="536"/>
                  <a:pt x="3257" y="536"/>
                  <a:pt x="3274" y="571"/>
                </a:cubicBezTo>
                <a:cubicBezTo>
                  <a:pt x="3301" y="624"/>
                  <a:pt x="3339" y="727"/>
                  <a:pt x="3358" y="800"/>
                </a:cubicBezTo>
                <a:cubicBezTo>
                  <a:pt x="3373" y="857"/>
                  <a:pt x="3375" y="874"/>
                  <a:pt x="3375" y="929"/>
                </a:cubicBezTo>
                <a:cubicBezTo>
                  <a:pt x="3375" y="983"/>
                  <a:pt x="3372" y="999"/>
                  <a:pt x="3361" y="1033"/>
                </a:cubicBezTo>
                <a:cubicBezTo>
                  <a:pt x="3338" y="1103"/>
                  <a:pt x="3300" y="1149"/>
                  <a:pt x="3232" y="1190"/>
                </a:cubicBezTo>
                <a:cubicBezTo>
                  <a:pt x="3171" y="1225"/>
                  <a:pt x="3138" y="1234"/>
                  <a:pt x="3059" y="1234"/>
                </a:cubicBezTo>
                <a:lnTo>
                  <a:pt x="2998" y="1234"/>
                </a:lnTo>
                <a:lnTo>
                  <a:pt x="3034" y="1211"/>
                </a:lnTo>
                <a:cubicBezTo>
                  <a:pt x="3076" y="1182"/>
                  <a:pt x="3130" y="1129"/>
                  <a:pt x="3163" y="1084"/>
                </a:cubicBezTo>
                <a:cubicBezTo>
                  <a:pt x="3247" y="967"/>
                  <a:pt x="3264" y="817"/>
                  <a:pt x="3205" y="716"/>
                </a:cubicBezTo>
                <a:cubicBezTo>
                  <a:pt x="3172" y="659"/>
                  <a:pt x="3108" y="614"/>
                  <a:pt x="3035" y="595"/>
                </a:cubicBezTo>
                <a:cubicBezTo>
                  <a:pt x="2936" y="569"/>
                  <a:pt x="2833" y="610"/>
                  <a:pt x="2797" y="687"/>
                </a:cubicBezTo>
                <a:cubicBezTo>
                  <a:pt x="2781" y="725"/>
                  <a:pt x="2782" y="777"/>
                  <a:pt x="2801" y="816"/>
                </a:cubicBezTo>
                <a:cubicBezTo>
                  <a:pt x="2827" y="870"/>
                  <a:pt x="2877" y="900"/>
                  <a:pt x="2937" y="900"/>
                </a:cubicBezTo>
                <a:cubicBezTo>
                  <a:pt x="3004" y="900"/>
                  <a:pt x="3076" y="828"/>
                  <a:pt x="3059" y="778"/>
                </a:cubicBezTo>
                <a:cubicBezTo>
                  <a:pt x="3052" y="759"/>
                  <a:pt x="3040" y="751"/>
                  <a:pt x="3013" y="751"/>
                </a:cubicBezTo>
                <a:cubicBezTo>
                  <a:pt x="2987" y="751"/>
                  <a:pt x="2961" y="771"/>
                  <a:pt x="2940" y="807"/>
                </a:cubicBezTo>
                <a:cubicBezTo>
                  <a:pt x="2933" y="820"/>
                  <a:pt x="2919" y="835"/>
                  <a:pt x="2910" y="840"/>
                </a:cubicBezTo>
                <a:cubicBezTo>
                  <a:pt x="2894" y="847"/>
                  <a:pt x="2893" y="847"/>
                  <a:pt x="2875" y="833"/>
                </a:cubicBezTo>
                <a:cubicBezTo>
                  <a:pt x="2865" y="826"/>
                  <a:pt x="2851" y="807"/>
                  <a:pt x="2844" y="791"/>
                </a:cubicBezTo>
                <a:cubicBezTo>
                  <a:pt x="2807" y="713"/>
                  <a:pt x="2855" y="642"/>
                  <a:pt x="2951" y="631"/>
                </a:cubicBezTo>
                <a:cubicBezTo>
                  <a:pt x="3040" y="622"/>
                  <a:pt x="3146" y="685"/>
                  <a:pt x="3176" y="766"/>
                </a:cubicBezTo>
                <a:cubicBezTo>
                  <a:pt x="3190" y="803"/>
                  <a:pt x="3188" y="844"/>
                  <a:pt x="3168" y="914"/>
                </a:cubicBezTo>
                <a:cubicBezTo>
                  <a:pt x="3131" y="1042"/>
                  <a:pt x="3059" y="1133"/>
                  <a:pt x="2951" y="1187"/>
                </a:cubicBezTo>
                <a:cubicBezTo>
                  <a:pt x="2877" y="1224"/>
                  <a:pt x="2846" y="1230"/>
                  <a:pt x="2738" y="1233"/>
                </a:cubicBezTo>
                <a:cubicBezTo>
                  <a:pt x="2651" y="1235"/>
                  <a:pt x="2638" y="1234"/>
                  <a:pt x="2600" y="1224"/>
                </a:cubicBezTo>
                <a:cubicBezTo>
                  <a:pt x="2577" y="1218"/>
                  <a:pt x="2537" y="1203"/>
                  <a:pt x="2513" y="1192"/>
                </a:cubicBezTo>
                <a:cubicBezTo>
                  <a:pt x="2417" y="1144"/>
                  <a:pt x="2348" y="1044"/>
                  <a:pt x="2348" y="950"/>
                </a:cubicBezTo>
                <a:cubicBezTo>
                  <a:pt x="2348" y="928"/>
                  <a:pt x="2352" y="918"/>
                  <a:pt x="2369" y="890"/>
                </a:cubicBezTo>
                <a:cubicBezTo>
                  <a:pt x="2399" y="844"/>
                  <a:pt x="2428" y="814"/>
                  <a:pt x="2484" y="773"/>
                </a:cubicBezTo>
                <a:cubicBezTo>
                  <a:pt x="2537" y="733"/>
                  <a:pt x="2549" y="716"/>
                  <a:pt x="2542" y="686"/>
                </a:cubicBezTo>
                <a:cubicBezTo>
                  <a:pt x="2537" y="654"/>
                  <a:pt x="2499" y="633"/>
                  <a:pt x="2464" y="642"/>
                </a:cubicBezTo>
                <a:cubicBezTo>
                  <a:pt x="2440" y="648"/>
                  <a:pt x="2405" y="685"/>
                  <a:pt x="2363" y="747"/>
                </a:cubicBezTo>
                <a:cubicBezTo>
                  <a:pt x="2320" y="812"/>
                  <a:pt x="2315" y="826"/>
                  <a:pt x="2302" y="895"/>
                </a:cubicBezTo>
                <a:cubicBezTo>
                  <a:pt x="2294" y="946"/>
                  <a:pt x="2294" y="969"/>
                  <a:pt x="2303" y="1014"/>
                </a:cubicBezTo>
                <a:cubicBezTo>
                  <a:pt x="2318" y="1087"/>
                  <a:pt x="2363" y="1156"/>
                  <a:pt x="2429" y="1209"/>
                </a:cubicBezTo>
                <a:cubicBezTo>
                  <a:pt x="2443" y="1220"/>
                  <a:pt x="2453" y="1229"/>
                  <a:pt x="2451" y="1229"/>
                </a:cubicBezTo>
                <a:cubicBezTo>
                  <a:pt x="2449" y="1229"/>
                  <a:pt x="2421" y="1225"/>
                  <a:pt x="2392" y="1222"/>
                </a:cubicBezTo>
                <a:cubicBezTo>
                  <a:pt x="2222" y="1197"/>
                  <a:pt x="2035" y="1135"/>
                  <a:pt x="1946" y="1074"/>
                </a:cubicBezTo>
                <a:cubicBezTo>
                  <a:pt x="1890" y="1036"/>
                  <a:pt x="1852" y="992"/>
                  <a:pt x="1837" y="947"/>
                </a:cubicBezTo>
                <a:cubicBezTo>
                  <a:pt x="1829" y="926"/>
                  <a:pt x="1829" y="923"/>
                  <a:pt x="1837" y="919"/>
                </a:cubicBezTo>
                <a:cubicBezTo>
                  <a:pt x="1931" y="860"/>
                  <a:pt x="2016" y="787"/>
                  <a:pt x="2035" y="749"/>
                </a:cubicBezTo>
                <a:cubicBezTo>
                  <a:pt x="2054" y="710"/>
                  <a:pt x="2046" y="655"/>
                  <a:pt x="2017" y="625"/>
                </a:cubicBezTo>
                <a:cubicBezTo>
                  <a:pt x="1995" y="601"/>
                  <a:pt x="1967" y="590"/>
                  <a:pt x="1924" y="590"/>
                </a:cubicBezTo>
                <a:cubicBezTo>
                  <a:pt x="1876" y="590"/>
                  <a:pt x="1852" y="601"/>
                  <a:pt x="1818" y="638"/>
                </a:cubicBezTo>
                <a:cubicBezTo>
                  <a:pt x="1773" y="686"/>
                  <a:pt x="1751" y="761"/>
                  <a:pt x="1756" y="848"/>
                </a:cubicBezTo>
                <a:lnTo>
                  <a:pt x="1759" y="900"/>
                </a:lnTo>
                <a:lnTo>
                  <a:pt x="1670" y="945"/>
                </a:lnTo>
                <a:cubicBezTo>
                  <a:pt x="1507" y="1026"/>
                  <a:pt x="1366" y="1084"/>
                  <a:pt x="1178" y="1146"/>
                </a:cubicBezTo>
                <a:cubicBezTo>
                  <a:pt x="1057" y="1186"/>
                  <a:pt x="1033" y="1192"/>
                  <a:pt x="923" y="1210"/>
                </a:cubicBezTo>
                <a:cubicBezTo>
                  <a:pt x="795" y="1231"/>
                  <a:pt x="730" y="1234"/>
                  <a:pt x="371" y="1236"/>
                </a:cubicBezTo>
                <a:cubicBezTo>
                  <a:pt x="57" y="1237"/>
                  <a:pt x="30" y="1238"/>
                  <a:pt x="17" y="1246"/>
                </a:cubicBezTo>
                <a:cubicBezTo>
                  <a:pt x="0" y="1257"/>
                  <a:pt x="2" y="1268"/>
                  <a:pt x="23" y="1277"/>
                </a:cubicBezTo>
                <a:cubicBezTo>
                  <a:pt x="32" y="1280"/>
                  <a:pt x="455" y="1283"/>
                  <a:pt x="1335" y="1286"/>
                </a:cubicBezTo>
                <a:close/>
              </a:path>
            </a:pathLst>
          </a:custGeom>
          <a:solidFill>
            <a:schemeClr val="accent6"/>
          </a:solidFill>
          <a:ln>
            <a:noFill/>
          </a:ln>
          <a:effectLst/>
        </p:spPr>
        <p:txBody>
          <a:bodyPr wrap="none" anchor="ctr"/>
          <a:lstStyle/>
          <a:p>
            <a:pPr algn="ctr"/>
            <a:endParaRPr lang="es-ES_tradnl" sz="2400"/>
          </a:p>
        </p:txBody>
      </p:sp>
      <p:sp>
        <p:nvSpPr>
          <p:cNvPr id="23" name="Freeform 12">
            <a:extLst>
              <a:ext uri="{FF2B5EF4-FFF2-40B4-BE49-F238E27FC236}">
                <a16:creationId xmlns:a16="http://schemas.microsoft.com/office/drawing/2014/main" id="{40AA83A2-FFEB-BE4C-94E4-DEC65B1E6A4B}"/>
              </a:ext>
            </a:extLst>
          </p:cNvPr>
          <p:cNvSpPr>
            <a:spLocks noChangeAspect="1" noChangeArrowheads="1"/>
          </p:cNvSpPr>
          <p:nvPr/>
        </p:nvSpPr>
        <p:spPr bwMode="auto">
          <a:xfrm rot="10800000">
            <a:off x="1778019" y="4785835"/>
            <a:ext cx="3560436" cy="725204"/>
          </a:xfrm>
          <a:custGeom>
            <a:avLst/>
            <a:gdLst>
              <a:gd name="T0" fmla="*/ 5193255 w 6873"/>
              <a:gd name="T1" fmla="*/ 869189 h 1294"/>
              <a:gd name="T2" fmla="*/ 5140390 w 6873"/>
              <a:gd name="T3" fmla="*/ 667413 h 1294"/>
              <a:gd name="T4" fmla="*/ 1871023 w 6873"/>
              <a:gd name="T5" fmla="*/ 900231 h 1294"/>
              <a:gd name="T6" fmla="*/ 2049315 w 6873"/>
              <a:gd name="T7" fmla="*/ 723289 h 1294"/>
              <a:gd name="T8" fmla="*/ 5426485 w 6873"/>
              <a:gd name="T9" fmla="*/ 1276880 h 1294"/>
              <a:gd name="T10" fmla="*/ 5133134 w 6873"/>
              <a:gd name="T11" fmla="*/ 1165127 h 1294"/>
              <a:gd name="T12" fmla="*/ 5968616 w 6873"/>
              <a:gd name="T13" fmla="*/ 1266533 h 1294"/>
              <a:gd name="T14" fmla="*/ 3562718 w 6873"/>
              <a:gd name="T15" fmla="*/ 1276880 h 1294"/>
              <a:gd name="T16" fmla="*/ 3499487 w 6873"/>
              <a:gd name="T17" fmla="*/ 1168231 h 1294"/>
              <a:gd name="T18" fmla="*/ 3584486 w 6873"/>
              <a:gd name="T19" fmla="*/ 1072000 h 1294"/>
              <a:gd name="T20" fmla="*/ 2174740 w 6873"/>
              <a:gd name="T21" fmla="*/ 1256185 h 1294"/>
              <a:gd name="T22" fmla="*/ 1151638 w 6873"/>
              <a:gd name="T23" fmla="*/ 1271706 h 1294"/>
              <a:gd name="T24" fmla="*/ 1855474 w 6873"/>
              <a:gd name="T25" fmla="*/ 1010950 h 1294"/>
              <a:gd name="T26" fmla="*/ 3718205 w 6873"/>
              <a:gd name="T27" fmla="*/ 1269637 h 1294"/>
              <a:gd name="T28" fmla="*/ 7106778 w 6873"/>
              <a:gd name="T29" fmla="*/ 1289297 h 1294"/>
              <a:gd name="T30" fmla="*/ 6166602 w 6873"/>
              <a:gd name="T31" fmla="*/ 1252046 h 1294"/>
              <a:gd name="T32" fmla="*/ 5304169 w 6873"/>
              <a:gd name="T33" fmla="*/ 877467 h 1294"/>
              <a:gd name="T34" fmla="*/ 5063683 w 6873"/>
              <a:gd name="T35" fmla="*/ 623954 h 1294"/>
              <a:gd name="T36" fmla="*/ 5220206 w 6873"/>
              <a:gd name="T37" fmla="*/ 979907 h 1294"/>
              <a:gd name="T38" fmla="*/ 4644906 w 6873"/>
              <a:gd name="T39" fmla="*/ 1264463 h 1294"/>
              <a:gd name="T40" fmla="*/ 4736124 w 6873"/>
              <a:gd name="T41" fmla="*/ 1049235 h 1294"/>
              <a:gd name="T42" fmla="*/ 4673930 w 6873"/>
              <a:gd name="T43" fmla="*/ 772957 h 1294"/>
              <a:gd name="T44" fmla="*/ 4549540 w 6873"/>
              <a:gd name="T45" fmla="*/ 799861 h 1294"/>
              <a:gd name="T46" fmla="*/ 4681186 w 6873"/>
              <a:gd name="T47" fmla="*/ 1039923 h 1294"/>
              <a:gd name="T48" fmla="*/ 4065459 w 6873"/>
              <a:gd name="T49" fmla="*/ 1228247 h 1294"/>
              <a:gd name="T50" fmla="*/ 3831192 w 6873"/>
              <a:gd name="T51" fmla="*/ 792618 h 1294"/>
              <a:gd name="T52" fmla="*/ 4143202 w 6873"/>
              <a:gd name="T53" fmla="*/ 861946 h 1294"/>
              <a:gd name="T54" fmla="*/ 4075824 w 6873"/>
              <a:gd name="T55" fmla="*/ 835042 h 1294"/>
              <a:gd name="T56" fmla="*/ 4079971 w 6873"/>
              <a:gd name="T57" fmla="*/ 931274 h 1294"/>
              <a:gd name="T58" fmla="*/ 4091373 w 6873"/>
              <a:gd name="T59" fmla="*/ 613606 h 1294"/>
              <a:gd name="T60" fmla="*/ 3979423 w 6873"/>
              <a:gd name="T61" fmla="*/ 1253081 h 1294"/>
              <a:gd name="T62" fmla="*/ 3773144 w 6873"/>
              <a:gd name="T63" fmla="*/ 1231351 h 1294"/>
              <a:gd name="T64" fmla="*/ 3642535 w 6873"/>
              <a:gd name="T65" fmla="*/ 827799 h 1294"/>
              <a:gd name="T66" fmla="*/ 3737900 w 6873"/>
              <a:gd name="T67" fmla="*/ 541174 h 1294"/>
              <a:gd name="T68" fmla="*/ 3582413 w 6873"/>
              <a:gd name="T69" fmla="*/ 64154 h 1294"/>
              <a:gd name="T70" fmla="*/ 3578267 w 6873"/>
              <a:gd name="T71" fmla="*/ 44494 h 1294"/>
              <a:gd name="T72" fmla="*/ 3569974 w 6873"/>
              <a:gd name="T73" fmla="*/ 9313 h 1294"/>
              <a:gd name="T74" fmla="*/ 3553389 w 6873"/>
              <a:gd name="T75" fmla="*/ 9313 h 1294"/>
              <a:gd name="T76" fmla="*/ 3546133 w 6873"/>
              <a:gd name="T77" fmla="*/ 44494 h 1294"/>
              <a:gd name="T78" fmla="*/ 3541987 w 6873"/>
              <a:gd name="T79" fmla="*/ 64154 h 1294"/>
              <a:gd name="T80" fmla="*/ 3386500 w 6873"/>
              <a:gd name="T81" fmla="*/ 541174 h 1294"/>
              <a:gd name="T82" fmla="*/ 3480829 w 6873"/>
              <a:gd name="T83" fmla="*/ 827799 h 1294"/>
              <a:gd name="T84" fmla="*/ 3350220 w 6873"/>
              <a:gd name="T85" fmla="*/ 1231351 h 1294"/>
              <a:gd name="T86" fmla="*/ 3144977 w 6873"/>
              <a:gd name="T87" fmla="*/ 1253081 h 1294"/>
              <a:gd name="T88" fmla="*/ 3146014 w 6873"/>
              <a:gd name="T89" fmla="*/ 615676 h 1294"/>
              <a:gd name="T90" fmla="*/ 2903455 w 6873"/>
              <a:gd name="T91" fmla="*/ 844355 h 1294"/>
              <a:gd name="T92" fmla="*/ 3123209 w 6873"/>
              <a:gd name="T93" fmla="*/ 777096 h 1294"/>
              <a:gd name="T94" fmla="*/ 3016442 w 6873"/>
              <a:gd name="T95" fmla="*/ 869189 h 1294"/>
              <a:gd name="T96" fmla="*/ 3058941 w 6873"/>
              <a:gd name="T97" fmla="*/ 652927 h 1294"/>
              <a:gd name="T98" fmla="*/ 3283879 w 6873"/>
              <a:gd name="T99" fmla="*/ 945760 h 1294"/>
              <a:gd name="T100" fmla="*/ 2695103 w 6873"/>
              <a:gd name="T101" fmla="*/ 1266533 h 1294"/>
              <a:gd name="T102" fmla="*/ 2433885 w 6873"/>
              <a:gd name="T103" fmla="*/ 983011 h 1294"/>
              <a:gd name="T104" fmla="*/ 2634981 w 6873"/>
              <a:gd name="T105" fmla="*/ 709838 h 1294"/>
              <a:gd name="T106" fmla="*/ 2449434 w 6873"/>
              <a:gd name="T107" fmla="*/ 772957 h 1294"/>
              <a:gd name="T108" fmla="*/ 2517848 w 6873"/>
              <a:gd name="T109" fmla="*/ 1251011 h 1294"/>
              <a:gd name="T110" fmla="*/ 2479494 w 6873"/>
              <a:gd name="T111" fmla="*/ 1264463 h 1294"/>
              <a:gd name="T112" fmla="*/ 1904194 w 6873"/>
              <a:gd name="T113" fmla="*/ 950934 h 1294"/>
              <a:gd name="T114" fmla="*/ 2090778 w 6873"/>
              <a:gd name="T115" fmla="*/ 646718 h 1294"/>
              <a:gd name="T116" fmla="*/ 1820231 w 6873"/>
              <a:gd name="T117" fmla="*/ 877467 h 1294"/>
              <a:gd name="T118" fmla="*/ 1221089 w 6873"/>
              <a:gd name="T119" fmla="*/ 1185822 h 1294"/>
              <a:gd name="T120" fmla="*/ 17622 w 6873"/>
              <a:gd name="T121" fmla="*/ 1289297 h 1294"/>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6873" h="1294">
                <a:moveTo>
                  <a:pt x="5058" y="775"/>
                </a:moveTo>
                <a:lnTo>
                  <a:pt x="5058" y="775"/>
                </a:lnTo>
                <a:cubicBezTo>
                  <a:pt x="5062" y="794"/>
                  <a:pt x="5065" y="824"/>
                  <a:pt x="5064" y="839"/>
                </a:cubicBezTo>
                <a:lnTo>
                  <a:pt x="5063" y="867"/>
                </a:lnTo>
                <a:lnTo>
                  <a:pt x="5010" y="840"/>
                </a:lnTo>
                <a:cubicBezTo>
                  <a:pt x="4981" y="825"/>
                  <a:pt x="4949" y="804"/>
                  <a:pt x="4939" y="795"/>
                </a:cubicBezTo>
                <a:cubicBezTo>
                  <a:pt x="4872" y="728"/>
                  <a:pt x="4885" y="625"/>
                  <a:pt x="4959" y="645"/>
                </a:cubicBezTo>
                <a:cubicBezTo>
                  <a:pt x="5003" y="657"/>
                  <a:pt x="5042" y="708"/>
                  <a:pt x="5058" y="775"/>
                </a:cubicBezTo>
                <a:close/>
                <a:moveTo>
                  <a:pt x="1933" y="795"/>
                </a:moveTo>
                <a:lnTo>
                  <a:pt x="1933" y="795"/>
                </a:lnTo>
                <a:cubicBezTo>
                  <a:pt x="1923" y="804"/>
                  <a:pt x="1891" y="826"/>
                  <a:pt x="1860" y="841"/>
                </a:cubicBezTo>
                <a:lnTo>
                  <a:pt x="1805" y="870"/>
                </a:lnTo>
                <a:lnTo>
                  <a:pt x="1809" y="826"/>
                </a:lnTo>
                <a:cubicBezTo>
                  <a:pt x="1812" y="770"/>
                  <a:pt x="1823" y="734"/>
                  <a:pt x="1845" y="700"/>
                </a:cubicBezTo>
                <a:cubicBezTo>
                  <a:pt x="1896" y="624"/>
                  <a:pt x="1977" y="623"/>
                  <a:pt x="1977" y="699"/>
                </a:cubicBezTo>
                <a:cubicBezTo>
                  <a:pt x="1977" y="730"/>
                  <a:pt x="1959" y="769"/>
                  <a:pt x="1933" y="795"/>
                </a:cubicBezTo>
                <a:close/>
                <a:moveTo>
                  <a:pt x="5761" y="1229"/>
                </a:moveTo>
                <a:lnTo>
                  <a:pt x="5761" y="1229"/>
                </a:lnTo>
                <a:cubicBezTo>
                  <a:pt x="5756" y="1233"/>
                  <a:pt x="5561" y="1234"/>
                  <a:pt x="5235" y="1234"/>
                </a:cubicBezTo>
                <a:lnTo>
                  <a:pt x="4718" y="1234"/>
                </a:lnTo>
                <a:lnTo>
                  <a:pt x="4774" y="1214"/>
                </a:lnTo>
                <a:cubicBezTo>
                  <a:pt x="4838" y="1191"/>
                  <a:pt x="4914" y="1153"/>
                  <a:pt x="4952" y="1126"/>
                </a:cubicBezTo>
                <a:cubicBezTo>
                  <a:pt x="5009" y="1085"/>
                  <a:pt x="5060" y="1026"/>
                  <a:pt x="5082" y="977"/>
                </a:cubicBezTo>
                <a:lnTo>
                  <a:pt x="5093" y="953"/>
                </a:lnTo>
                <a:lnTo>
                  <a:pt x="5139" y="976"/>
                </a:lnTo>
                <a:cubicBezTo>
                  <a:pt x="5296" y="1055"/>
                  <a:pt x="5718" y="1223"/>
                  <a:pt x="5758" y="1224"/>
                </a:cubicBezTo>
                <a:cubicBezTo>
                  <a:pt x="5767" y="1224"/>
                  <a:pt x="5768" y="1225"/>
                  <a:pt x="5761" y="1229"/>
                </a:cubicBezTo>
                <a:close/>
                <a:moveTo>
                  <a:pt x="3587" y="1227"/>
                </a:moveTo>
                <a:lnTo>
                  <a:pt x="3587" y="1227"/>
                </a:lnTo>
                <a:cubicBezTo>
                  <a:pt x="3601" y="1233"/>
                  <a:pt x="3579" y="1234"/>
                  <a:pt x="3437" y="1234"/>
                </a:cubicBezTo>
                <a:cubicBezTo>
                  <a:pt x="3294" y="1234"/>
                  <a:pt x="3271" y="1233"/>
                  <a:pt x="3285" y="1227"/>
                </a:cubicBezTo>
                <a:cubicBezTo>
                  <a:pt x="3304" y="1218"/>
                  <a:pt x="3348" y="1172"/>
                  <a:pt x="3376" y="1129"/>
                </a:cubicBezTo>
                <a:cubicBezTo>
                  <a:pt x="3391" y="1108"/>
                  <a:pt x="3402" y="1079"/>
                  <a:pt x="3415" y="1036"/>
                </a:cubicBezTo>
                <a:cubicBezTo>
                  <a:pt x="3425" y="1003"/>
                  <a:pt x="3434" y="975"/>
                  <a:pt x="3437" y="975"/>
                </a:cubicBezTo>
                <a:cubicBezTo>
                  <a:pt x="3438" y="975"/>
                  <a:pt x="3448" y="1003"/>
                  <a:pt x="3458" y="1036"/>
                </a:cubicBezTo>
                <a:cubicBezTo>
                  <a:pt x="3470" y="1079"/>
                  <a:pt x="3482" y="1108"/>
                  <a:pt x="3496" y="1129"/>
                </a:cubicBezTo>
                <a:cubicBezTo>
                  <a:pt x="3525" y="1172"/>
                  <a:pt x="3568" y="1218"/>
                  <a:pt x="3587" y="1227"/>
                </a:cubicBezTo>
                <a:lnTo>
                  <a:pt x="2098" y="1214"/>
                </a:lnTo>
                <a:lnTo>
                  <a:pt x="2154" y="1234"/>
                </a:lnTo>
                <a:lnTo>
                  <a:pt x="1637" y="1234"/>
                </a:lnTo>
                <a:cubicBezTo>
                  <a:pt x="1312" y="1234"/>
                  <a:pt x="1117" y="1233"/>
                  <a:pt x="1111" y="1229"/>
                </a:cubicBezTo>
                <a:cubicBezTo>
                  <a:pt x="1105" y="1225"/>
                  <a:pt x="1105" y="1224"/>
                  <a:pt x="1114" y="1224"/>
                </a:cubicBezTo>
                <a:cubicBezTo>
                  <a:pt x="1155" y="1223"/>
                  <a:pt x="1577" y="1055"/>
                  <a:pt x="1734" y="976"/>
                </a:cubicBezTo>
                <a:lnTo>
                  <a:pt x="1780" y="953"/>
                </a:lnTo>
                <a:lnTo>
                  <a:pt x="1790" y="977"/>
                </a:lnTo>
                <a:cubicBezTo>
                  <a:pt x="1812" y="1026"/>
                  <a:pt x="1864" y="1085"/>
                  <a:pt x="1921" y="1126"/>
                </a:cubicBezTo>
                <a:cubicBezTo>
                  <a:pt x="1959" y="1153"/>
                  <a:pt x="2035" y="1191"/>
                  <a:pt x="2098" y="1214"/>
                </a:cubicBezTo>
                <a:lnTo>
                  <a:pt x="3587" y="1227"/>
                </a:lnTo>
                <a:close/>
                <a:moveTo>
                  <a:pt x="1335" y="1286"/>
                </a:moveTo>
                <a:lnTo>
                  <a:pt x="1335" y="1286"/>
                </a:lnTo>
                <a:cubicBezTo>
                  <a:pt x="3392" y="1293"/>
                  <a:pt x="6829" y="1286"/>
                  <a:pt x="6852" y="1275"/>
                </a:cubicBezTo>
                <a:cubicBezTo>
                  <a:pt x="6871" y="1267"/>
                  <a:pt x="6872" y="1257"/>
                  <a:pt x="6856" y="1246"/>
                </a:cubicBezTo>
                <a:cubicBezTo>
                  <a:pt x="6843" y="1238"/>
                  <a:pt x="6815" y="1237"/>
                  <a:pt x="6502" y="1236"/>
                </a:cubicBezTo>
                <a:cubicBezTo>
                  <a:pt x="6143" y="1234"/>
                  <a:pt x="6078" y="1231"/>
                  <a:pt x="5949" y="1210"/>
                </a:cubicBezTo>
                <a:cubicBezTo>
                  <a:pt x="5839" y="1192"/>
                  <a:pt x="5816" y="1186"/>
                  <a:pt x="5695" y="1146"/>
                </a:cubicBezTo>
                <a:cubicBezTo>
                  <a:pt x="5507" y="1084"/>
                  <a:pt x="5365" y="1026"/>
                  <a:pt x="5203" y="945"/>
                </a:cubicBezTo>
                <a:lnTo>
                  <a:pt x="5114" y="900"/>
                </a:lnTo>
                <a:lnTo>
                  <a:pt x="5117" y="848"/>
                </a:lnTo>
                <a:cubicBezTo>
                  <a:pt x="5123" y="736"/>
                  <a:pt x="5081" y="639"/>
                  <a:pt x="5010" y="601"/>
                </a:cubicBezTo>
                <a:cubicBezTo>
                  <a:pt x="4978" y="584"/>
                  <a:pt x="4918" y="585"/>
                  <a:pt x="4885" y="603"/>
                </a:cubicBezTo>
                <a:cubicBezTo>
                  <a:pt x="4834" y="632"/>
                  <a:pt x="4812" y="696"/>
                  <a:pt x="4837" y="747"/>
                </a:cubicBezTo>
                <a:cubicBezTo>
                  <a:pt x="4856" y="787"/>
                  <a:pt x="4939" y="859"/>
                  <a:pt x="5036" y="919"/>
                </a:cubicBezTo>
                <a:cubicBezTo>
                  <a:pt x="5043" y="923"/>
                  <a:pt x="5043" y="926"/>
                  <a:pt x="5036" y="947"/>
                </a:cubicBezTo>
                <a:cubicBezTo>
                  <a:pt x="5020" y="992"/>
                  <a:pt x="4982" y="1036"/>
                  <a:pt x="4927" y="1074"/>
                </a:cubicBezTo>
                <a:cubicBezTo>
                  <a:pt x="4837" y="1135"/>
                  <a:pt x="4650" y="1197"/>
                  <a:pt x="4481" y="1222"/>
                </a:cubicBezTo>
                <a:cubicBezTo>
                  <a:pt x="4451" y="1225"/>
                  <a:pt x="4424" y="1229"/>
                  <a:pt x="4422" y="1229"/>
                </a:cubicBezTo>
                <a:cubicBezTo>
                  <a:pt x="4419" y="1229"/>
                  <a:pt x="4429" y="1220"/>
                  <a:pt x="4443" y="1209"/>
                </a:cubicBezTo>
                <a:cubicBezTo>
                  <a:pt x="4509" y="1156"/>
                  <a:pt x="4554" y="1087"/>
                  <a:pt x="4569" y="1014"/>
                </a:cubicBezTo>
                <a:cubicBezTo>
                  <a:pt x="4579" y="969"/>
                  <a:pt x="4579" y="946"/>
                  <a:pt x="4570" y="895"/>
                </a:cubicBezTo>
                <a:cubicBezTo>
                  <a:pt x="4558" y="826"/>
                  <a:pt x="4552" y="812"/>
                  <a:pt x="4509" y="747"/>
                </a:cubicBezTo>
                <a:cubicBezTo>
                  <a:pt x="4468" y="685"/>
                  <a:pt x="4433" y="648"/>
                  <a:pt x="4409" y="642"/>
                </a:cubicBezTo>
                <a:cubicBezTo>
                  <a:pt x="4373" y="633"/>
                  <a:pt x="4336" y="654"/>
                  <a:pt x="4330" y="686"/>
                </a:cubicBezTo>
                <a:cubicBezTo>
                  <a:pt x="4324" y="716"/>
                  <a:pt x="4336" y="733"/>
                  <a:pt x="4389" y="773"/>
                </a:cubicBezTo>
                <a:cubicBezTo>
                  <a:pt x="4445" y="814"/>
                  <a:pt x="4473" y="844"/>
                  <a:pt x="4503" y="890"/>
                </a:cubicBezTo>
                <a:cubicBezTo>
                  <a:pt x="4526" y="927"/>
                  <a:pt x="4530" y="954"/>
                  <a:pt x="4516" y="1005"/>
                </a:cubicBezTo>
                <a:cubicBezTo>
                  <a:pt x="4488" y="1111"/>
                  <a:pt x="4402" y="1189"/>
                  <a:pt x="4273" y="1224"/>
                </a:cubicBezTo>
                <a:cubicBezTo>
                  <a:pt x="4235" y="1234"/>
                  <a:pt x="4221" y="1235"/>
                  <a:pt x="4135" y="1233"/>
                </a:cubicBezTo>
                <a:cubicBezTo>
                  <a:pt x="4026" y="1230"/>
                  <a:pt x="3996" y="1224"/>
                  <a:pt x="3922" y="1187"/>
                </a:cubicBezTo>
                <a:cubicBezTo>
                  <a:pt x="3814" y="1133"/>
                  <a:pt x="3741" y="1042"/>
                  <a:pt x="3704" y="914"/>
                </a:cubicBezTo>
                <a:cubicBezTo>
                  <a:pt x="3684" y="844"/>
                  <a:pt x="3682" y="803"/>
                  <a:pt x="3696" y="766"/>
                </a:cubicBezTo>
                <a:cubicBezTo>
                  <a:pt x="3727" y="685"/>
                  <a:pt x="3832" y="622"/>
                  <a:pt x="3921" y="631"/>
                </a:cubicBezTo>
                <a:cubicBezTo>
                  <a:pt x="4017" y="642"/>
                  <a:pt x="4066" y="713"/>
                  <a:pt x="4029" y="791"/>
                </a:cubicBezTo>
                <a:cubicBezTo>
                  <a:pt x="4021" y="807"/>
                  <a:pt x="4008" y="826"/>
                  <a:pt x="3997" y="833"/>
                </a:cubicBezTo>
                <a:cubicBezTo>
                  <a:pt x="3979" y="847"/>
                  <a:pt x="3978" y="847"/>
                  <a:pt x="3963" y="840"/>
                </a:cubicBezTo>
                <a:cubicBezTo>
                  <a:pt x="3953" y="835"/>
                  <a:pt x="3940" y="820"/>
                  <a:pt x="3932" y="807"/>
                </a:cubicBezTo>
                <a:cubicBezTo>
                  <a:pt x="3911" y="771"/>
                  <a:pt x="3886" y="751"/>
                  <a:pt x="3860" y="751"/>
                </a:cubicBezTo>
                <a:cubicBezTo>
                  <a:pt x="3832" y="751"/>
                  <a:pt x="3821" y="759"/>
                  <a:pt x="3814" y="778"/>
                </a:cubicBezTo>
                <a:cubicBezTo>
                  <a:pt x="3796" y="828"/>
                  <a:pt x="3868" y="900"/>
                  <a:pt x="3936" y="900"/>
                </a:cubicBezTo>
                <a:cubicBezTo>
                  <a:pt x="4022" y="900"/>
                  <a:pt x="4087" y="835"/>
                  <a:pt x="4086" y="749"/>
                </a:cubicBezTo>
                <a:cubicBezTo>
                  <a:pt x="4086" y="670"/>
                  <a:pt x="4034" y="611"/>
                  <a:pt x="3947" y="593"/>
                </a:cubicBezTo>
                <a:cubicBezTo>
                  <a:pt x="3842" y="571"/>
                  <a:pt x="3721" y="624"/>
                  <a:pt x="3667" y="716"/>
                </a:cubicBezTo>
                <a:cubicBezTo>
                  <a:pt x="3609" y="817"/>
                  <a:pt x="3626" y="967"/>
                  <a:pt x="3710" y="1084"/>
                </a:cubicBezTo>
                <a:cubicBezTo>
                  <a:pt x="3743" y="1129"/>
                  <a:pt x="3796" y="1182"/>
                  <a:pt x="3839" y="1211"/>
                </a:cubicBezTo>
                <a:lnTo>
                  <a:pt x="3874" y="1234"/>
                </a:lnTo>
                <a:lnTo>
                  <a:pt x="3813" y="1234"/>
                </a:lnTo>
                <a:cubicBezTo>
                  <a:pt x="3734" y="1234"/>
                  <a:pt x="3701" y="1225"/>
                  <a:pt x="3640" y="1190"/>
                </a:cubicBezTo>
                <a:cubicBezTo>
                  <a:pt x="3573" y="1149"/>
                  <a:pt x="3534" y="1103"/>
                  <a:pt x="3512" y="1033"/>
                </a:cubicBezTo>
                <a:cubicBezTo>
                  <a:pt x="3500" y="999"/>
                  <a:pt x="3498" y="983"/>
                  <a:pt x="3498" y="929"/>
                </a:cubicBezTo>
                <a:cubicBezTo>
                  <a:pt x="3498" y="874"/>
                  <a:pt x="3500" y="857"/>
                  <a:pt x="3514" y="800"/>
                </a:cubicBezTo>
                <a:cubicBezTo>
                  <a:pt x="3534" y="727"/>
                  <a:pt x="3572" y="624"/>
                  <a:pt x="3599" y="571"/>
                </a:cubicBezTo>
                <a:cubicBezTo>
                  <a:pt x="3616" y="536"/>
                  <a:pt x="3616" y="536"/>
                  <a:pt x="3606" y="523"/>
                </a:cubicBezTo>
                <a:cubicBezTo>
                  <a:pt x="3594" y="507"/>
                  <a:pt x="3572" y="450"/>
                  <a:pt x="3549" y="380"/>
                </a:cubicBezTo>
                <a:cubicBezTo>
                  <a:pt x="3533" y="332"/>
                  <a:pt x="3468" y="104"/>
                  <a:pt x="3461" y="75"/>
                </a:cubicBezTo>
                <a:cubicBezTo>
                  <a:pt x="3461" y="72"/>
                  <a:pt x="3458" y="66"/>
                  <a:pt x="3456" y="62"/>
                </a:cubicBezTo>
                <a:cubicBezTo>
                  <a:pt x="3453" y="59"/>
                  <a:pt x="3453" y="54"/>
                  <a:pt x="3455" y="51"/>
                </a:cubicBezTo>
                <a:cubicBezTo>
                  <a:pt x="3456" y="49"/>
                  <a:pt x="3455" y="44"/>
                  <a:pt x="3452" y="43"/>
                </a:cubicBezTo>
                <a:cubicBezTo>
                  <a:pt x="3449" y="41"/>
                  <a:pt x="3448" y="36"/>
                  <a:pt x="3449" y="32"/>
                </a:cubicBezTo>
                <a:cubicBezTo>
                  <a:pt x="3450" y="29"/>
                  <a:pt x="3450" y="24"/>
                  <a:pt x="3448" y="21"/>
                </a:cubicBezTo>
                <a:cubicBezTo>
                  <a:pt x="3446" y="20"/>
                  <a:pt x="3444" y="14"/>
                  <a:pt x="3444" y="9"/>
                </a:cubicBezTo>
                <a:cubicBezTo>
                  <a:pt x="3444" y="4"/>
                  <a:pt x="3441" y="0"/>
                  <a:pt x="3437" y="0"/>
                </a:cubicBezTo>
                <a:cubicBezTo>
                  <a:pt x="3432" y="0"/>
                  <a:pt x="3428" y="4"/>
                  <a:pt x="3428" y="9"/>
                </a:cubicBezTo>
                <a:cubicBezTo>
                  <a:pt x="3428" y="14"/>
                  <a:pt x="3427" y="20"/>
                  <a:pt x="3425" y="21"/>
                </a:cubicBezTo>
                <a:cubicBezTo>
                  <a:pt x="3423" y="24"/>
                  <a:pt x="3422" y="29"/>
                  <a:pt x="3423" y="32"/>
                </a:cubicBezTo>
                <a:cubicBezTo>
                  <a:pt x="3425" y="36"/>
                  <a:pt x="3423" y="41"/>
                  <a:pt x="3421" y="43"/>
                </a:cubicBezTo>
                <a:cubicBezTo>
                  <a:pt x="3418" y="44"/>
                  <a:pt x="3417" y="49"/>
                  <a:pt x="3418" y="51"/>
                </a:cubicBezTo>
                <a:cubicBezTo>
                  <a:pt x="3420" y="54"/>
                  <a:pt x="3419" y="59"/>
                  <a:pt x="3417" y="62"/>
                </a:cubicBezTo>
                <a:cubicBezTo>
                  <a:pt x="3415" y="66"/>
                  <a:pt x="3412" y="72"/>
                  <a:pt x="3411" y="75"/>
                </a:cubicBezTo>
                <a:cubicBezTo>
                  <a:pt x="3405" y="104"/>
                  <a:pt x="3340" y="332"/>
                  <a:pt x="3324" y="380"/>
                </a:cubicBezTo>
                <a:cubicBezTo>
                  <a:pt x="3301" y="450"/>
                  <a:pt x="3278" y="507"/>
                  <a:pt x="3267" y="523"/>
                </a:cubicBezTo>
                <a:cubicBezTo>
                  <a:pt x="3257" y="536"/>
                  <a:pt x="3257" y="536"/>
                  <a:pt x="3274" y="571"/>
                </a:cubicBezTo>
                <a:cubicBezTo>
                  <a:pt x="3301" y="624"/>
                  <a:pt x="3339" y="727"/>
                  <a:pt x="3358" y="800"/>
                </a:cubicBezTo>
                <a:cubicBezTo>
                  <a:pt x="3373" y="857"/>
                  <a:pt x="3375" y="874"/>
                  <a:pt x="3375" y="929"/>
                </a:cubicBezTo>
                <a:cubicBezTo>
                  <a:pt x="3375" y="983"/>
                  <a:pt x="3372" y="999"/>
                  <a:pt x="3361" y="1033"/>
                </a:cubicBezTo>
                <a:cubicBezTo>
                  <a:pt x="3338" y="1103"/>
                  <a:pt x="3300" y="1149"/>
                  <a:pt x="3232" y="1190"/>
                </a:cubicBezTo>
                <a:cubicBezTo>
                  <a:pt x="3171" y="1225"/>
                  <a:pt x="3138" y="1234"/>
                  <a:pt x="3059" y="1234"/>
                </a:cubicBezTo>
                <a:lnTo>
                  <a:pt x="2998" y="1234"/>
                </a:lnTo>
                <a:lnTo>
                  <a:pt x="3034" y="1211"/>
                </a:lnTo>
                <a:cubicBezTo>
                  <a:pt x="3076" y="1182"/>
                  <a:pt x="3130" y="1129"/>
                  <a:pt x="3163" y="1084"/>
                </a:cubicBezTo>
                <a:cubicBezTo>
                  <a:pt x="3247" y="967"/>
                  <a:pt x="3264" y="817"/>
                  <a:pt x="3205" y="716"/>
                </a:cubicBezTo>
                <a:cubicBezTo>
                  <a:pt x="3172" y="659"/>
                  <a:pt x="3108" y="614"/>
                  <a:pt x="3035" y="595"/>
                </a:cubicBezTo>
                <a:cubicBezTo>
                  <a:pt x="2936" y="569"/>
                  <a:pt x="2833" y="610"/>
                  <a:pt x="2797" y="687"/>
                </a:cubicBezTo>
                <a:cubicBezTo>
                  <a:pt x="2781" y="725"/>
                  <a:pt x="2782" y="777"/>
                  <a:pt x="2801" y="816"/>
                </a:cubicBezTo>
                <a:cubicBezTo>
                  <a:pt x="2827" y="870"/>
                  <a:pt x="2877" y="900"/>
                  <a:pt x="2937" y="900"/>
                </a:cubicBezTo>
                <a:cubicBezTo>
                  <a:pt x="3004" y="900"/>
                  <a:pt x="3076" y="828"/>
                  <a:pt x="3059" y="778"/>
                </a:cubicBezTo>
                <a:cubicBezTo>
                  <a:pt x="3052" y="759"/>
                  <a:pt x="3040" y="751"/>
                  <a:pt x="3013" y="751"/>
                </a:cubicBezTo>
                <a:cubicBezTo>
                  <a:pt x="2987" y="751"/>
                  <a:pt x="2961" y="771"/>
                  <a:pt x="2940" y="807"/>
                </a:cubicBezTo>
                <a:cubicBezTo>
                  <a:pt x="2933" y="820"/>
                  <a:pt x="2919" y="835"/>
                  <a:pt x="2910" y="840"/>
                </a:cubicBezTo>
                <a:cubicBezTo>
                  <a:pt x="2894" y="847"/>
                  <a:pt x="2893" y="847"/>
                  <a:pt x="2875" y="833"/>
                </a:cubicBezTo>
                <a:cubicBezTo>
                  <a:pt x="2865" y="826"/>
                  <a:pt x="2851" y="807"/>
                  <a:pt x="2844" y="791"/>
                </a:cubicBezTo>
                <a:cubicBezTo>
                  <a:pt x="2807" y="713"/>
                  <a:pt x="2855" y="642"/>
                  <a:pt x="2951" y="631"/>
                </a:cubicBezTo>
                <a:cubicBezTo>
                  <a:pt x="3040" y="622"/>
                  <a:pt x="3146" y="685"/>
                  <a:pt x="3176" y="766"/>
                </a:cubicBezTo>
                <a:cubicBezTo>
                  <a:pt x="3190" y="803"/>
                  <a:pt x="3188" y="844"/>
                  <a:pt x="3168" y="914"/>
                </a:cubicBezTo>
                <a:cubicBezTo>
                  <a:pt x="3131" y="1042"/>
                  <a:pt x="3059" y="1133"/>
                  <a:pt x="2951" y="1187"/>
                </a:cubicBezTo>
                <a:cubicBezTo>
                  <a:pt x="2877" y="1224"/>
                  <a:pt x="2846" y="1230"/>
                  <a:pt x="2738" y="1233"/>
                </a:cubicBezTo>
                <a:cubicBezTo>
                  <a:pt x="2651" y="1235"/>
                  <a:pt x="2638" y="1234"/>
                  <a:pt x="2600" y="1224"/>
                </a:cubicBezTo>
                <a:cubicBezTo>
                  <a:pt x="2577" y="1218"/>
                  <a:pt x="2537" y="1203"/>
                  <a:pt x="2513" y="1192"/>
                </a:cubicBezTo>
                <a:cubicBezTo>
                  <a:pt x="2417" y="1144"/>
                  <a:pt x="2348" y="1044"/>
                  <a:pt x="2348" y="950"/>
                </a:cubicBezTo>
                <a:cubicBezTo>
                  <a:pt x="2348" y="928"/>
                  <a:pt x="2352" y="918"/>
                  <a:pt x="2369" y="890"/>
                </a:cubicBezTo>
                <a:cubicBezTo>
                  <a:pt x="2399" y="844"/>
                  <a:pt x="2428" y="814"/>
                  <a:pt x="2484" y="773"/>
                </a:cubicBezTo>
                <a:cubicBezTo>
                  <a:pt x="2537" y="733"/>
                  <a:pt x="2549" y="716"/>
                  <a:pt x="2542" y="686"/>
                </a:cubicBezTo>
                <a:cubicBezTo>
                  <a:pt x="2537" y="654"/>
                  <a:pt x="2499" y="633"/>
                  <a:pt x="2464" y="642"/>
                </a:cubicBezTo>
                <a:cubicBezTo>
                  <a:pt x="2440" y="648"/>
                  <a:pt x="2405" y="685"/>
                  <a:pt x="2363" y="747"/>
                </a:cubicBezTo>
                <a:cubicBezTo>
                  <a:pt x="2320" y="812"/>
                  <a:pt x="2315" y="826"/>
                  <a:pt x="2302" y="895"/>
                </a:cubicBezTo>
                <a:cubicBezTo>
                  <a:pt x="2294" y="946"/>
                  <a:pt x="2294" y="969"/>
                  <a:pt x="2303" y="1014"/>
                </a:cubicBezTo>
                <a:cubicBezTo>
                  <a:pt x="2318" y="1087"/>
                  <a:pt x="2363" y="1156"/>
                  <a:pt x="2429" y="1209"/>
                </a:cubicBezTo>
                <a:cubicBezTo>
                  <a:pt x="2443" y="1220"/>
                  <a:pt x="2453" y="1229"/>
                  <a:pt x="2451" y="1229"/>
                </a:cubicBezTo>
                <a:cubicBezTo>
                  <a:pt x="2449" y="1229"/>
                  <a:pt x="2421" y="1225"/>
                  <a:pt x="2392" y="1222"/>
                </a:cubicBezTo>
                <a:cubicBezTo>
                  <a:pt x="2222" y="1197"/>
                  <a:pt x="2035" y="1135"/>
                  <a:pt x="1946" y="1074"/>
                </a:cubicBezTo>
                <a:cubicBezTo>
                  <a:pt x="1890" y="1036"/>
                  <a:pt x="1852" y="992"/>
                  <a:pt x="1837" y="947"/>
                </a:cubicBezTo>
                <a:cubicBezTo>
                  <a:pt x="1829" y="926"/>
                  <a:pt x="1829" y="923"/>
                  <a:pt x="1837" y="919"/>
                </a:cubicBezTo>
                <a:cubicBezTo>
                  <a:pt x="1931" y="860"/>
                  <a:pt x="2016" y="787"/>
                  <a:pt x="2035" y="749"/>
                </a:cubicBezTo>
                <a:cubicBezTo>
                  <a:pt x="2054" y="710"/>
                  <a:pt x="2046" y="655"/>
                  <a:pt x="2017" y="625"/>
                </a:cubicBezTo>
                <a:cubicBezTo>
                  <a:pt x="1995" y="601"/>
                  <a:pt x="1967" y="590"/>
                  <a:pt x="1924" y="590"/>
                </a:cubicBezTo>
                <a:cubicBezTo>
                  <a:pt x="1876" y="590"/>
                  <a:pt x="1852" y="601"/>
                  <a:pt x="1818" y="638"/>
                </a:cubicBezTo>
                <a:cubicBezTo>
                  <a:pt x="1773" y="686"/>
                  <a:pt x="1751" y="761"/>
                  <a:pt x="1756" y="848"/>
                </a:cubicBezTo>
                <a:lnTo>
                  <a:pt x="1759" y="900"/>
                </a:lnTo>
                <a:lnTo>
                  <a:pt x="1670" y="945"/>
                </a:lnTo>
                <a:cubicBezTo>
                  <a:pt x="1507" y="1026"/>
                  <a:pt x="1366" y="1084"/>
                  <a:pt x="1178" y="1146"/>
                </a:cubicBezTo>
                <a:cubicBezTo>
                  <a:pt x="1057" y="1186"/>
                  <a:pt x="1033" y="1192"/>
                  <a:pt x="923" y="1210"/>
                </a:cubicBezTo>
                <a:cubicBezTo>
                  <a:pt x="795" y="1231"/>
                  <a:pt x="730" y="1234"/>
                  <a:pt x="371" y="1236"/>
                </a:cubicBezTo>
                <a:cubicBezTo>
                  <a:pt x="57" y="1237"/>
                  <a:pt x="30" y="1238"/>
                  <a:pt x="17" y="1246"/>
                </a:cubicBezTo>
                <a:cubicBezTo>
                  <a:pt x="0" y="1257"/>
                  <a:pt x="2" y="1268"/>
                  <a:pt x="23" y="1277"/>
                </a:cubicBezTo>
                <a:cubicBezTo>
                  <a:pt x="32" y="1280"/>
                  <a:pt x="455" y="1283"/>
                  <a:pt x="1335" y="1286"/>
                </a:cubicBezTo>
                <a:close/>
              </a:path>
            </a:pathLst>
          </a:custGeom>
          <a:solidFill>
            <a:schemeClr val="accent6"/>
          </a:solidFill>
          <a:ln>
            <a:noFill/>
          </a:ln>
          <a:effectLst/>
        </p:spPr>
        <p:txBody>
          <a:bodyPr wrap="none" anchor="ctr"/>
          <a:lstStyle/>
          <a:p>
            <a:pPr algn="ctr"/>
            <a:endParaRPr lang="es-ES_tradnl" sz="2400"/>
          </a:p>
        </p:txBody>
      </p:sp>
      <p:pic>
        <p:nvPicPr>
          <p:cNvPr id="34" name="Picture Placeholder 33">
            <a:extLst>
              <a:ext uri="{FF2B5EF4-FFF2-40B4-BE49-F238E27FC236}">
                <a16:creationId xmlns:a16="http://schemas.microsoft.com/office/drawing/2014/main" id="{9739E3F7-732D-44BD-885D-054CD7857D26}"/>
              </a:ext>
            </a:extLst>
          </p:cNvPr>
          <p:cNvPicPr>
            <a:picLocks noGrp="1" noChangeAspect="1"/>
          </p:cNvPicPr>
          <p:nvPr>
            <p:ph type="pic" sz="quarter" idx="14"/>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2239" r="12239"/>
          <a:stretch>
            <a:fillRect/>
          </a:stretch>
        </p:blipFill>
        <p:spPr/>
      </p:pic>
      <p:sp>
        <p:nvSpPr>
          <p:cNvPr id="35" name="TextBox 34">
            <a:extLst>
              <a:ext uri="{FF2B5EF4-FFF2-40B4-BE49-F238E27FC236}">
                <a16:creationId xmlns:a16="http://schemas.microsoft.com/office/drawing/2014/main" id="{5C5D62C2-DB17-45D4-A8CE-B05429B4D116}"/>
              </a:ext>
            </a:extLst>
          </p:cNvPr>
          <p:cNvSpPr txBox="1"/>
          <p:nvPr/>
        </p:nvSpPr>
        <p:spPr>
          <a:xfrm>
            <a:off x="1402008" y="3093052"/>
            <a:ext cx="4481957" cy="461601"/>
          </a:xfrm>
          <a:prstGeom prst="rect">
            <a:avLst/>
          </a:prstGeom>
          <a:noFill/>
        </p:spPr>
        <p:txBody>
          <a:bodyPr wrap="square" rtlCol="0">
            <a:spAutoFit/>
          </a:bodyPr>
          <a:lstStyle/>
          <a:p>
            <a:pPr algn="ctr">
              <a:lnSpc>
                <a:spcPts val="2933"/>
              </a:lnSpc>
            </a:pPr>
            <a:r>
              <a:rPr lang="vi-VN" sz="2400" i="1" dirty="0">
                <a:solidFill>
                  <a:schemeClr val="tx2"/>
                </a:solidFill>
                <a:latin typeface="Gentium Basic" panose="02000503060000020004" pitchFamily="2" charset="77"/>
                <a:ea typeface="Lato Light" panose="020F0502020204030203" pitchFamily="34" charset="0"/>
                <a:cs typeface="Lato Light" panose="020F0502020204030203" pitchFamily="34" charset="0"/>
              </a:rPr>
              <a:t>Quản lý quản trị viên</a:t>
            </a:r>
          </a:p>
        </p:txBody>
      </p:sp>
      <p:sp>
        <p:nvSpPr>
          <p:cNvPr id="36" name="TextBox 35">
            <a:extLst>
              <a:ext uri="{FF2B5EF4-FFF2-40B4-BE49-F238E27FC236}">
                <a16:creationId xmlns:a16="http://schemas.microsoft.com/office/drawing/2014/main" id="{04136CB6-8C74-4377-BC08-FEE2B0C5CDCC}"/>
              </a:ext>
            </a:extLst>
          </p:cNvPr>
          <p:cNvSpPr txBox="1"/>
          <p:nvPr/>
        </p:nvSpPr>
        <p:spPr>
          <a:xfrm>
            <a:off x="1402008" y="3900105"/>
            <a:ext cx="4481956" cy="461665"/>
          </a:xfrm>
          <a:prstGeom prst="rect">
            <a:avLst/>
          </a:prstGeom>
          <a:noFill/>
        </p:spPr>
        <p:txBody>
          <a:bodyPr wrap="square" rtlCol="0">
            <a:spAutoFit/>
          </a:bodyPr>
          <a:lstStyle/>
          <a:p>
            <a:pPr algn="ctr"/>
            <a:r>
              <a:rPr lang="vi-VN" sz="2400" i="1" dirty="0">
                <a:solidFill>
                  <a:schemeClr val="tx2"/>
                </a:solidFill>
                <a:latin typeface="Gentium Basic" panose="02000503060000020004" pitchFamily="2" charset="77"/>
                <a:ea typeface="Lato Light" panose="020F0502020204030203" pitchFamily="34" charset="0"/>
                <a:cs typeface="Lato Light" panose="020F0502020204030203" pitchFamily="34" charset="0"/>
              </a:rPr>
              <a:t>Quản lý đơn hàng</a:t>
            </a:r>
          </a:p>
        </p:txBody>
      </p:sp>
    </p:spTree>
    <p:extLst>
      <p:ext uri="{BB962C8B-B14F-4D97-AF65-F5344CB8AC3E}">
        <p14:creationId xmlns:p14="http://schemas.microsoft.com/office/powerpoint/2010/main" val="1792292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iPhone6_mockup_front_white.png"/>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006341" y="759915"/>
            <a:ext cx="3549539" cy="5552131"/>
          </a:xfrm>
          <a:prstGeom prst="rect">
            <a:avLst/>
          </a:prstGeom>
        </p:spPr>
      </p:pic>
      <p:sp>
        <p:nvSpPr>
          <p:cNvPr id="13" name="TextBox 12">
            <a:extLst>
              <a:ext uri="{FF2B5EF4-FFF2-40B4-BE49-F238E27FC236}">
                <a16:creationId xmlns:a16="http://schemas.microsoft.com/office/drawing/2014/main" id="{EB12D8DD-E2FB-B740-8A0E-F52E42852FF7}"/>
              </a:ext>
            </a:extLst>
          </p:cNvPr>
          <p:cNvSpPr txBox="1"/>
          <p:nvPr/>
        </p:nvSpPr>
        <p:spPr>
          <a:xfrm>
            <a:off x="1729626" y="2203992"/>
            <a:ext cx="3560436" cy="452496"/>
          </a:xfrm>
          <a:prstGeom prst="rect">
            <a:avLst/>
          </a:prstGeom>
          <a:noFill/>
        </p:spPr>
        <p:txBody>
          <a:bodyPr wrap="square" rtlCol="0">
            <a:spAutoFit/>
          </a:bodyPr>
          <a:lstStyle/>
          <a:p>
            <a:pPr algn="ctr">
              <a:lnSpc>
                <a:spcPts val="2933"/>
              </a:lnSpc>
            </a:pPr>
            <a:r>
              <a:rPr lang="vi-VN" sz="2400" i="1" dirty="0">
                <a:solidFill>
                  <a:schemeClr val="tx2"/>
                </a:solidFill>
                <a:latin typeface="Gentium Basic" panose="02000503060000020004" pitchFamily="2" charset="77"/>
                <a:ea typeface="Lato Light" panose="020F0502020204030203" pitchFamily="34" charset="0"/>
                <a:cs typeface="Lato Light" panose="020F0502020204030203" pitchFamily="34" charset="0"/>
              </a:rPr>
              <a:t>Xem sản phẩm</a:t>
            </a:r>
            <a:endParaRPr lang="en-US" sz="2400" i="1" dirty="0">
              <a:solidFill>
                <a:schemeClr val="tx2"/>
              </a:solidFill>
              <a:latin typeface="Gentium Basic" panose="02000503060000020004" pitchFamily="2" charset="77"/>
              <a:ea typeface="Lato Light" panose="020F0502020204030203" pitchFamily="34" charset="0"/>
              <a:cs typeface="Lato Light" panose="020F0502020204030203" pitchFamily="34" charset="0"/>
            </a:endParaRPr>
          </a:p>
        </p:txBody>
      </p:sp>
      <p:sp>
        <p:nvSpPr>
          <p:cNvPr id="451" name="Freeform 12">
            <a:extLst>
              <a:ext uri="{FF2B5EF4-FFF2-40B4-BE49-F238E27FC236}">
                <a16:creationId xmlns:a16="http://schemas.microsoft.com/office/drawing/2014/main" id="{38820C7F-4E29-3E40-A806-2E82CCADD435}"/>
              </a:ext>
            </a:extLst>
          </p:cNvPr>
          <p:cNvSpPr>
            <a:spLocks noChangeAspect="1" noChangeArrowheads="1"/>
          </p:cNvSpPr>
          <p:nvPr/>
        </p:nvSpPr>
        <p:spPr bwMode="auto">
          <a:xfrm>
            <a:off x="1729626" y="1258530"/>
            <a:ext cx="3560436" cy="725204"/>
          </a:xfrm>
          <a:custGeom>
            <a:avLst/>
            <a:gdLst>
              <a:gd name="T0" fmla="*/ 5193255 w 6873"/>
              <a:gd name="T1" fmla="*/ 869189 h 1294"/>
              <a:gd name="T2" fmla="*/ 5140390 w 6873"/>
              <a:gd name="T3" fmla="*/ 667413 h 1294"/>
              <a:gd name="T4" fmla="*/ 1871023 w 6873"/>
              <a:gd name="T5" fmla="*/ 900231 h 1294"/>
              <a:gd name="T6" fmla="*/ 2049315 w 6873"/>
              <a:gd name="T7" fmla="*/ 723289 h 1294"/>
              <a:gd name="T8" fmla="*/ 5426485 w 6873"/>
              <a:gd name="T9" fmla="*/ 1276880 h 1294"/>
              <a:gd name="T10" fmla="*/ 5133134 w 6873"/>
              <a:gd name="T11" fmla="*/ 1165127 h 1294"/>
              <a:gd name="T12" fmla="*/ 5968616 w 6873"/>
              <a:gd name="T13" fmla="*/ 1266533 h 1294"/>
              <a:gd name="T14" fmla="*/ 3562718 w 6873"/>
              <a:gd name="T15" fmla="*/ 1276880 h 1294"/>
              <a:gd name="T16" fmla="*/ 3499487 w 6873"/>
              <a:gd name="T17" fmla="*/ 1168231 h 1294"/>
              <a:gd name="T18" fmla="*/ 3584486 w 6873"/>
              <a:gd name="T19" fmla="*/ 1072000 h 1294"/>
              <a:gd name="T20" fmla="*/ 2174740 w 6873"/>
              <a:gd name="T21" fmla="*/ 1256185 h 1294"/>
              <a:gd name="T22" fmla="*/ 1151638 w 6873"/>
              <a:gd name="T23" fmla="*/ 1271706 h 1294"/>
              <a:gd name="T24" fmla="*/ 1855474 w 6873"/>
              <a:gd name="T25" fmla="*/ 1010950 h 1294"/>
              <a:gd name="T26" fmla="*/ 3718205 w 6873"/>
              <a:gd name="T27" fmla="*/ 1269637 h 1294"/>
              <a:gd name="T28" fmla="*/ 7106778 w 6873"/>
              <a:gd name="T29" fmla="*/ 1289297 h 1294"/>
              <a:gd name="T30" fmla="*/ 6166602 w 6873"/>
              <a:gd name="T31" fmla="*/ 1252046 h 1294"/>
              <a:gd name="T32" fmla="*/ 5304169 w 6873"/>
              <a:gd name="T33" fmla="*/ 877467 h 1294"/>
              <a:gd name="T34" fmla="*/ 5063683 w 6873"/>
              <a:gd name="T35" fmla="*/ 623954 h 1294"/>
              <a:gd name="T36" fmla="*/ 5220206 w 6873"/>
              <a:gd name="T37" fmla="*/ 979907 h 1294"/>
              <a:gd name="T38" fmla="*/ 4644906 w 6873"/>
              <a:gd name="T39" fmla="*/ 1264463 h 1294"/>
              <a:gd name="T40" fmla="*/ 4736124 w 6873"/>
              <a:gd name="T41" fmla="*/ 1049235 h 1294"/>
              <a:gd name="T42" fmla="*/ 4673930 w 6873"/>
              <a:gd name="T43" fmla="*/ 772957 h 1294"/>
              <a:gd name="T44" fmla="*/ 4549540 w 6873"/>
              <a:gd name="T45" fmla="*/ 799861 h 1294"/>
              <a:gd name="T46" fmla="*/ 4681186 w 6873"/>
              <a:gd name="T47" fmla="*/ 1039923 h 1294"/>
              <a:gd name="T48" fmla="*/ 4065459 w 6873"/>
              <a:gd name="T49" fmla="*/ 1228247 h 1294"/>
              <a:gd name="T50" fmla="*/ 3831192 w 6873"/>
              <a:gd name="T51" fmla="*/ 792618 h 1294"/>
              <a:gd name="T52" fmla="*/ 4143202 w 6873"/>
              <a:gd name="T53" fmla="*/ 861946 h 1294"/>
              <a:gd name="T54" fmla="*/ 4075824 w 6873"/>
              <a:gd name="T55" fmla="*/ 835042 h 1294"/>
              <a:gd name="T56" fmla="*/ 4079971 w 6873"/>
              <a:gd name="T57" fmla="*/ 931274 h 1294"/>
              <a:gd name="T58" fmla="*/ 4091373 w 6873"/>
              <a:gd name="T59" fmla="*/ 613606 h 1294"/>
              <a:gd name="T60" fmla="*/ 3979423 w 6873"/>
              <a:gd name="T61" fmla="*/ 1253081 h 1294"/>
              <a:gd name="T62" fmla="*/ 3773144 w 6873"/>
              <a:gd name="T63" fmla="*/ 1231351 h 1294"/>
              <a:gd name="T64" fmla="*/ 3642535 w 6873"/>
              <a:gd name="T65" fmla="*/ 827799 h 1294"/>
              <a:gd name="T66" fmla="*/ 3737900 w 6873"/>
              <a:gd name="T67" fmla="*/ 541174 h 1294"/>
              <a:gd name="T68" fmla="*/ 3582413 w 6873"/>
              <a:gd name="T69" fmla="*/ 64154 h 1294"/>
              <a:gd name="T70" fmla="*/ 3578267 w 6873"/>
              <a:gd name="T71" fmla="*/ 44494 h 1294"/>
              <a:gd name="T72" fmla="*/ 3569974 w 6873"/>
              <a:gd name="T73" fmla="*/ 9313 h 1294"/>
              <a:gd name="T74" fmla="*/ 3553389 w 6873"/>
              <a:gd name="T75" fmla="*/ 9313 h 1294"/>
              <a:gd name="T76" fmla="*/ 3546133 w 6873"/>
              <a:gd name="T77" fmla="*/ 44494 h 1294"/>
              <a:gd name="T78" fmla="*/ 3541987 w 6873"/>
              <a:gd name="T79" fmla="*/ 64154 h 1294"/>
              <a:gd name="T80" fmla="*/ 3386500 w 6873"/>
              <a:gd name="T81" fmla="*/ 541174 h 1294"/>
              <a:gd name="T82" fmla="*/ 3480829 w 6873"/>
              <a:gd name="T83" fmla="*/ 827799 h 1294"/>
              <a:gd name="T84" fmla="*/ 3350220 w 6873"/>
              <a:gd name="T85" fmla="*/ 1231351 h 1294"/>
              <a:gd name="T86" fmla="*/ 3144977 w 6873"/>
              <a:gd name="T87" fmla="*/ 1253081 h 1294"/>
              <a:gd name="T88" fmla="*/ 3146014 w 6873"/>
              <a:gd name="T89" fmla="*/ 615676 h 1294"/>
              <a:gd name="T90" fmla="*/ 2903455 w 6873"/>
              <a:gd name="T91" fmla="*/ 844355 h 1294"/>
              <a:gd name="T92" fmla="*/ 3123209 w 6873"/>
              <a:gd name="T93" fmla="*/ 777096 h 1294"/>
              <a:gd name="T94" fmla="*/ 3016442 w 6873"/>
              <a:gd name="T95" fmla="*/ 869189 h 1294"/>
              <a:gd name="T96" fmla="*/ 3058941 w 6873"/>
              <a:gd name="T97" fmla="*/ 652927 h 1294"/>
              <a:gd name="T98" fmla="*/ 3283879 w 6873"/>
              <a:gd name="T99" fmla="*/ 945760 h 1294"/>
              <a:gd name="T100" fmla="*/ 2695103 w 6873"/>
              <a:gd name="T101" fmla="*/ 1266533 h 1294"/>
              <a:gd name="T102" fmla="*/ 2433885 w 6873"/>
              <a:gd name="T103" fmla="*/ 983011 h 1294"/>
              <a:gd name="T104" fmla="*/ 2634981 w 6873"/>
              <a:gd name="T105" fmla="*/ 709838 h 1294"/>
              <a:gd name="T106" fmla="*/ 2449434 w 6873"/>
              <a:gd name="T107" fmla="*/ 772957 h 1294"/>
              <a:gd name="T108" fmla="*/ 2517848 w 6873"/>
              <a:gd name="T109" fmla="*/ 1251011 h 1294"/>
              <a:gd name="T110" fmla="*/ 2479494 w 6873"/>
              <a:gd name="T111" fmla="*/ 1264463 h 1294"/>
              <a:gd name="T112" fmla="*/ 1904194 w 6873"/>
              <a:gd name="T113" fmla="*/ 950934 h 1294"/>
              <a:gd name="T114" fmla="*/ 2090778 w 6873"/>
              <a:gd name="T115" fmla="*/ 646718 h 1294"/>
              <a:gd name="T116" fmla="*/ 1820231 w 6873"/>
              <a:gd name="T117" fmla="*/ 877467 h 1294"/>
              <a:gd name="T118" fmla="*/ 1221089 w 6873"/>
              <a:gd name="T119" fmla="*/ 1185822 h 1294"/>
              <a:gd name="T120" fmla="*/ 17622 w 6873"/>
              <a:gd name="T121" fmla="*/ 1289297 h 1294"/>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6873" h="1294">
                <a:moveTo>
                  <a:pt x="5058" y="775"/>
                </a:moveTo>
                <a:lnTo>
                  <a:pt x="5058" y="775"/>
                </a:lnTo>
                <a:cubicBezTo>
                  <a:pt x="5062" y="794"/>
                  <a:pt x="5065" y="824"/>
                  <a:pt x="5064" y="839"/>
                </a:cubicBezTo>
                <a:lnTo>
                  <a:pt x="5063" y="867"/>
                </a:lnTo>
                <a:lnTo>
                  <a:pt x="5010" y="840"/>
                </a:lnTo>
                <a:cubicBezTo>
                  <a:pt x="4981" y="825"/>
                  <a:pt x="4949" y="804"/>
                  <a:pt x="4939" y="795"/>
                </a:cubicBezTo>
                <a:cubicBezTo>
                  <a:pt x="4872" y="728"/>
                  <a:pt x="4885" y="625"/>
                  <a:pt x="4959" y="645"/>
                </a:cubicBezTo>
                <a:cubicBezTo>
                  <a:pt x="5003" y="657"/>
                  <a:pt x="5042" y="708"/>
                  <a:pt x="5058" y="775"/>
                </a:cubicBezTo>
                <a:close/>
                <a:moveTo>
                  <a:pt x="1933" y="795"/>
                </a:moveTo>
                <a:lnTo>
                  <a:pt x="1933" y="795"/>
                </a:lnTo>
                <a:cubicBezTo>
                  <a:pt x="1923" y="804"/>
                  <a:pt x="1891" y="826"/>
                  <a:pt x="1860" y="841"/>
                </a:cubicBezTo>
                <a:lnTo>
                  <a:pt x="1805" y="870"/>
                </a:lnTo>
                <a:lnTo>
                  <a:pt x="1809" y="826"/>
                </a:lnTo>
                <a:cubicBezTo>
                  <a:pt x="1812" y="770"/>
                  <a:pt x="1823" y="734"/>
                  <a:pt x="1845" y="700"/>
                </a:cubicBezTo>
                <a:cubicBezTo>
                  <a:pt x="1896" y="624"/>
                  <a:pt x="1977" y="623"/>
                  <a:pt x="1977" y="699"/>
                </a:cubicBezTo>
                <a:cubicBezTo>
                  <a:pt x="1977" y="730"/>
                  <a:pt x="1959" y="769"/>
                  <a:pt x="1933" y="795"/>
                </a:cubicBezTo>
                <a:close/>
                <a:moveTo>
                  <a:pt x="5761" y="1229"/>
                </a:moveTo>
                <a:lnTo>
                  <a:pt x="5761" y="1229"/>
                </a:lnTo>
                <a:cubicBezTo>
                  <a:pt x="5756" y="1233"/>
                  <a:pt x="5561" y="1234"/>
                  <a:pt x="5235" y="1234"/>
                </a:cubicBezTo>
                <a:lnTo>
                  <a:pt x="4718" y="1234"/>
                </a:lnTo>
                <a:lnTo>
                  <a:pt x="4774" y="1214"/>
                </a:lnTo>
                <a:cubicBezTo>
                  <a:pt x="4838" y="1191"/>
                  <a:pt x="4914" y="1153"/>
                  <a:pt x="4952" y="1126"/>
                </a:cubicBezTo>
                <a:cubicBezTo>
                  <a:pt x="5009" y="1085"/>
                  <a:pt x="5060" y="1026"/>
                  <a:pt x="5082" y="977"/>
                </a:cubicBezTo>
                <a:lnTo>
                  <a:pt x="5093" y="953"/>
                </a:lnTo>
                <a:lnTo>
                  <a:pt x="5139" y="976"/>
                </a:lnTo>
                <a:cubicBezTo>
                  <a:pt x="5296" y="1055"/>
                  <a:pt x="5718" y="1223"/>
                  <a:pt x="5758" y="1224"/>
                </a:cubicBezTo>
                <a:cubicBezTo>
                  <a:pt x="5767" y="1224"/>
                  <a:pt x="5768" y="1225"/>
                  <a:pt x="5761" y="1229"/>
                </a:cubicBezTo>
                <a:close/>
                <a:moveTo>
                  <a:pt x="3587" y="1227"/>
                </a:moveTo>
                <a:lnTo>
                  <a:pt x="3587" y="1227"/>
                </a:lnTo>
                <a:cubicBezTo>
                  <a:pt x="3601" y="1233"/>
                  <a:pt x="3579" y="1234"/>
                  <a:pt x="3437" y="1234"/>
                </a:cubicBezTo>
                <a:cubicBezTo>
                  <a:pt x="3294" y="1234"/>
                  <a:pt x="3271" y="1233"/>
                  <a:pt x="3285" y="1227"/>
                </a:cubicBezTo>
                <a:cubicBezTo>
                  <a:pt x="3304" y="1218"/>
                  <a:pt x="3348" y="1172"/>
                  <a:pt x="3376" y="1129"/>
                </a:cubicBezTo>
                <a:cubicBezTo>
                  <a:pt x="3391" y="1108"/>
                  <a:pt x="3402" y="1079"/>
                  <a:pt x="3415" y="1036"/>
                </a:cubicBezTo>
                <a:cubicBezTo>
                  <a:pt x="3425" y="1003"/>
                  <a:pt x="3434" y="975"/>
                  <a:pt x="3437" y="975"/>
                </a:cubicBezTo>
                <a:cubicBezTo>
                  <a:pt x="3438" y="975"/>
                  <a:pt x="3448" y="1003"/>
                  <a:pt x="3458" y="1036"/>
                </a:cubicBezTo>
                <a:cubicBezTo>
                  <a:pt x="3470" y="1079"/>
                  <a:pt x="3482" y="1108"/>
                  <a:pt x="3496" y="1129"/>
                </a:cubicBezTo>
                <a:cubicBezTo>
                  <a:pt x="3525" y="1172"/>
                  <a:pt x="3568" y="1218"/>
                  <a:pt x="3587" y="1227"/>
                </a:cubicBezTo>
                <a:lnTo>
                  <a:pt x="2098" y="1214"/>
                </a:lnTo>
                <a:lnTo>
                  <a:pt x="2154" y="1234"/>
                </a:lnTo>
                <a:lnTo>
                  <a:pt x="1637" y="1234"/>
                </a:lnTo>
                <a:cubicBezTo>
                  <a:pt x="1312" y="1234"/>
                  <a:pt x="1117" y="1233"/>
                  <a:pt x="1111" y="1229"/>
                </a:cubicBezTo>
                <a:cubicBezTo>
                  <a:pt x="1105" y="1225"/>
                  <a:pt x="1105" y="1224"/>
                  <a:pt x="1114" y="1224"/>
                </a:cubicBezTo>
                <a:cubicBezTo>
                  <a:pt x="1155" y="1223"/>
                  <a:pt x="1577" y="1055"/>
                  <a:pt x="1734" y="976"/>
                </a:cubicBezTo>
                <a:lnTo>
                  <a:pt x="1780" y="953"/>
                </a:lnTo>
                <a:lnTo>
                  <a:pt x="1790" y="977"/>
                </a:lnTo>
                <a:cubicBezTo>
                  <a:pt x="1812" y="1026"/>
                  <a:pt x="1864" y="1085"/>
                  <a:pt x="1921" y="1126"/>
                </a:cubicBezTo>
                <a:cubicBezTo>
                  <a:pt x="1959" y="1153"/>
                  <a:pt x="2035" y="1191"/>
                  <a:pt x="2098" y="1214"/>
                </a:cubicBezTo>
                <a:lnTo>
                  <a:pt x="3587" y="1227"/>
                </a:lnTo>
                <a:close/>
                <a:moveTo>
                  <a:pt x="1335" y="1286"/>
                </a:moveTo>
                <a:lnTo>
                  <a:pt x="1335" y="1286"/>
                </a:lnTo>
                <a:cubicBezTo>
                  <a:pt x="3392" y="1293"/>
                  <a:pt x="6829" y="1286"/>
                  <a:pt x="6852" y="1275"/>
                </a:cubicBezTo>
                <a:cubicBezTo>
                  <a:pt x="6871" y="1267"/>
                  <a:pt x="6872" y="1257"/>
                  <a:pt x="6856" y="1246"/>
                </a:cubicBezTo>
                <a:cubicBezTo>
                  <a:pt x="6843" y="1238"/>
                  <a:pt x="6815" y="1237"/>
                  <a:pt x="6502" y="1236"/>
                </a:cubicBezTo>
                <a:cubicBezTo>
                  <a:pt x="6143" y="1234"/>
                  <a:pt x="6078" y="1231"/>
                  <a:pt x="5949" y="1210"/>
                </a:cubicBezTo>
                <a:cubicBezTo>
                  <a:pt x="5839" y="1192"/>
                  <a:pt x="5816" y="1186"/>
                  <a:pt x="5695" y="1146"/>
                </a:cubicBezTo>
                <a:cubicBezTo>
                  <a:pt x="5507" y="1084"/>
                  <a:pt x="5365" y="1026"/>
                  <a:pt x="5203" y="945"/>
                </a:cubicBezTo>
                <a:lnTo>
                  <a:pt x="5114" y="900"/>
                </a:lnTo>
                <a:lnTo>
                  <a:pt x="5117" y="848"/>
                </a:lnTo>
                <a:cubicBezTo>
                  <a:pt x="5123" y="736"/>
                  <a:pt x="5081" y="639"/>
                  <a:pt x="5010" y="601"/>
                </a:cubicBezTo>
                <a:cubicBezTo>
                  <a:pt x="4978" y="584"/>
                  <a:pt x="4918" y="585"/>
                  <a:pt x="4885" y="603"/>
                </a:cubicBezTo>
                <a:cubicBezTo>
                  <a:pt x="4834" y="632"/>
                  <a:pt x="4812" y="696"/>
                  <a:pt x="4837" y="747"/>
                </a:cubicBezTo>
                <a:cubicBezTo>
                  <a:pt x="4856" y="787"/>
                  <a:pt x="4939" y="859"/>
                  <a:pt x="5036" y="919"/>
                </a:cubicBezTo>
                <a:cubicBezTo>
                  <a:pt x="5043" y="923"/>
                  <a:pt x="5043" y="926"/>
                  <a:pt x="5036" y="947"/>
                </a:cubicBezTo>
                <a:cubicBezTo>
                  <a:pt x="5020" y="992"/>
                  <a:pt x="4982" y="1036"/>
                  <a:pt x="4927" y="1074"/>
                </a:cubicBezTo>
                <a:cubicBezTo>
                  <a:pt x="4837" y="1135"/>
                  <a:pt x="4650" y="1197"/>
                  <a:pt x="4481" y="1222"/>
                </a:cubicBezTo>
                <a:cubicBezTo>
                  <a:pt x="4451" y="1225"/>
                  <a:pt x="4424" y="1229"/>
                  <a:pt x="4422" y="1229"/>
                </a:cubicBezTo>
                <a:cubicBezTo>
                  <a:pt x="4419" y="1229"/>
                  <a:pt x="4429" y="1220"/>
                  <a:pt x="4443" y="1209"/>
                </a:cubicBezTo>
                <a:cubicBezTo>
                  <a:pt x="4509" y="1156"/>
                  <a:pt x="4554" y="1087"/>
                  <a:pt x="4569" y="1014"/>
                </a:cubicBezTo>
                <a:cubicBezTo>
                  <a:pt x="4579" y="969"/>
                  <a:pt x="4579" y="946"/>
                  <a:pt x="4570" y="895"/>
                </a:cubicBezTo>
                <a:cubicBezTo>
                  <a:pt x="4558" y="826"/>
                  <a:pt x="4552" y="812"/>
                  <a:pt x="4509" y="747"/>
                </a:cubicBezTo>
                <a:cubicBezTo>
                  <a:pt x="4468" y="685"/>
                  <a:pt x="4433" y="648"/>
                  <a:pt x="4409" y="642"/>
                </a:cubicBezTo>
                <a:cubicBezTo>
                  <a:pt x="4373" y="633"/>
                  <a:pt x="4336" y="654"/>
                  <a:pt x="4330" y="686"/>
                </a:cubicBezTo>
                <a:cubicBezTo>
                  <a:pt x="4324" y="716"/>
                  <a:pt x="4336" y="733"/>
                  <a:pt x="4389" y="773"/>
                </a:cubicBezTo>
                <a:cubicBezTo>
                  <a:pt x="4445" y="814"/>
                  <a:pt x="4473" y="844"/>
                  <a:pt x="4503" y="890"/>
                </a:cubicBezTo>
                <a:cubicBezTo>
                  <a:pt x="4526" y="927"/>
                  <a:pt x="4530" y="954"/>
                  <a:pt x="4516" y="1005"/>
                </a:cubicBezTo>
                <a:cubicBezTo>
                  <a:pt x="4488" y="1111"/>
                  <a:pt x="4402" y="1189"/>
                  <a:pt x="4273" y="1224"/>
                </a:cubicBezTo>
                <a:cubicBezTo>
                  <a:pt x="4235" y="1234"/>
                  <a:pt x="4221" y="1235"/>
                  <a:pt x="4135" y="1233"/>
                </a:cubicBezTo>
                <a:cubicBezTo>
                  <a:pt x="4026" y="1230"/>
                  <a:pt x="3996" y="1224"/>
                  <a:pt x="3922" y="1187"/>
                </a:cubicBezTo>
                <a:cubicBezTo>
                  <a:pt x="3814" y="1133"/>
                  <a:pt x="3741" y="1042"/>
                  <a:pt x="3704" y="914"/>
                </a:cubicBezTo>
                <a:cubicBezTo>
                  <a:pt x="3684" y="844"/>
                  <a:pt x="3682" y="803"/>
                  <a:pt x="3696" y="766"/>
                </a:cubicBezTo>
                <a:cubicBezTo>
                  <a:pt x="3727" y="685"/>
                  <a:pt x="3832" y="622"/>
                  <a:pt x="3921" y="631"/>
                </a:cubicBezTo>
                <a:cubicBezTo>
                  <a:pt x="4017" y="642"/>
                  <a:pt x="4066" y="713"/>
                  <a:pt x="4029" y="791"/>
                </a:cubicBezTo>
                <a:cubicBezTo>
                  <a:pt x="4021" y="807"/>
                  <a:pt x="4008" y="826"/>
                  <a:pt x="3997" y="833"/>
                </a:cubicBezTo>
                <a:cubicBezTo>
                  <a:pt x="3979" y="847"/>
                  <a:pt x="3978" y="847"/>
                  <a:pt x="3963" y="840"/>
                </a:cubicBezTo>
                <a:cubicBezTo>
                  <a:pt x="3953" y="835"/>
                  <a:pt x="3940" y="820"/>
                  <a:pt x="3932" y="807"/>
                </a:cubicBezTo>
                <a:cubicBezTo>
                  <a:pt x="3911" y="771"/>
                  <a:pt x="3886" y="751"/>
                  <a:pt x="3860" y="751"/>
                </a:cubicBezTo>
                <a:cubicBezTo>
                  <a:pt x="3832" y="751"/>
                  <a:pt x="3821" y="759"/>
                  <a:pt x="3814" y="778"/>
                </a:cubicBezTo>
                <a:cubicBezTo>
                  <a:pt x="3796" y="828"/>
                  <a:pt x="3868" y="900"/>
                  <a:pt x="3936" y="900"/>
                </a:cubicBezTo>
                <a:cubicBezTo>
                  <a:pt x="4022" y="900"/>
                  <a:pt x="4087" y="835"/>
                  <a:pt x="4086" y="749"/>
                </a:cubicBezTo>
                <a:cubicBezTo>
                  <a:pt x="4086" y="670"/>
                  <a:pt x="4034" y="611"/>
                  <a:pt x="3947" y="593"/>
                </a:cubicBezTo>
                <a:cubicBezTo>
                  <a:pt x="3842" y="571"/>
                  <a:pt x="3721" y="624"/>
                  <a:pt x="3667" y="716"/>
                </a:cubicBezTo>
                <a:cubicBezTo>
                  <a:pt x="3609" y="817"/>
                  <a:pt x="3626" y="967"/>
                  <a:pt x="3710" y="1084"/>
                </a:cubicBezTo>
                <a:cubicBezTo>
                  <a:pt x="3743" y="1129"/>
                  <a:pt x="3796" y="1182"/>
                  <a:pt x="3839" y="1211"/>
                </a:cubicBezTo>
                <a:lnTo>
                  <a:pt x="3874" y="1234"/>
                </a:lnTo>
                <a:lnTo>
                  <a:pt x="3813" y="1234"/>
                </a:lnTo>
                <a:cubicBezTo>
                  <a:pt x="3734" y="1234"/>
                  <a:pt x="3701" y="1225"/>
                  <a:pt x="3640" y="1190"/>
                </a:cubicBezTo>
                <a:cubicBezTo>
                  <a:pt x="3573" y="1149"/>
                  <a:pt x="3534" y="1103"/>
                  <a:pt x="3512" y="1033"/>
                </a:cubicBezTo>
                <a:cubicBezTo>
                  <a:pt x="3500" y="999"/>
                  <a:pt x="3498" y="983"/>
                  <a:pt x="3498" y="929"/>
                </a:cubicBezTo>
                <a:cubicBezTo>
                  <a:pt x="3498" y="874"/>
                  <a:pt x="3500" y="857"/>
                  <a:pt x="3514" y="800"/>
                </a:cubicBezTo>
                <a:cubicBezTo>
                  <a:pt x="3534" y="727"/>
                  <a:pt x="3572" y="624"/>
                  <a:pt x="3599" y="571"/>
                </a:cubicBezTo>
                <a:cubicBezTo>
                  <a:pt x="3616" y="536"/>
                  <a:pt x="3616" y="536"/>
                  <a:pt x="3606" y="523"/>
                </a:cubicBezTo>
                <a:cubicBezTo>
                  <a:pt x="3594" y="507"/>
                  <a:pt x="3572" y="450"/>
                  <a:pt x="3549" y="380"/>
                </a:cubicBezTo>
                <a:cubicBezTo>
                  <a:pt x="3533" y="332"/>
                  <a:pt x="3468" y="104"/>
                  <a:pt x="3461" y="75"/>
                </a:cubicBezTo>
                <a:cubicBezTo>
                  <a:pt x="3461" y="72"/>
                  <a:pt x="3458" y="66"/>
                  <a:pt x="3456" y="62"/>
                </a:cubicBezTo>
                <a:cubicBezTo>
                  <a:pt x="3453" y="59"/>
                  <a:pt x="3453" y="54"/>
                  <a:pt x="3455" y="51"/>
                </a:cubicBezTo>
                <a:cubicBezTo>
                  <a:pt x="3456" y="49"/>
                  <a:pt x="3455" y="44"/>
                  <a:pt x="3452" y="43"/>
                </a:cubicBezTo>
                <a:cubicBezTo>
                  <a:pt x="3449" y="41"/>
                  <a:pt x="3448" y="36"/>
                  <a:pt x="3449" y="32"/>
                </a:cubicBezTo>
                <a:cubicBezTo>
                  <a:pt x="3450" y="29"/>
                  <a:pt x="3450" y="24"/>
                  <a:pt x="3448" y="21"/>
                </a:cubicBezTo>
                <a:cubicBezTo>
                  <a:pt x="3446" y="20"/>
                  <a:pt x="3444" y="14"/>
                  <a:pt x="3444" y="9"/>
                </a:cubicBezTo>
                <a:cubicBezTo>
                  <a:pt x="3444" y="4"/>
                  <a:pt x="3441" y="0"/>
                  <a:pt x="3437" y="0"/>
                </a:cubicBezTo>
                <a:cubicBezTo>
                  <a:pt x="3432" y="0"/>
                  <a:pt x="3428" y="4"/>
                  <a:pt x="3428" y="9"/>
                </a:cubicBezTo>
                <a:cubicBezTo>
                  <a:pt x="3428" y="14"/>
                  <a:pt x="3427" y="20"/>
                  <a:pt x="3425" y="21"/>
                </a:cubicBezTo>
                <a:cubicBezTo>
                  <a:pt x="3423" y="24"/>
                  <a:pt x="3422" y="29"/>
                  <a:pt x="3423" y="32"/>
                </a:cubicBezTo>
                <a:cubicBezTo>
                  <a:pt x="3425" y="36"/>
                  <a:pt x="3423" y="41"/>
                  <a:pt x="3421" y="43"/>
                </a:cubicBezTo>
                <a:cubicBezTo>
                  <a:pt x="3418" y="44"/>
                  <a:pt x="3417" y="49"/>
                  <a:pt x="3418" y="51"/>
                </a:cubicBezTo>
                <a:cubicBezTo>
                  <a:pt x="3420" y="54"/>
                  <a:pt x="3419" y="59"/>
                  <a:pt x="3417" y="62"/>
                </a:cubicBezTo>
                <a:cubicBezTo>
                  <a:pt x="3415" y="66"/>
                  <a:pt x="3412" y="72"/>
                  <a:pt x="3411" y="75"/>
                </a:cubicBezTo>
                <a:cubicBezTo>
                  <a:pt x="3405" y="104"/>
                  <a:pt x="3340" y="332"/>
                  <a:pt x="3324" y="380"/>
                </a:cubicBezTo>
                <a:cubicBezTo>
                  <a:pt x="3301" y="450"/>
                  <a:pt x="3278" y="507"/>
                  <a:pt x="3267" y="523"/>
                </a:cubicBezTo>
                <a:cubicBezTo>
                  <a:pt x="3257" y="536"/>
                  <a:pt x="3257" y="536"/>
                  <a:pt x="3274" y="571"/>
                </a:cubicBezTo>
                <a:cubicBezTo>
                  <a:pt x="3301" y="624"/>
                  <a:pt x="3339" y="727"/>
                  <a:pt x="3358" y="800"/>
                </a:cubicBezTo>
                <a:cubicBezTo>
                  <a:pt x="3373" y="857"/>
                  <a:pt x="3375" y="874"/>
                  <a:pt x="3375" y="929"/>
                </a:cubicBezTo>
                <a:cubicBezTo>
                  <a:pt x="3375" y="983"/>
                  <a:pt x="3372" y="999"/>
                  <a:pt x="3361" y="1033"/>
                </a:cubicBezTo>
                <a:cubicBezTo>
                  <a:pt x="3338" y="1103"/>
                  <a:pt x="3300" y="1149"/>
                  <a:pt x="3232" y="1190"/>
                </a:cubicBezTo>
                <a:cubicBezTo>
                  <a:pt x="3171" y="1225"/>
                  <a:pt x="3138" y="1234"/>
                  <a:pt x="3059" y="1234"/>
                </a:cubicBezTo>
                <a:lnTo>
                  <a:pt x="2998" y="1234"/>
                </a:lnTo>
                <a:lnTo>
                  <a:pt x="3034" y="1211"/>
                </a:lnTo>
                <a:cubicBezTo>
                  <a:pt x="3076" y="1182"/>
                  <a:pt x="3130" y="1129"/>
                  <a:pt x="3163" y="1084"/>
                </a:cubicBezTo>
                <a:cubicBezTo>
                  <a:pt x="3247" y="967"/>
                  <a:pt x="3264" y="817"/>
                  <a:pt x="3205" y="716"/>
                </a:cubicBezTo>
                <a:cubicBezTo>
                  <a:pt x="3172" y="659"/>
                  <a:pt x="3108" y="614"/>
                  <a:pt x="3035" y="595"/>
                </a:cubicBezTo>
                <a:cubicBezTo>
                  <a:pt x="2936" y="569"/>
                  <a:pt x="2833" y="610"/>
                  <a:pt x="2797" y="687"/>
                </a:cubicBezTo>
                <a:cubicBezTo>
                  <a:pt x="2781" y="725"/>
                  <a:pt x="2782" y="777"/>
                  <a:pt x="2801" y="816"/>
                </a:cubicBezTo>
                <a:cubicBezTo>
                  <a:pt x="2827" y="870"/>
                  <a:pt x="2877" y="900"/>
                  <a:pt x="2937" y="900"/>
                </a:cubicBezTo>
                <a:cubicBezTo>
                  <a:pt x="3004" y="900"/>
                  <a:pt x="3076" y="828"/>
                  <a:pt x="3059" y="778"/>
                </a:cubicBezTo>
                <a:cubicBezTo>
                  <a:pt x="3052" y="759"/>
                  <a:pt x="3040" y="751"/>
                  <a:pt x="3013" y="751"/>
                </a:cubicBezTo>
                <a:cubicBezTo>
                  <a:pt x="2987" y="751"/>
                  <a:pt x="2961" y="771"/>
                  <a:pt x="2940" y="807"/>
                </a:cubicBezTo>
                <a:cubicBezTo>
                  <a:pt x="2933" y="820"/>
                  <a:pt x="2919" y="835"/>
                  <a:pt x="2910" y="840"/>
                </a:cubicBezTo>
                <a:cubicBezTo>
                  <a:pt x="2894" y="847"/>
                  <a:pt x="2893" y="847"/>
                  <a:pt x="2875" y="833"/>
                </a:cubicBezTo>
                <a:cubicBezTo>
                  <a:pt x="2865" y="826"/>
                  <a:pt x="2851" y="807"/>
                  <a:pt x="2844" y="791"/>
                </a:cubicBezTo>
                <a:cubicBezTo>
                  <a:pt x="2807" y="713"/>
                  <a:pt x="2855" y="642"/>
                  <a:pt x="2951" y="631"/>
                </a:cubicBezTo>
                <a:cubicBezTo>
                  <a:pt x="3040" y="622"/>
                  <a:pt x="3146" y="685"/>
                  <a:pt x="3176" y="766"/>
                </a:cubicBezTo>
                <a:cubicBezTo>
                  <a:pt x="3190" y="803"/>
                  <a:pt x="3188" y="844"/>
                  <a:pt x="3168" y="914"/>
                </a:cubicBezTo>
                <a:cubicBezTo>
                  <a:pt x="3131" y="1042"/>
                  <a:pt x="3059" y="1133"/>
                  <a:pt x="2951" y="1187"/>
                </a:cubicBezTo>
                <a:cubicBezTo>
                  <a:pt x="2877" y="1224"/>
                  <a:pt x="2846" y="1230"/>
                  <a:pt x="2738" y="1233"/>
                </a:cubicBezTo>
                <a:cubicBezTo>
                  <a:pt x="2651" y="1235"/>
                  <a:pt x="2638" y="1234"/>
                  <a:pt x="2600" y="1224"/>
                </a:cubicBezTo>
                <a:cubicBezTo>
                  <a:pt x="2577" y="1218"/>
                  <a:pt x="2537" y="1203"/>
                  <a:pt x="2513" y="1192"/>
                </a:cubicBezTo>
                <a:cubicBezTo>
                  <a:pt x="2417" y="1144"/>
                  <a:pt x="2348" y="1044"/>
                  <a:pt x="2348" y="950"/>
                </a:cubicBezTo>
                <a:cubicBezTo>
                  <a:pt x="2348" y="928"/>
                  <a:pt x="2352" y="918"/>
                  <a:pt x="2369" y="890"/>
                </a:cubicBezTo>
                <a:cubicBezTo>
                  <a:pt x="2399" y="844"/>
                  <a:pt x="2428" y="814"/>
                  <a:pt x="2484" y="773"/>
                </a:cubicBezTo>
                <a:cubicBezTo>
                  <a:pt x="2537" y="733"/>
                  <a:pt x="2549" y="716"/>
                  <a:pt x="2542" y="686"/>
                </a:cubicBezTo>
                <a:cubicBezTo>
                  <a:pt x="2537" y="654"/>
                  <a:pt x="2499" y="633"/>
                  <a:pt x="2464" y="642"/>
                </a:cubicBezTo>
                <a:cubicBezTo>
                  <a:pt x="2440" y="648"/>
                  <a:pt x="2405" y="685"/>
                  <a:pt x="2363" y="747"/>
                </a:cubicBezTo>
                <a:cubicBezTo>
                  <a:pt x="2320" y="812"/>
                  <a:pt x="2315" y="826"/>
                  <a:pt x="2302" y="895"/>
                </a:cubicBezTo>
                <a:cubicBezTo>
                  <a:pt x="2294" y="946"/>
                  <a:pt x="2294" y="969"/>
                  <a:pt x="2303" y="1014"/>
                </a:cubicBezTo>
                <a:cubicBezTo>
                  <a:pt x="2318" y="1087"/>
                  <a:pt x="2363" y="1156"/>
                  <a:pt x="2429" y="1209"/>
                </a:cubicBezTo>
                <a:cubicBezTo>
                  <a:pt x="2443" y="1220"/>
                  <a:pt x="2453" y="1229"/>
                  <a:pt x="2451" y="1229"/>
                </a:cubicBezTo>
                <a:cubicBezTo>
                  <a:pt x="2449" y="1229"/>
                  <a:pt x="2421" y="1225"/>
                  <a:pt x="2392" y="1222"/>
                </a:cubicBezTo>
                <a:cubicBezTo>
                  <a:pt x="2222" y="1197"/>
                  <a:pt x="2035" y="1135"/>
                  <a:pt x="1946" y="1074"/>
                </a:cubicBezTo>
                <a:cubicBezTo>
                  <a:pt x="1890" y="1036"/>
                  <a:pt x="1852" y="992"/>
                  <a:pt x="1837" y="947"/>
                </a:cubicBezTo>
                <a:cubicBezTo>
                  <a:pt x="1829" y="926"/>
                  <a:pt x="1829" y="923"/>
                  <a:pt x="1837" y="919"/>
                </a:cubicBezTo>
                <a:cubicBezTo>
                  <a:pt x="1931" y="860"/>
                  <a:pt x="2016" y="787"/>
                  <a:pt x="2035" y="749"/>
                </a:cubicBezTo>
                <a:cubicBezTo>
                  <a:pt x="2054" y="710"/>
                  <a:pt x="2046" y="655"/>
                  <a:pt x="2017" y="625"/>
                </a:cubicBezTo>
                <a:cubicBezTo>
                  <a:pt x="1995" y="601"/>
                  <a:pt x="1967" y="590"/>
                  <a:pt x="1924" y="590"/>
                </a:cubicBezTo>
                <a:cubicBezTo>
                  <a:pt x="1876" y="590"/>
                  <a:pt x="1852" y="601"/>
                  <a:pt x="1818" y="638"/>
                </a:cubicBezTo>
                <a:cubicBezTo>
                  <a:pt x="1773" y="686"/>
                  <a:pt x="1751" y="761"/>
                  <a:pt x="1756" y="848"/>
                </a:cubicBezTo>
                <a:lnTo>
                  <a:pt x="1759" y="900"/>
                </a:lnTo>
                <a:lnTo>
                  <a:pt x="1670" y="945"/>
                </a:lnTo>
                <a:cubicBezTo>
                  <a:pt x="1507" y="1026"/>
                  <a:pt x="1366" y="1084"/>
                  <a:pt x="1178" y="1146"/>
                </a:cubicBezTo>
                <a:cubicBezTo>
                  <a:pt x="1057" y="1186"/>
                  <a:pt x="1033" y="1192"/>
                  <a:pt x="923" y="1210"/>
                </a:cubicBezTo>
                <a:cubicBezTo>
                  <a:pt x="795" y="1231"/>
                  <a:pt x="730" y="1234"/>
                  <a:pt x="371" y="1236"/>
                </a:cubicBezTo>
                <a:cubicBezTo>
                  <a:pt x="57" y="1237"/>
                  <a:pt x="30" y="1238"/>
                  <a:pt x="17" y="1246"/>
                </a:cubicBezTo>
                <a:cubicBezTo>
                  <a:pt x="0" y="1257"/>
                  <a:pt x="2" y="1268"/>
                  <a:pt x="23" y="1277"/>
                </a:cubicBezTo>
                <a:cubicBezTo>
                  <a:pt x="32" y="1280"/>
                  <a:pt x="455" y="1283"/>
                  <a:pt x="1335" y="1286"/>
                </a:cubicBezTo>
                <a:close/>
              </a:path>
            </a:pathLst>
          </a:custGeom>
          <a:solidFill>
            <a:schemeClr val="accent4"/>
          </a:solidFill>
          <a:ln>
            <a:noFill/>
          </a:ln>
          <a:effectLst/>
        </p:spPr>
        <p:txBody>
          <a:bodyPr wrap="none" anchor="ctr"/>
          <a:lstStyle/>
          <a:p>
            <a:endParaRPr lang="es-ES_tradnl" sz="2400"/>
          </a:p>
        </p:txBody>
      </p:sp>
      <p:sp>
        <p:nvSpPr>
          <p:cNvPr id="452" name="Freeform 12">
            <a:extLst>
              <a:ext uri="{FF2B5EF4-FFF2-40B4-BE49-F238E27FC236}">
                <a16:creationId xmlns:a16="http://schemas.microsoft.com/office/drawing/2014/main" id="{2DE97667-2BED-2946-9087-5A8DA03B02FF}"/>
              </a:ext>
            </a:extLst>
          </p:cNvPr>
          <p:cNvSpPr>
            <a:spLocks noChangeAspect="1" noChangeArrowheads="1"/>
          </p:cNvSpPr>
          <p:nvPr/>
        </p:nvSpPr>
        <p:spPr bwMode="auto">
          <a:xfrm rot="10800000">
            <a:off x="1729626" y="4913597"/>
            <a:ext cx="3560436" cy="725204"/>
          </a:xfrm>
          <a:custGeom>
            <a:avLst/>
            <a:gdLst>
              <a:gd name="T0" fmla="*/ 5193255 w 6873"/>
              <a:gd name="T1" fmla="*/ 869189 h 1294"/>
              <a:gd name="T2" fmla="*/ 5140390 w 6873"/>
              <a:gd name="T3" fmla="*/ 667413 h 1294"/>
              <a:gd name="T4" fmla="*/ 1871023 w 6873"/>
              <a:gd name="T5" fmla="*/ 900231 h 1294"/>
              <a:gd name="T6" fmla="*/ 2049315 w 6873"/>
              <a:gd name="T7" fmla="*/ 723289 h 1294"/>
              <a:gd name="T8" fmla="*/ 5426485 w 6873"/>
              <a:gd name="T9" fmla="*/ 1276880 h 1294"/>
              <a:gd name="T10" fmla="*/ 5133134 w 6873"/>
              <a:gd name="T11" fmla="*/ 1165127 h 1294"/>
              <a:gd name="T12" fmla="*/ 5968616 w 6873"/>
              <a:gd name="T13" fmla="*/ 1266533 h 1294"/>
              <a:gd name="T14" fmla="*/ 3562718 w 6873"/>
              <a:gd name="T15" fmla="*/ 1276880 h 1294"/>
              <a:gd name="T16" fmla="*/ 3499487 w 6873"/>
              <a:gd name="T17" fmla="*/ 1168231 h 1294"/>
              <a:gd name="T18" fmla="*/ 3584486 w 6873"/>
              <a:gd name="T19" fmla="*/ 1072000 h 1294"/>
              <a:gd name="T20" fmla="*/ 2174740 w 6873"/>
              <a:gd name="T21" fmla="*/ 1256185 h 1294"/>
              <a:gd name="T22" fmla="*/ 1151638 w 6873"/>
              <a:gd name="T23" fmla="*/ 1271706 h 1294"/>
              <a:gd name="T24" fmla="*/ 1855474 w 6873"/>
              <a:gd name="T25" fmla="*/ 1010950 h 1294"/>
              <a:gd name="T26" fmla="*/ 3718205 w 6873"/>
              <a:gd name="T27" fmla="*/ 1269637 h 1294"/>
              <a:gd name="T28" fmla="*/ 7106778 w 6873"/>
              <a:gd name="T29" fmla="*/ 1289297 h 1294"/>
              <a:gd name="T30" fmla="*/ 6166602 w 6873"/>
              <a:gd name="T31" fmla="*/ 1252046 h 1294"/>
              <a:gd name="T32" fmla="*/ 5304169 w 6873"/>
              <a:gd name="T33" fmla="*/ 877467 h 1294"/>
              <a:gd name="T34" fmla="*/ 5063683 w 6873"/>
              <a:gd name="T35" fmla="*/ 623954 h 1294"/>
              <a:gd name="T36" fmla="*/ 5220206 w 6873"/>
              <a:gd name="T37" fmla="*/ 979907 h 1294"/>
              <a:gd name="T38" fmla="*/ 4644906 w 6873"/>
              <a:gd name="T39" fmla="*/ 1264463 h 1294"/>
              <a:gd name="T40" fmla="*/ 4736124 w 6873"/>
              <a:gd name="T41" fmla="*/ 1049235 h 1294"/>
              <a:gd name="T42" fmla="*/ 4673930 w 6873"/>
              <a:gd name="T43" fmla="*/ 772957 h 1294"/>
              <a:gd name="T44" fmla="*/ 4549540 w 6873"/>
              <a:gd name="T45" fmla="*/ 799861 h 1294"/>
              <a:gd name="T46" fmla="*/ 4681186 w 6873"/>
              <a:gd name="T47" fmla="*/ 1039923 h 1294"/>
              <a:gd name="T48" fmla="*/ 4065459 w 6873"/>
              <a:gd name="T49" fmla="*/ 1228247 h 1294"/>
              <a:gd name="T50" fmla="*/ 3831192 w 6873"/>
              <a:gd name="T51" fmla="*/ 792618 h 1294"/>
              <a:gd name="T52" fmla="*/ 4143202 w 6873"/>
              <a:gd name="T53" fmla="*/ 861946 h 1294"/>
              <a:gd name="T54" fmla="*/ 4075824 w 6873"/>
              <a:gd name="T55" fmla="*/ 835042 h 1294"/>
              <a:gd name="T56" fmla="*/ 4079971 w 6873"/>
              <a:gd name="T57" fmla="*/ 931274 h 1294"/>
              <a:gd name="T58" fmla="*/ 4091373 w 6873"/>
              <a:gd name="T59" fmla="*/ 613606 h 1294"/>
              <a:gd name="T60" fmla="*/ 3979423 w 6873"/>
              <a:gd name="T61" fmla="*/ 1253081 h 1294"/>
              <a:gd name="T62" fmla="*/ 3773144 w 6873"/>
              <a:gd name="T63" fmla="*/ 1231351 h 1294"/>
              <a:gd name="T64" fmla="*/ 3642535 w 6873"/>
              <a:gd name="T65" fmla="*/ 827799 h 1294"/>
              <a:gd name="T66" fmla="*/ 3737900 w 6873"/>
              <a:gd name="T67" fmla="*/ 541174 h 1294"/>
              <a:gd name="T68" fmla="*/ 3582413 w 6873"/>
              <a:gd name="T69" fmla="*/ 64154 h 1294"/>
              <a:gd name="T70" fmla="*/ 3578267 w 6873"/>
              <a:gd name="T71" fmla="*/ 44494 h 1294"/>
              <a:gd name="T72" fmla="*/ 3569974 w 6873"/>
              <a:gd name="T73" fmla="*/ 9313 h 1294"/>
              <a:gd name="T74" fmla="*/ 3553389 w 6873"/>
              <a:gd name="T75" fmla="*/ 9313 h 1294"/>
              <a:gd name="T76" fmla="*/ 3546133 w 6873"/>
              <a:gd name="T77" fmla="*/ 44494 h 1294"/>
              <a:gd name="T78" fmla="*/ 3541987 w 6873"/>
              <a:gd name="T79" fmla="*/ 64154 h 1294"/>
              <a:gd name="T80" fmla="*/ 3386500 w 6873"/>
              <a:gd name="T81" fmla="*/ 541174 h 1294"/>
              <a:gd name="T82" fmla="*/ 3480829 w 6873"/>
              <a:gd name="T83" fmla="*/ 827799 h 1294"/>
              <a:gd name="T84" fmla="*/ 3350220 w 6873"/>
              <a:gd name="T85" fmla="*/ 1231351 h 1294"/>
              <a:gd name="T86" fmla="*/ 3144977 w 6873"/>
              <a:gd name="T87" fmla="*/ 1253081 h 1294"/>
              <a:gd name="T88" fmla="*/ 3146014 w 6873"/>
              <a:gd name="T89" fmla="*/ 615676 h 1294"/>
              <a:gd name="T90" fmla="*/ 2903455 w 6873"/>
              <a:gd name="T91" fmla="*/ 844355 h 1294"/>
              <a:gd name="T92" fmla="*/ 3123209 w 6873"/>
              <a:gd name="T93" fmla="*/ 777096 h 1294"/>
              <a:gd name="T94" fmla="*/ 3016442 w 6873"/>
              <a:gd name="T95" fmla="*/ 869189 h 1294"/>
              <a:gd name="T96" fmla="*/ 3058941 w 6873"/>
              <a:gd name="T97" fmla="*/ 652927 h 1294"/>
              <a:gd name="T98" fmla="*/ 3283879 w 6873"/>
              <a:gd name="T99" fmla="*/ 945760 h 1294"/>
              <a:gd name="T100" fmla="*/ 2695103 w 6873"/>
              <a:gd name="T101" fmla="*/ 1266533 h 1294"/>
              <a:gd name="T102" fmla="*/ 2433885 w 6873"/>
              <a:gd name="T103" fmla="*/ 983011 h 1294"/>
              <a:gd name="T104" fmla="*/ 2634981 w 6873"/>
              <a:gd name="T105" fmla="*/ 709838 h 1294"/>
              <a:gd name="T106" fmla="*/ 2449434 w 6873"/>
              <a:gd name="T107" fmla="*/ 772957 h 1294"/>
              <a:gd name="T108" fmla="*/ 2517848 w 6873"/>
              <a:gd name="T109" fmla="*/ 1251011 h 1294"/>
              <a:gd name="T110" fmla="*/ 2479494 w 6873"/>
              <a:gd name="T111" fmla="*/ 1264463 h 1294"/>
              <a:gd name="T112" fmla="*/ 1904194 w 6873"/>
              <a:gd name="T113" fmla="*/ 950934 h 1294"/>
              <a:gd name="T114" fmla="*/ 2090778 w 6873"/>
              <a:gd name="T115" fmla="*/ 646718 h 1294"/>
              <a:gd name="T116" fmla="*/ 1820231 w 6873"/>
              <a:gd name="T117" fmla="*/ 877467 h 1294"/>
              <a:gd name="T118" fmla="*/ 1221089 w 6873"/>
              <a:gd name="T119" fmla="*/ 1185822 h 1294"/>
              <a:gd name="T120" fmla="*/ 17622 w 6873"/>
              <a:gd name="T121" fmla="*/ 1289297 h 1294"/>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6873" h="1294">
                <a:moveTo>
                  <a:pt x="5058" y="775"/>
                </a:moveTo>
                <a:lnTo>
                  <a:pt x="5058" y="775"/>
                </a:lnTo>
                <a:cubicBezTo>
                  <a:pt x="5062" y="794"/>
                  <a:pt x="5065" y="824"/>
                  <a:pt x="5064" y="839"/>
                </a:cubicBezTo>
                <a:lnTo>
                  <a:pt x="5063" y="867"/>
                </a:lnTo>
                <a:lnTo>
                  <a:pt x="5010" y="840"/>
                </a:lnTo>
                <a:cubicBezTo>
                  <a:pt x="4981" y="825"/>
                  <a:pt x="4949" y="804"/>
                  <a:pt x="4939" y="795"/>
                </a:cubicBezTo>
                <a:cubicBezTo>
                  <a:pt x="4872" y="728"/>
                  <a:pt x="4885" y="625"/>
                  <a:pt x="4959" y="645"/>
                </a:cubicBezTo>
                <a:cubicBezTo>
                  <a:pt x="5003" y="657"/>
                  <a:pt x="5042" y="708"/>
                  <a:pt x="5058" y="775"/>
                </a:cubicBezTo>
                <a:close/>
                <a:moveTo>
                  <a:pt x="1933" y="795"/>
                </a:moveTo>
                <a:lnTo>
                  <a:pt x="1933" y="795"/>
                </a:lnTo>
                <a:cubicBezTo>
                  <a:pt x="1923" y="804"/>
                  <a:pt x="1891" y="826"/>
                  <a:pt x="1860" y="841"/>
                </a:cubicBezTo>
                <a:lnTo>
                  <a:pt x="1805" y="870"/>
                </a:lnTo>
                <a:lnTo>
                  <a:pt x="1809" y="826"/>
                </a:lnTo>
                <a:cubicBezTo>
                  <a:pt x="1812" y="770"/>
                  <a:pt x="1823" y="734"/>
                  <a:pt x="1845" y="700"/>
                </a:cubicBezTo>
                <a:cubicBezTo>
                  <a:pt x="1896" y="624"/>
                  <a:pt x="1977" y="623"/>
                  <a:pt x="1977" y="699"/>
                </a:cubicBezTo>
                <a:cubicBezTo>
                  <a:pt x="1977" y="730"/>
                  <a:pt x="1959" y="769"/>
                  <a:pt x="1933" y="795"/>
                </a:cubicBezTo>
                <a:close/>
                <a:moveTo>
                  <a:pt x="5761" y="1229"/>
                </a:moveTo>
                <a:lnTo>
                  <a:pt x="5761" y="1229"/>
                </a:lnTo>
                <a:cubicBezTo>
                  <a:pt x="5756" y="1233"/>
                  <a:pt x="5561" y="1234"/>
                  <a:pt x="5235" y="1234"/>
                </a:cubicBezTo>
                <a:lnTo>
                  <a:pt x="4718" y="1234"/>
                </a:lnTo>
                <a:lnTo>
                  <a:pt x="4774" y="1214"/>
                </a:lnTo>
                <a:cubicBezTo>
                  <a:pt x="4838" y="1191"/>
                  <a:pt x="4914" y="1153"/>
                  <a:pt x="4952" y="1126"/>
                </a:cubicBezTo>
                <a:cubicBezTo>
                  <a:pt x="5009" y="1085"/>
                  <a:pt x="5060" y="1026"/>
                  <a:pt x="5082" y="977"/>
                </a:cubicBezTo>
                <a:lnTo>
                  <a:pt x="5093" y="953"/>
                </a:lnTo>
                <a:lnTo>
                  <a:pt x="5139" y="976"/>
                </a:lnTo>
                <a:cubicBezTo>
                  <a:pt x="5296" y="1055"/>
                  <a:pt x="5718" y="1223"/>
                  <a:pt x="5758" y="1224"/>
                </a:cubicBezTo>
                <a:cubicBezTo>
                  <a:pt x="5767" y="1224"/>
                  <a:pt x="5768" y="1225"/>
                  <a:pt x="5761" y="1229"/>
                </a:cubicBezTo>
                <a:close/>
                <a:moveTo>
                  <a:pt x="3587" y="1227"/>
                </a:moveTo>
                <a:lnTo>
                  <a:pt x="3587" y="1227"/>
                </a:lnTo>
                <a:cubicBezTo>
                  <a:pt x="3601" y="1233"/>
                  <a:pt x="3579" y="1234"/>
                  <a:pt x="3437" y="1234"/>
                </a:cubicBezTo>
                <a:cubicBezTo>
                  <a:pt x="3294" y="1234"/>
                  <a:pt x="3271" y="1233"/>
                  <a:pt x="3285" y="1227"/>
                </a:cubicBezTo>
                <a:cubicBezTo>
                  <a:pt x="3304" y="1218"/>
                  <a:pt x="3348" y="1172"/>
                  <a:pt x="3376" y="1129"/>
                </a:cubicBezTo>
                <a:cubicBezTo>
                  <a:pt x="3391" y="1108"/>
                  <a:pt x="3402" y="1079"/>
                  <a:pt x="3415" y="1036"/>
                </a:cubicBezTo>
                <a:cubicBezTo>
                  <a:pt x="3425" y="1003"/>
                  <a:pt x="3434" y="975"/>
                  <a:pt x="3437" y="975"/>
                </a:cubicBezTo>
                <a:cubicBezTo>
                  <a:pt x="3438" y="975"/>
                  <a:pt x="3448" y="1003"/>
                  <a:pt x="3458" y="1036"/>
                </a:cubicBezTo>
                <a:cubicBezTo>
                  <a:pt x="3470" y="1079"/>
                  <a:pt x="3482" y="1108"/>
                  <a:pt x="3496" y="1129"/>
                </a:cubicBezTo>
                <a:cubicBezTo>
                  <a:pt x="3525" y="1172"/>
                  <a:pt x="3568" y="1218"/>
                  <a:pt x="3587" y="1227"/>
                </a:cubicBezTo>
                <a:lnTo>
                  <a:pt x="2098" y="1214"/>
                </a:lnTo>
                <a:lnTo>
                  <a:pt x="2154" y="1234"/>
                </a:lnTo>
                <a:lnTo>
                  <a:pt x="1637" y="1234"/>
                </a:lnTo>
                <a:cubicBezTo>
                  <a:pt x="1312" y="1234"/>
                  <a:pt x="1117" y="1233"/>
                  <a:pt x="1111" y="1229"/>
                </a:cubicBezTo>
                <a:cubicBezTo>
                  <a:pt x="1105" y="1225"/>
                  <a:pt x="1105" y="1224"/>
                  <a:pt x="1114" y="1224"/>
                </a:cubicBezTo>
                <a:cubicBezTo>
                  <a:pt x="1155" y="1223"/>
                  <a:pt x="1577" y="1055"/>
                  <a:pt x="1734" y="976"/>
                </a:cubicBezTo>
                <a:lnTo>
                  <a:pt x="1780" y="953"/>
                </a:lnTo>
                <a:lnTo>
                  <a:pt x="1790" y="977"/>
                </a:lnTo>
                <a:cubicBezTo>
                  <a:pt x="1812" y="1026"/>
                  <a:pt x="1864" y="1085"/>
                  <a:pt x="1921" y="1126"/>
                </a:cubicBezTo>
                <a:cubicBezTo>
                  <a:pt x="1959" y="1153"/>
                  <a:pt x="2035" y="1191"/>
                  <a:pt x="2098" y="1214"/>
                </a:cubicBezTo>
                <a:lnTo>
                  <a:pt x="3587" y="1227"/>
                </a:lnTo>
                <a:close/>
                <a:moveTo>
                  <a:pt x="1335" y="1286"/>
                </a:moveTo>
                <a:lnTo>
                  <a:pt x="1335" y="1286"/>
                </a:lnTo>
                <a:cubicBezTo>
                  <a:pt x="3392" y="1293"/>
                  <a:pt x="6829" y="1286"/>
                  <a:pt x="6852" y="1275"/>
                </a:cubicBezTo>
                <a:cubicBezTo>
                  <a:pt x="6871" y="1267"/>
                  <a:pt x="6872" y="1257"/>
                  <a:pt x="6856" y="1246"/>
                </a:cubicBezTo>
                <a:cubicBezTo>
                  <a:pt x="6843" y="1238"/>
                  <a:pt x="6815" y="1237"/>
                  <a:pt x="6502" y="1236"/>
                </a:cubicBezTo>
                <a:cubicBezTo>
                  <a:pt x="6143" y="1234"/>
                  <a:pt x="6078" y="1231"/>
                  <a:pt x="5949" y="1210"/>
                </a:cubicBezTo>
                <a:cubicBezTo>
                  <a:pt x="5839" y="1192"/>
                  <a:pt x="5816" y="1186"/>
                  <a:pt x="5695" y="1146"/>
                </a:cubicBezTo>
                <a:cubicBezTo>
                  <a:pt x="5507" y="1084"/>
                  <a:pt x="5365" y="1026"/>
                  <a:pt x="5203" y="945"/>
                </a:cubicBezTo>
                <a:lnTo>
                  <a:pt x="5114" y="900"/>
                </a:lnTo>
                <a:lnTo>
                  <a:pt x="5117" y="848"/>
                </a:lnTo>
                <a:cubicBezTo>
                  <a:pt x="5123" y="736"/>
                  <a:pt x="5081" y="639"/>
                  <a:pt x="5010" y="601"/>
                </a:cubicBezTo>
                <a:cubicBezTo>
                  <a:pt x="4978" y="584"/>
                  <a:pt x="4918" y="585"/>
                  <a:pt x="4885" y="603"/>
                </a:cubicBezTo>
                <a:cubicBezTo>
                  <a:pt x="4834" y="632"/>
                  <a:pt x="4812" y="696"/>
                  <a:pt x="4837" y="747"/>
                </a:cubicBezTo>
                <a:cubicBezTo>
                  <a:pt x="4856" y="787"/>
                  <a:pt x="4939" y="859"/>
                  <a:pt x="5036" y="919"/>
                </a:cubicBezTo>
                <a:cubicBezTo>
                  <a:pt x="5043" y="923"/>
                  <a:pt x="5043" y="926"/>
                  <a:pt x="5036" y="947"/>
                </a:cubicBezTo>
                <a:cubicBezTo>
                  <a:pt x="5020" y="992"/>
                  <a:pt x="4982" y="1036"/>
                  <a:pt x="4927" y="1074"/>
                </a:cubicBezTo>
                <a:cubicBezTo>
                  <a:pt x="4837" y="1135"/>
                  <a:pt x="4650" y="1197"/>
                  <a:pt x="4481" y="1222"/>
                </a:cubicBezTo>
                <a:cubicBezTo>
                  <a:pt x="4451" y="1225"/>
                  <a:pt x="4424" y="1229"/>
                  <a:pt x="4422" y="1229"/>
                </a:cubicBezTo>
                <a:cubicBezTo>
                  <a:pt x="4419" y="1229"/>
                  <a:pt x="4429" y="1220"/>
                  <a:pt x="4443" y="1209"/>
                </a:cubicBezTo>
                <a:cubicBezTo>
                  <a:pt x="4509" y="1156"/>
                  <a:pt x="4554" y="1087"/>
                  <a:pt x="4569" y="1014"/>
                </a:cubicBezTo>
                <a:cubicBezTo>
                  <a:pt x="4579" y="969"/>
                  <a:pt x="4579" y="946"/>
                  <a:pt x="4570" y="895"/>
                </a:cubicBezTo>
                <a:cubicBezTo>
                  <a:pt x="4558" y="826"/>
                  <a:pt x="4552" y="812"/>
                  <a:pt x="4509" y="747"/>
                </a:cubicBezTo>
                <a:cubicBezTo>
                  <a:pt x="4468" y="685"/>
                  <a:pt x="4433" y="648"/>
                  <a:pt x="4409" y="642"/>
                </a:cubicBezTo>
                <a:cubicBezTo>
                  <a:pt x="4373" y="633"/>
                  <a:pt x="4336" y="654"/>
                  <a:pt x="4330" y="686"/>
                </a:cubicBezTo>
                <a:cubicBezTo>
                  <a:pt x="4324" y="716"/>
                  <a:pt x="4336" y="733"/>
                  <a:pt x="4389" y="773"/>
                </a:cubicBezTo>
                <a:cubicBezTo>
                  <a:pt x="4445" y="814"/>
                  <a:pt x="4473" y="844"/>
                  <a:pt x="4503" y="890"/>
                </a:cubicBezTo>
                <a:cubicBezTo>
                  <a:pt x="4526" y="927"/>
                  <a:pt x="4530" y="954"/>
                  <a:pt x="4516" y="1005"/>
                </a:cubicBezTo>
                <a:cubicBezTo>
                  <a:pt x="4488" y="1111"/>
                  <a:pt x="4402" y="1189"/>
                  <a:pt x="4273" y="1224"/>
                </a:cubicBezTo>
                <a:cubicBezTo>
                  <a:pt x="4235" y="1234"/>
                  <a:pt x="4221" y="1235"/>
                  <a:pt x="4135" y="1233"/>
                </a:cubicBezTo>
                <a:cubicBezTo>
                  <a:pt x="4026" y="1230"/>
                  <a:pt x="3996" y="1224"/>
                  <a:pt x="3922" y="1187"/>
                </a:cubicBezTo>
                <a:cubicBezTo>
                  <a:pt x="3814" y="1133"/>
                  <a:pt x="3741" y="1042"/>
                  <a:pt x="3704" y="914"/>
                </a:cubicBezTo>
                <a:cubicBezTo>
                  <a:pt x="3684" y="844"/>
                  <a:pt x="3682" y="803"/>
                  <a:pt x="3696" y="766"/>
                </a:cubicBezTo>
                <a:cubicBezTo>
                  <a:pt x="3727" y="685"/>
                  <a:pt x="3832" y="622"/>
                  <a:pt x="3921" y="631"/>
                </a:cubicBezTo>
                <a:cubicBezTo>
                  <a:pt x="4017" y="642"/>
                  <a:pt x="4066" y="713"/>
                  <a:pt x="4029" y="791"/>
                </a:cubicBezTo>
                <a:cubicBezTo>
                  <a:pt x="4021" y="807"/>
                  <a:pt x="4008" y="826"/>
                  <a:pt x="3997" y="833"/>
                </a:cubicBezTo>
                <a:cubicBezTo>
                  <a:pt x="3979" y="847"/>
                  <a:pt x="3978" y="847"/>
                  <a:pt x="3963" y="840"/>
                </a:cubicBezTo>
                <a:cubicBezTo>
                  <a:pt x="3953" y="835"/>
                  <a:pt x="3940" y="820"/>
                  <a:pt x="3932" y="807"/>
                </a:cubicBezTo>
                <a:cubicBezTo>
                  <a:pt x="3911" y="771"/>
                  <a:pt x="3886" y="751"/>
                  <a:pt x="3860" y="751"/>
                </a:cubicBezTo>
                <a:cubicBezTo>
                  <a:pt x="3832" y="751"/>
                  <a:pt x="3821" y="759"/>
                  <a:pt x="3814" y="778"/>
                </a:cubicBezTo>
                <a:cubicBezTo>
                  <a:pt x="3796" y="828"/>
                  <a:pt x="3868" y="900"/>
                  <a:pt x="3936" y="900"/>
                </a:cubicBezTo>
                <a:cubicBezTo>
                  <a:pt x="4022" y="900"/>
                  <a:pt x="4087" y="835"/>
                  <a:pt x="4086" y="749"/>
                </a:cubicBezTo>
                <a:cubicBezTo>
                  <a:pt x="4086" y="670"/>
                  <a:pt x="4034" y="611"/>
                  <a:pt x="3947" y="593"/>
                </a:cubicBezTo>
                <a:cubicBezTo>
                  <a:pt x="3842" y="571"/>
                  <a:pt x="3721" y="624"/>
                  <a:pt x="3667" y="716"/>
                </a:cubicBezTo>
                <a:cubicBezTo>
                  <a:pt x="3609" y="817"/>
                  <a:pt x="3626" y="967"/>
                  <a:pt x="3710" y="1084"/>
                </a:cubicBezTo>
                <a:cubicBezTo>
                  <a:pt x="3743" y="1129"/>
                  <a:pt x="3796" y="1182"/>
                  <a:pt x="3839" y="1211"/>
                </a:cubicBezTo>
                <a:lnTo>
                  <a:pt x="3874" y="1234"/>
                </a:lnTo>
                <a:lnTo>
                  <a:pt x="3813" y="1234"/>
                </a:lnTo>
                <a:cubicBezTo>
                  <a:pt x="3734" y="1234"/>
                  <a:pt x="3701" y="1225"/>
                  <a:pt x="3640" y="1190"/>
                </a:cubicBezTo>
                <a:cubicBezTo>
                  <a:pt x="3573" y="1149"/>
                  <a:pt x="3534" y="1103"/>
                  <a:pt x="3512" y="1033"/>
                </a:cubicBezTo>
                <a:cubicBezTo>
                  <a:pt x="3500" y="999"/>
                  <a:pt x="3498" y="983"/>
                  <a:pt x="3498" y="929"/>
                </a:cubicBezTo>
                <a:cubicBezTo>
                  <a:pt x="3498" y="874"/>
                  <a:pt x="3500" y="857"/>
                  <a:pt x="3514" y="800"/>
                </a:cubicBezTo>
                <a:cubicBezTo>
                  <a:pt x="3534" y="727"/>
                  <a:pt x="3572" y="624"/>
                  <a:pt x="3599" y="571"/>
                </a:cubicBezTo>
                <a:cubicBezTo>
                  <a:pt x="3616" y="536"/>
                  <a:pt x="3616" y="536"/>
                  <a:pt x="3606" y="523"/>
                </a:cubicBezTo>
                <a:cubicBezTo>
                  <a:pt x="3594" y="507"/>
                  <a:pt x="3572" y="450"/>
                  <a:pt x="3549" y="380"/>
                </a:cubicBezTo>
                <a:cubicBezTo>
                  <a:pt x="3533" y="332"/>
                  <a:pt x="3468" y="104"/>
                  <a:pt x="3461" y="75"/>
                </a:cubicBezTo>
                <a:cubicBezTo>
                  <a:pt x="3461" y="72"/>
                  <a:pt x="3458" y="66"/>
                  <a:pt x="3456" y="62"/>
                </a:cubicBezTo>
                <a:cubicBezTo>
                  <a:pt x="3453" y="59"/>
                  <a:pt x="3453" y="54"/>
                  <a:pt x="3455" y="51"/>
                </a:cubicBezTo>
                <a:cubicBezTo>
                  <a:pt x="3456" y="49"/>
                  <a:pt x="3455" y="44"/>
                  <a:pt x="3452" y="43"/>
                </a:cubicBezTo>
                <a:cubicBezTo>
                  <a:pt x="3449" y="41"/>
                  <a:pt x="3448" y="36"/>
                  <a:pt x="3449" y="32"/>
                </a:cubicBezTo>
                <a:cubicBezTo>
                  <a:pt x="3450" y="29"/>
                  <a:pt x="3450" y="24"/>
                  <a:pt x="3448" y="21"/>
                </a:cubicBezTo>
                <a:cubicBezTo>
                  <a:pt x="3446" y="20"/>
                  <a:pt x="3444" y="14"/>
                  <a:pt x="3444" y="9"/>
                </a:cubicBezTo>
                <a:cubicBezTo>
                  <a:pt x="3444" y="4"/>
                  <a:pt x="3441" y="0"/>
                  <a:pt x="3437" y="0"/>
                </a:cubicBezTo>
                <a:cubicBezTo>
                  <a:pt x="3432" y="0"/>
                  <a:pt x="3428" y="4"/>
                  <a:pt x="3428" y="9"/>
                </a:cubicBezTo>
                <a:cubicBezTo>
                  <a:pt x="3428" y="14"/>
                  <a:pt x="3427" y="20"/>
                  <a:pt x="3425" y="21"/>
                </a:cubicBezTo>
                <a:cubicBezTo>
                  <a:pt x="3423" y="24"/>
                  <a:pt x="3422" y="29"/>
                  <a:pt x="3423" y="32"/>
                </a:cubicBezTo>
                <a:cubicBezTo>
                  <a:pt x="3425" y="36"/>
                  <a:pt x="3423" y="41"/>
                  <a:pt x="3421" y="43"/>
                </a:cubicBezTo>
                <a:cubicBezTo>
                  <a:pt x="3418" y="44"/>
                  <a:pt x="3417" y="49"/>
                  <a:pt x="3418" y="51"/>
                </a:cubicBezTo>
                <a:cubicBezTo>
                  <a:pt x="3420" y="54"/>
                  <a:pt x="3419" y="59"/>
                  <a:pt x="3417" y="62"/>
                </a:cubicBezTo>
                <a:cubicBezTo>
                  <a:pt x="3415" y="66"/>
                  <a:pt x="3412" y="72"/>
                  <a:pt x="3411" y="75"/>
                </a:cubicBezTo>
                <a:cubicBezTo>
                  <a:pt x="3405" y="104"/>
                  <a:pt x="3340" y="332"/>
                  <a:pt x="3324" y="380"/>
                </a:cubicBezTo>
                <a:cubicBezTo>
                  <a:pt x="3301" y="450"/>
                  <a:pt x="3278" y="507"/>
                  <a:pt x="3267" y="523"/>
                </a:cubicBezTo>
                <a:cubicBezTo>
                  <a:pt x="3257" y="536"/>
                  <a:pt x="3257" y="536"/>
                  <a:pt x="3274" y="571"/>
                </a:cubicBezTo>
                <a:cubicBezTo>
                  <a:pt x="3301" y="624"/>
                  <a:pt x="3339" y="727"/>
                  <a:pt x="3358" y="800"/>
                </a:cubicBezTo>
                <a:cubicBezTo>
                  <a:pt x="3373" y="857"/>
                  <a:pt x="3375" y="874"/>
                  <a:pt x="3375" y="929"/>
                </a:cubicBezTo>
                <a:cubicBezTo>
                  <a:pt x="3375" y="983"/>
                  <a:pt x="3372" y="999"/>
                  <a:pt x="3361" y="1033"/>
                </a:cubicBezTo>
                <a:cubicBezTo>
                  <a:pt x="3338" y="1103"/>
                  <a:pt x="3300" y="1149"/>
                  <a:pt x="3232" y="1190"/>
                </a:cubicBezTo>
                <a:cubicBezTo>
                  <a:pt x="3171" y="1225"/>
                  <a:pt x="3138" y="1234"/>
                  <a:pt x="3059" y="1234"/>
                </a:cubicBezTo>
                <a:lnTo>
                  <a:pt x="2998" y="1234"/>
                </a:lnTo>
                <a:lnTo>
                  <a:pt x="3034" y="1211"/>
                </a:lnTo>
                <a:cubicBezTo>
                  <a:pt x="3076" y="1182"/>
                  <a:pt x="3130" y="1129"/>
                  <a:pt x="3163" y="1084"/>
                </a:cubicBezTo>
                <a:cubicBezTo>
                  <a:pt x="3247" y="967"/>
                  <a:pt x="3264" y="817"/>
                  <a:pt x="3205" y="716"/>
                </a:cubicBezTo>
                <a:cubicBezTo>
                  <a:pt x="3172" y="659"/>
                  <a:pt x="3108" y="614"/>
                  <a:pt x="3035" y="595"/>
                </a:cubicBezTo>
                <a:cubicBezTo>
                  <a:pt x="2936" y="569"/>
                  <a:pt x="2833" y="610"/>
                  <a:pt x="2797" y="687"/>
                </a:cubicBezTo>
                <a:cubicBezTo>
                  <a:pt x="2781" y="725"/>
                  <a:pt x="2782" y="777"/>
                  <a:pt x="2801" y="816"/>
                </a:cubicBezTo>
                <a:cubicBezTo>
                  <a:pt x="2827" y="870"/>
                  <a:pt x="2877" y="900"/>
                  <a:pt x="2937" y="900"/>
                </a:cubicBezTo>
                <a:cubicBezTo>
                  <a:pt x="3004" y="900"/>
                  <a:pt x="3076" y="828"/>
                  <a:pt x="3059" y="778"/>
                </a:cubicBezTo>
                <a:cubicBezTo>
                  <a:pt x="3052" y="759"/>
                  <a:pt x="3040" y="751"/>
                  <a:pt x="3013" y="751"/>
                </a:cubicBezTo>
                <a:cubicBezTo>
                  <a:pt x="2987" y="751"/>
                  <a:pt x="2961" y="771"/>
                  <a:pt x="2940" y="807"/>
                </a:cubicBezTo>
                <a:cubicBezTo>
                  <a:pt x="2933" y="820"/>
                  <a:pt x="2919" y="835"/>
                  <a:pt x="2910" y="840"/>
                </a:cubicBezTo>
                <a:cubicBezTo>
                  <a:pt x="2894" y="847"/>
                  <a:pt x="2893" y="847"/>
                  <a:pt x="2875" y="833"/>
                </a:cubicBezTo>
                <a:cubicBezTo>
                  <a:pt x="2865" y="826"/>
                  <a:pt x="2851" y="807"/>
                  <a:pt x="2844" y="791"/>
                </a:cubicBezTo>
                <a:cubicBezTo>
                  <a:pt x="2807" y="713"/>
                  <a:pt x="2855" y="642"/>
                  <a:pt x="2951" y="631"/>
                </a:cubicBezTo>
                <a:cubicBezTo>
                  <a:pt x="3040" y="622"/>
                  <a:pt x="3146" y="685"/>
                  <a:pt x="3176" y="766"/>
                </a:cubicBezTo>
                <a:cubicBezTo>
                  <a:pt x="3190" y="803"/>
                  <a:pt x="3188" y="844"/>
                  <a:pt x="3168" y="914"/>
                </a:cubicBezTo>
                <a:cubicBezTo>
                  <a:pt x="3131" y="1042"/>
                  <a:pt x="3059" y="1133"/>
                  <a:pt x="2951" y="1187"/>
                </a:cubicBezTo>
                <a:cubicBezTo>
                  <a:pt x="2877" y="1224"/>
                  <a:pt x="2846" y="1230"/>
                  <a:pt x="2738" y="1233"/>
                </a:cubicBezTo>
                <a:cubicBezTo>
                  <a:pt x="2651" y="1235"/>
                  <a:pt x="2638" y="1234"/>
                  <a:pt x="2600" y="1224"/>
                </a:cubicBezTo>
                <a:cubicBezTo>
                  <a:pt x="2577" y="1218"/>
                  <a:pt x="2537" y="1203"/>
                  <a:pt x="2513" y="1192"/>
                </a:cubicBezTo>
                <a:cubicBezTo>
                  <a:pt x="2417" y="1144"/>
                  <a:pt x="2348" y="1044"/>
                  <a:pt x="2348" y="950"/>
                </a:cubicBezTo>
                <a:cubicBezTo>
                  <a:pt x="2348" y="928"/>
                  <a:pt x="2352" y="918"/>
                  <a:pt x="2369" y="890"/>
                </a:cubicBezTo>
                <a:cubicBezTo>
                  <a:pt x="2399" y="844"/>
                  <a:pt x="2428" y="814"/>
                  <a:pt x="2484" y="773"/>
                </a:cubicBezTo>
                <a:cubicBezTo>
                  <a:pt x="2537" y="733"/>
                  <a:pt x="2549" y="716"/>
                  <a:pt x="2542" y="686"/>
                </a:cubicBezTo>
                <a:cubicBezTo>
                  <a:pt x="2537" y="654"/>
                  <a:pt x="2499" y="633"/>
                  <a:pt x="2464" y="642"/>
                </a:cubicBezTo>
                <a:cubicBezTo>
                  <a:pt x="2440" y="648"/>
                  <a:pt x="2405" y="685"/>
                  <a:pt x="2363" y="747"/>
                </a:cubicBezTo>
                <a:cubicBezTo>
                  <a:pt x="2320" y="812"/>
                  <a:pt x="2315" y="826"/>
                  <a:pt x="2302" y="895"/>
                </a:cubicBezTo>
                <a:cubicBezTo>
                  <a:pt x="2294" y="946"/>
                  <a:pt x="2294" y="969"/>
                  <a:pt x="2303" y="1014"/>
                </a:cubicBezTo>
                <a:cubicBezTo>
                  <a:pt x="2318" y="1087"/>
                  <a:pt x="2363" y="1156"/>
                  <a:pt x="2429" y="1209"/>
                </a:cubicBezTo>
                <a:cubicBezTo>
                  <a:pt x="2443" y="1220"/>
                  <a:pt x="2453" y="1229"/>
                  <a:pt x="2451" y="1229"/>
                </a:cubicBezTo>
                <a:cubicBezTo>
                  <a:pt x="2449" y="1229"/>
                  <a:pt x="2421" y="1225"/>
                  <a:pt x="2392" y="1222"/>
                </a:cubicBezTo>
                <a:cubicBezTo>
                  <a:pt x="2222" y="1197"/>
                  <a:pt x="2035" y="1135"/>
                  <a:pt x="1946" y="1074"/>
                </a:cubicBezTo>
                <a:cubicBezTo>
                  <a:pt x="1890" y="1036"/>
                  <a:pt x="1852" y="992"/>
                  <a:pt x="1837" y="947"/>
                </a:cubicBezTo>
                <a:cubicBezTo>
                  <a:pt x="1829" y="926"/>
                  <a:pt x="1829" y="923"/>
                  <a:pt x="1837" y="919"/>
                </a:cubicBezTo>
                <a:cubicBezTo>
                  <a:pt x="1931" y="860"/>
                  <a:pt x="2016" y="787"/>
                  <a:pt x="2035" y="749"/>
                </a:cubicBezTo>
                <a:cubicBezTo>
                  <a:pt x="2054" y="710"/>
                  <a:pt x="2046" y="655"/>
                  <a:pt x="2017" y="625"/>
                </a:cubicBezTo>
                <a:cubicBezTo>
                  <a:pt x="1995" y="601"/>
                  <a:pt x="1967" y="590"/>
                  <a:pt x="1924" y="590"/>
                </a:cubicBezTo>
                <a:cubicBezTo>
                  <a:pt x="1876" y="590"/>
                  <a:pt x="1852" y="601"/>
                  <a:pt x="1818" y="638"/>
                </a:cubicBezTo>
                <a:cubicBezTo>
                  <a:pt x="1773" y="686"/>
                  <a:pt x="1751" y="761"/>
                  <a:pt x="1756" y="848"/>
                </a:cubicBezTo>
                <a:lnTo>
                  <a:pt x="1759" y="900"/>
                </a:lnTo>
                <a:lnTo>
                  <a:pt x="1670" y="945"/>
                </a:lnTo>
                <a:cubicBezTo>
                  <a:pt x="1507" y="1026"/>
                  <a:pt x="1366" y="1084"/>
                  <a:pt x="1178" y="1146"/>
                </a:cubicBezTo>
                <a:cubicBezTo>
                  <a:pt x="1057" y="1186"/>
                  <a:pt x="1033" y="1192"/>
                  <a:pt x="923" y="1210"/>
                </a:cubicBezTo>
                <a:cubicBezTo>
                  <a:pt x="795" y="1231"/>
                  <a:pt x="730" y="1234"/>
                  <a:pt x="371" y="1236"/>
                </a:cubicBezTo>
                <a:cubicBezTo>
                  <a:pt x="57" y="1237"/>
                  <a:pt x="30" y="1238"/>
                  <a:pt x="17" y="1246"/>
                </a:cubicBezTo>
                <a:cubicBezTo>
                  <a:pt x="0" y="1257"/>
                  <a:pt x="2" y="1268"/>
                  <a:pt x="23" y="1277"/>
                </a:cubicBezTo>
                <a:cubicBezTo>
                  <a:pt x="32" y="1280"/>
                  <a:pt x="455" y="1283"/>
                  <a:pt x="1335" y="1286"/>
                </a:cubicBezTo>
                <a:close/>
              </a:path>
            </a:pathLst>
          </a:custGeom>
          <a:solidFill>
            <a:schemeClr val="accent4"/>
          </a:solidFill>
          <a:ln>
            <a:noFill/>
          </a:ln>
          <a:effectLst/>
        </p:spPr>
        <p:txBody>
          <a:bodyPr wrap="none" anchor="ctr"/>
          <a:lstStyle/>
          <a:p>
            <a:endParaRPr lang="es-ES_tradnl" sz="2400"/>
          </a:p>
        </p:txBody>
      </p:sp>
      <p:pic>
        <p:nvPicPr>
          <p:cNvPr id="29" name="Picture Placeholder 28">
            <a:extLst>
              <a:ext uri="{FF2B5EF4-FFF2-40B4-BE49-F238E27FC236}">
                <a16:creationId xmlns:a16="http://schemas.microsoft.com/office/drawing/2014/main" id="{3CAAFACB-8E4F-4172-A2B7-BB32184498BD}"/>
              </a:ext>
            </a:extLst>
          </p:cNvPr>
          <p:cNvPicPr>
            <a:picLocks noGrp="1" noChangeAspect="1"/>
          </p:cNvPicPr>
          <p:nvPr>
            <p:ph type="pic" sz="quarter" idx="14"/>
          </p:nvPr>
        </p:nvPicPr>
        <p:blipFill>
          <a:blip r:embed="rId3">
            <a:extLst>
              <a:ext uri="{28A0092B-C50C-407E-A947-70E740481C1C}">
                <a14:useLocalDpi xmlns:a14="http://schemas.microsoft.com/office/drawing/2010/main" val="0"/>
              </a:ext>
            </a:extLst>
          </a:blip>
          <a:srcRect l="35955" r="35955"/>
          <a:stretch>
            <a:fillRect/>
          </a:stretch>
        </p:blipFill>
        <p:spPr/>
      </p:pic>
      <p:sp>
        <p:nvSpPr>
          <p:cNvPr id="32" name="TextBox 31">
            <a:extLst>
              <a:ext uri="{FF2B5EF4-FFF2-40B4-BE49-F238E27FC236}">
                <a16:creationId xmlns:a16="http://schemas.microsoft.com/office/drawing/2014/main" id="{083E0837-8733-4210-B35F-35410353A994}"/>
              </a:ext>
            </a:extLst>
          </p:cNvPr>
          <p:cNvSpPr txBox="1"/>
          <p:nvPr/>
        </p:nvSpPr>
        <p:spPr>
          <a:xfrm>
            <a:off x="1729623" y="2881735"/>
            <a:ext cx="3560439" cy="452496"/>
          </a:xfrm>
          <a:prstGeom prst="rect">
            <a:avLst/>
          </a:prstGeom>
          <a:noFill/>
        </p:spPr>
        <p:txBody>
          <a:bodyPr wrap="square" rtlCol="0">
            <a:spAutoFit/>
          </a:bodyPr>
          <a:lstStyle/>
          <a:p>
            <a:pPr algn="ctr">
              <a:lnSpc>
                <a:spcPts val="2933"/>
              </a:lnSpc>
            </a:pPr>
            <a:r>
              <a:rPr lang="vi-VN" sz="2400" i="1" dirty="0">
                <a:solidFill>
                  <a:schemeClr val="tx2"/>
                </a:solidFill>
                <a:latin typeface="Gentium Basic" panose="02000503060000020004" pitchFamily="2" charset="77"/>
                <a:ea typeface="Lato Light" panose="020F0502020204030203" pitchFamily="34" charset="0"/>
                <a:cs typeface="Lato Light" panose="020F0502020204030203" pitchFamily="34" charset="0"/>
              </a:rPr>
              <a:t>Mua sản phẩm</a:t>
            </a:r>
            <a:endParaRPr lang="en-US" sz="2400" i="1" dirty="0">
              <a:solidFill>
                <a:schemeClr val="tx2"/>
              </a:solidFill>
              <a:latin typeface="Gentium Basic" panose="02000503060000020004" pitchFamily="2" charset="77"/>
              <a:ea typeface="Lato Light" panose="020F0502020204030203" pitchFamily="34" charset="0"/>
              <a:cs typeface="Lato Light" panose="020F0502020204030203" pitchFamily="34" charset="0"/>
            </a:endParaRPr>
          </a:p>
        </p:txBody>
      </p:sp>
      <p:sp>
        <p:nvSpPr>
          <p:cNvPr id="33" name="TextBox 32">
            <a:extLst>
              <a:ext uri="{FF2B5EF4-FFF2-40B4-BE49-F238E27FC236}">
                <a16:creationId xmlns:a16="http://schemas.microsoft.com/office/drawing/2014/main" id="{45AC176D-3044-42F2-AF35-A930333BB223}"/>
              </a:ext>
            </a:extLst>
          </p:cNvPr>
          <p:cNvSpPr txBox="1"/>
          <p:nvPr/>
        </p:nvSpPr>
        <p:spPr>
          <a:xfrm>
            <a:off x="1737640" y="3558110"/>
            <a:ext cx="3560438" cy="452496"/>
          </a:xfrm>
          <a:prstGeom prst="rect">
            <a:avLst/>
          </a:prstGeom>
          <a:noFill/>
        </p:spPr>
        <p:txBody>
          <a:bodyPr wrap="square" rtlCol="0">
            <a:spAutoFit/>
          </a:bodyPr>
          <a:lstStyle/>
          <a:p>
            <a:pPr algn="ctr">
              <a:lnSpc>
                <a:spcPts val="2933"/>
              </a:lnSpc>
            </a:pPr>
            <a:r>
              <a:rPr lang="vi-VN" sz="2400" i="1" dirty="0">
                <a:solidFill>
                  <a:schemeClr val="tx2"/>
                </a:solidFill>
                <a:latin typeface="Gentium Basic" panose="02000503060000020004" pitchFamily="2" charset="77"/>
                <a:ea typeface="Lato Light" panose="020F0502020204030203" pitchFamily="34" charset="0"/>
                <a:cs typeface="Lato Light" panose="020F0502020204030203" pitchFamily="34" charset="0"/>
              </a:rPr>
              <a:t>Xem lịch sử mua hàng</a:t>
            </a:r>
            <a:endParaRPr lang="en-US" sz="2400" i="1" dirty="0">
              <a:solidFill>
                <a:schemeClr val="tx2"/>
              </a:solidFill>
              <a:latin typeface="Gentium Basic" panose="02000503060000020004" pitchFamily="2" charset="77"/>
              <a:ea typeface="Lato Light" panose="020F0502020204030203" pitchFamily="34" charset="0"/>
              <a:cs typeface="Lato Light" panose="020F0502020204030203" pitchFamily="34" charset="0"/>
            </a:endParaRPr>
          </a:p>
        </p:txBody>
      </p:sp>
      <p:sp>
        <p:nvSpPr>
          <p:cNvPr id="34" name="TextBox 33">
            <a:extLst>
              <a:ext uri="{FF2B5EF4-FFF2-40B4-BE49-F238E27FC236}">
                <a16:creationId xmlns:a16="http://schemas.microsoft.com/office/drawing/2014/main" id="{D3D95599-9FD4-42F6-9D5F-8DE54407C7D9}"/>
              </a:ext>
            </a:extLst>
          </p:cNvPr>
          <p:cNvSpPr txBox="1"/>
          <p:nvPr/>
        </p:nvSpPr>
        <p:spPr>
          <a:xfrm>
            <a:off x="1737640" y="4230864"/>
            <a:ext cx="3560438" cy="452496"/>
          </a:xfrm>
          <a:prstGeom prst="rect">
            <a:avLst/>
          </a:prstGeom>
          <a:noFill/>
        </p:spPr>
        <p:txBody>
          <a:bodyPr wrap="square" rtlCol="0">
            <a:spAutoFit/>
          </a:bodyPr>
          <a:lstStyle/>
          <a:p>
            <a:pPr algn="ctr">
              <a:lnSpc>
                <a:spcPts val="2933"/>
              </a:lnSpc>
            </a:pPr>
            <a:r>
              <a:rPr lang="vi-VN" sz="2400" i="1" dirty="0">
                <a:solidFill>
                  <a:schemeClr val="tx2"/>
                </a:solidFill>
                <a:latin typeface="Gentium Basic" panose="02000503060000020004" pitchFamily="2" charset="77"/>
                <a:ea typeface="Lato Light" panose="020F0502020204030203" pitchFamily="34" charset="0"/>
                <a:cs typeface="Lato Light" panose="020F0502020204030203" pitchFamily="34" charset="0"/>
              </a:rPr>
              <a:t>Thay đổi thông tin cá nhân</a:t>
            </a:r>
            <a:endParaRPr lang="en-US" sz="2400" i="1" dirty="0">
              <a:solidFill>
                <a:schemeClr val="tx2"/>
              </a:solidFill>
              <a:latin typeface="Gentium Basic" panose="02000503060000020004" pitchFamily="2" charset="77"/>
              <a:ea typeface="Lato Light" panose="020F0502020204030203" pitchFamily="34" charset="0"/>
              <a:cs typeface="Lato Light" panose="020F0502020204030203" pitchFamily="34" charset="0"/>
            </a:endParaRPr>
          </a:p>
        </p:txBody>
      </p:sp>
    </p:spTree>
    <p:extLst>
      <p:ext uri="{BB962C8B-B14F-4D97-AF65-F5344CB8AC3E}">
        <p14:creationId xmlns:p14="http://schemas.microsoft.com/office/powerpoint/2010/main" val="18262944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4572986" y="1717960"/>
            <a:ext cx="3046027" cy="3416320"/>
          </a:xfrm>
          <a:prstGeom prst="rect">
            <a:avLst/>
          </a:prstGeom>
          <a:noFill/>
        </p:spPr>
        <p:txBody>
          <a:bodyPr wrap="none" rtlCol="0">
            <a:spAutoFit/>
          </a:bodyPr>
          <a:lstStyle/>
          <a:p>
            <a:pPr algn="ctr"/>
            <a:r>
              <a:rPr lang="en-US" sz="7200" b="1" dirty="0">
                <a:latin typeface="Parisienne" panose="03020507000000020002" pitchFamily="66" charset="0"/>
                <a:ea typeface="Nunito Bold" charset="0"/>
                <a:cs typeface="Nunito Bold" charset="0"/>
              </a:rPr>
              <a:t>Thanks</a:t>
            </a:r>
          </a:p>
          <a:p>
            <a:pPr algn="ctr"/>
            <a:r>
              <a:rPr lang="en-US" sz="7200" b="1" dirty="0">
                <a:latin typeface="Parisienne" panose="03020507000000020002" pitchFamily="66" charset="0"/>
                <a:ea typeface="Nunito Bold" charset="0"/>
                <a:cs typeface="Nunito Bold" charset="0"/>
              </a:rPr>
              <a:t>for</a:t>
            </a:r>
          </a:p>
          <a:p>
            <a:pPr algn="ctr"/>
            <a:r>
              <a:rPr lang="en-US" sz="7200" b="1" dirty="0">
                <a:latin typeface="Parisienne" panose="03020507000000020002" pitchFamily="66" charset="0"/>
                <a:ea typeface="Nunito Bold" charset="0"/>
                <a:cs typeface="Nunito Bold" charset="0"/>
              </a:rPr>
              <a:t>watching</a:t>
            </a:r>
          </a:p>
        </p:txBody>
      </p:sp>
      <p:grpSp>
        <p:nvGrpSpPr>
          <p:cNvPr id="882" name="Group 1">
            <a:extLst>
              <a:ext uri="{FF2B5EF4-FFF2-40B4-BE49-F238E27FC236}">
                <a16:creationId xmlns:a16="http://schemas.microsoft.com/office/drawing/2014/main" id="{C0985B60-5896-6248-A3E0-DFEA9B2BD679}"/>
              </a:ext>
            </a:extLst>
          </p:cNvPr>
          <p:cNvGrpSpPr>
            <a:grpSpLocks noChangeAspect="1"/>
          </p:cNvGrpSpPr>
          <p:nvPr/>
        </p:nvGrpSpPr>
        <p:grpSpPr bwMode="auto">
          <a:xfrm>
            <a:off x="312729" y="288031"/>
            <a:ext cx="1093075" cy="1087315"/>
            <a:chOff x="1622425" y="317500"/>
            <a:chExt cx="1204913" cy="1198563"/>
          </a:xfrm>
          <a:solidFill>
            <a:schemeClr val="accent3"/>
          </a:solidFill>
        </p:grpSpPr>
        <p:sp>
          <p:nvSpPr>
            <p:cNvPr id="883" name="Freeform 53">
              <a:extLst>
                <a:ext uri="{FF2B5EF4-FFF2-40B4-BE49-F238E27FC236}">
                  <a16:creationId xmlns:a16="http://schemas.microsoft.com/office/drawing/2014/main" id="{38BDC4C0-14A0-1E4E-BC62-7A1C1229E80C}"/>
                </a:ext>
              </a:extLst>
            </p:cNvPr>
            <p:cNvSpPr>
              <a:spLocks noChangeArrowheads="1"/>
            </p:cNvSpPr>
            <p:nvPr/>
          </p:nvSpPr>
          <p:spPr bwMode="auto">
            <a:xfrm>
              <a:off x="1622425" y="317500"/>
              <a:ext cx="423863" cy="422275"/>
            </a:xfrm>
            <a:custGeom>
              <a:avLst/>
              <a:gdLst>
                <a:gd name="T0" fmla="*/ 1081 w 1176"/>
                <a:gd name="T1" fmla="*/ 2516 h 1175"/>
                <a:gd name="T2" fmla="*/ 15498 w 1176"/>
                <a:gd name="T3" fmla="*/ 28751 h 1175"/>
                <a:gd name="T4" fmla="*/ 45053 w 1176"/>
                <a:gd name="T5" fmla="*/ 76189 h 1175"/>
                <a:gd name="T6" fmla="*/ 43972 w 1176"/>
                <a:gd name="T7" fmla="*/ 177535 h 1175"/>
                <a:gd name="T8" fmla="*/ 30997 w 1176"/>
                <a:gd name="T9" fmla="*/ 194426 h 1175"/>
                <a:gd name="T10" fmla="*/ 17661 w 1176"/>
                <a:gd name="T11" fmla="*/ 217427 h 1175"/>
                <a:gd name="T12" fmla="*/ 45053 w 1176"/>
                <a:gd name="T13" fmla="*/ 238271 h 1175"/>
                <a:gd name="T14" fmla="*/ 57308 w 1176"/>
                <a:gd name="T15" fmla="*/ 232161 h 1175"/>
                <a:gd name="T16" fmla="*/ 80736 w 1176"/>
                <a:gd name="T17" fmla="*/ 192629 h 1175"/>
                <a:gd name="T18" fmla="*/ 79294 w 1176"/>
                <a:gd name="T19" fmla="*/ 104940 h 1175"/>
                <a:gd name="T20" fmla="*/ 75690 w 1176"/>
                <a:gd name="T21" fmla="*/ 90205 h 1175"/>
                <a:gd name="T22" fmla="*/ 121825 w 1176"/>
                <a:gd name="T23" fmla="*/ 137284 h 1175"/>
                <a:gd name="T24" fmla="*/ 171203 w 1176"/>
                <a:gd name="T25" fmla="*/ 201614 h 1175"/>
                <a:gd name="T26" fmla="*/ 197514 w 1176"/>
                <a:gd name="T27" fmla="*/ 313741 h 1175"/>
                <a:gd name="T28" fmla="*/ 101641 w 1176"/>
                <a:gd name="T29" fmla="*/ 392446 h 1175"/>
                <a:gd name="T30" fmla="*/ 38566 w 1176"/>
                <a:gd name="T31" fmla="*/ 349680 h 1175"/>
                <a:gd name="T32" fmla="*/ 38205 w 1176"/>
                <a:gd name="T33" fmla="*/ 300085 h 1175"/>
                <a:gd name="T34" fmla="*/ 60552 w 1176"/>
                <a:gd name="T35" fmla="*/ 276366 h 1175"/>
                <a:gd name="T36" fmla="*/ 80736 w 1176"/>
                <a:gd name="T37" fmla="*/ 306913 h 1175"/>
                <a:gd name="T38" fmla="*/ 95513 w 1176"/>
                <a:gd name="T39" fmla="*/ 332070 h 1175"/>
                <a:gd name="T40" fmla="*/ 109570 w 1176"/>
                <a:gd name="T41" fmla="*/ 330632 h 1175"/>
                <a:gd name="T42" fmla="*/ 123987 w 1176"/>
                <a:gd name="T43" fmla="*/ 300444 h 1175"/>
                <a:gd name="T44" fmla="*/ 97315 w 1176"/>
                <a:gd name="T45" fmla="*/ 261631 h 1175"/>
                <a:gd name="T46" fmla="*/ 74969 w 1176"/>
                <a:gd name="T47" fmla="*/ 252287 h 1175"/>
                <a:gd name="T48" fmla="*/ 53704 w 1176"/>
                <a:gd name="T49" fmla="*/ 256599 h 1175"/>
                <a:gd name="T50" fmla="*/ 17661 w 1176"/>
                <a:gd name="T51" fmla="*/ 337101 h 1175"/>
                <a:gd name="T52" fmla="*/ 109570 w 1176"/>
                <a:gd name="T53" fmla="*/ 416525 h 1175"/>
                <a:gd name="T54" fmla="*/ 194271 w 1176"/>
                <a:gd name="T55" fmla="*/ 368368 h 1175"/>
                <a:gd name="T56" fmla="*/ 222023 w 1176"/>
                <a:gd name="T57" fmla="*/ 270615 h 1175"/>
                <a:gd name="T58" fmla="*/ 198956 w 1176"/>
                <a:gd name="T59" fmla="*/ 198020 h 1175"/>
                <a:gd name="T60" fmla="*/ 204723 w 1176"/>
                <a:gd name="T61" fmla="*/ 200895 h 1175"/>
                <a:gd name="T62" fmla="*/ 271763 w 1176"/>
                <a:gd name="T63" fmla="*/ 221380 h 1175"/>
                <a:gd name="T64" fmla="*/ 369799 w 1176"/>
                <a:gd name="T65" fmla="*/ 193348 h 1175"/>
                <a:gd name="T66" fmla="*/ 418096 w 1176"/>
                <a:gd name="T67" fmla="*/ 109252 h 1175"/>
                <a:gd name="T68" fmla="*/ 338442 w 1176"/>
                <a:gd name="T69" fmla="*/ 17250 h 1175"/>
                <a:gd name="T70" fmla="*/ 257706 w 1176"/>
                <a:gd name="T71" fmla="*/ 53548 h 1175"/>
                <a:gd name="T72" fmla="*/ 253020 w 1176"/>
                <a:gd name="T73" fmla="*/ 74392 h 1175"/>
                <a:gd name="T74" fmla="*/ 262391 w 1176"/>
                <a:gd name="T75" fmla="*/ 96674 h 1175"/>
                <a:gd name="T76" fmla="*/ 301678 w 1176"/>
                <a:gd name="T77" fmla="*/ 123268 h 1175"/>
                <a:gd name="T78" fmla="*/ 331954 w 1176"/>
                <a:gd name="T79" fmla="*/ 108893 h 1175"/>
                <a:gd name="T80" fmla="*/ 333035 w 1176"/>
                <a:gd name="T81" fmla="*/ 94877 h 1175"/>
                <a:gd name="T82" fmla="*/ 308166 w 1176"/>
                <a:gd name="T83" fmla="*/ 79783 h 1175"/>
                <a:gd name="T84" fmla="*/ 277529 w 1176"/>
                <a:gd name="T85" fmla="*/ 60017 h 1175"/>
                <a:gd name="T86" fmla="*/ 301318 w 1176"/>
                <a:gd name="T87" fmla="*/ 38095 h 1175"/>
                <a:gd name="T88" fmla="*/ 351057 w 1176"/>
                <a:gd name="T89" fmla="*/ 38095 h 1175"/>
                <a:gd name="T90" fmla="*/ 393947 w 1176"/>
                <a:gd name="T91" fmla="*/ 100627 h 1175"/>
                <a:gd name="T92" fmla="*/ 314653 w 1176"/>
                <a:gd name="T93" fmla="*/ 196582 h 1175"/>
                <a:gd name="T94" fmla="*/ 202560 w 1176"/>
                <a:gd name="T95" fmla="*/ 170348 h 1175"/>
                <a:gd name="T96" fmla="*/ 138044 w 1176"/>
                <a:gd name="T97" fmla="*/ 121112 h 1175"/>
                <a:gd name="T98" fmla="*/ 90828 w 1176"/>
                <a:gd name="T99" fmla="*/ 74752 h 1175"/>
                <a:gd name="T100" fmla="*/ 105605 w 1176"/>
                <a:gd name="T101" fmla="*/ 79064 h 1175"/>
                <a:gd name="T102" fmla="*/ 193550 w 1176"/>
                <a:gd name="T103" fmla="*/ 80142 h 1175"/>
                <a:gd name="T104" fmla="*/ 233197 w 1176"/>
                <a:gd name="T105" fmla="*/ 56423 h 1175"/>
                <a:gd name="T106" fmla="*/ 239324 w 1176"/>
                <a:gd name="T107" fmla="*/ 44563 h 1175"/>
                <a:gd name="T108" fmla="*/ 218419 w 1176"/>
                <a:gd name="T109" fmla="*/ 17250 h 1175"/>
                <a:gd name="T110" fmla="*/ 195352 w 1176"/>
                <a:gd name="T111" fmla="*/ 30548 h 1175"/>
                <a:gd name="T112" fmla="*/ 178412 w 1176"/>
                <a:gd name="T113" fmla="*/ 43485 h 1175"/>
                <a:gd name="T114" fmla="*/ 76771 w 1176"/>
                <a:gd name="T115" fmla="*/ 44563 h 1175"/>
                <a:gd name="T116" fmla="*/ 28834 w 1176"/>
                <a:gd name="T117" fmla="*/ 15094 h 1175"/>
                <a:gd name="T118" fmla="*/ 3965 w 1176"/>
                <a:gd name="T119" fmla="*/ 0 h 1175"/>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1176" h="1175">
                  <a:moveTo>
                    <a:pt x="3" y="7"/>
                  </a:moveTo>
                  <a:lnTo>
                    <a:pt x="3" y="7"/>
                  </a:lnTo>
                  <a:cubicBezTo>
                    <a:pt x="0" y="16"/>
                    <a:pt x="17" y="48"/>
                    <a:pt x="43" y="80"/>
                  </a:cubicBezTo>
                  <a:cubicBezTo>
                    <a:pt x="90" y="136"/>
                    <a:pt x="113" y="173"/>
                    <a:pt x="125" y="212"/>
                  </a:cubicBezTo>
                  <a:cubicBezTo>
                    <a:pt x="160" y="323"/>
                    <a:pt x="159" y="422"/>
                    <a:pt x="122" y="494"/>
                  </a:cubicBezTo>
                  <a:cubicBezTo>
                    <a:pt x="117" y="504"/>
                    <a:pt x="101" y="526"/>
                    <a:pt x="86" y="541"/>
                  </a:cubicBezTo>
                  <a:cubicBezTo>
                    <a:pt x="54" y="574"/>
                    <a:pt x="49" y="583"/>
                    <a:pt x="49" y="605"/>
                  </a:cubicBezTo>
                  <a:cubicBezTo>
                    <a:pt x="49" y="647"/>
                    <a:pt x="83" y="674"/>
                    <a:pt x="125" y="663"/>
                  </a:cubicBezTo>
                  <a:cubicBezTo>
                    <a:pt x="137" y="659"/>
                    <a:pt x="152" y="652"/>
                    <a:pt x="159" y="646"/>
                  </a:cubicBezTo>
                  <a:cubicBezTo>
                    <a:pt x="175" y="631"/>
                    <a:pt x="212" y="569"/>
                    <a:pt x="224" y="536"/>
                  </a:cubicBezTo>
                  <a:cubicBezTo>
                    <a:pt x="249" y="471"/>
                    <a:pt x="248" y="377"/>
                    <a:pt x="220" y="292"/>
                  </a:cubicBezTo>
                  <a:cubicBezTo>
                    <a:pt x="214" y="270"/>
                    <a:pt x="209" y="252"/>
                    <a:pt x="210" y="251"/>
                  </a:cubicBezTo>
                  <a:cubicBezTo>
                    <a:pt x="212" y="249"/>
                    <a:pt x="286" y="325"/>
                    <a:pt x="338" y="382"/>
                  </a:cubicBezTo>
                  <a:cubicBezTo>
                    <a:pt x="387" y="436"/>
                    <a:pt x="449" y="517"/>
                    <a:pt x="475" y="561"/>
                  </a:cubicBezTo>
                  <a:cubicBezTo>
                    <a:pt x="529" y="655"/>
                    <a:pt x="562" y="795"/>
                    <a:pt x="548" y="873"/>
                  </a:cubicBezTo>
                  <a:cubicBezTo>
                    <a:pt x="525" y="995"/>
                    <a:pt x="398" y="1100"/>
                    <a:pt x="282" y="1092"/>
                  </a:cubicBezTo>
                  <a:cubicBezTo>
                    <a:pt x="210" y="1086"/>
                    <a:pt x="138" y="1037"/>
                    <a:pt x="107" y="973"/>
                  </a:cubicBezTo>
                  <a:cubicBezTo>
                    <a:pt x="90" y="940"/>
                    <a:pt x="90" y="873"/>
                    <a:pt x="106" y="835"/>
                  </a:cubicBezTo>
                  <a:cubicBezTo>
                    <a:pt x="119" y="806"/>
                    <a:pt x="151" y="771"/>
                    <a:pt x="168" y="769"/>
                  </a:cubicBezTo>
                  <a:cubicBezTo>
                    <a:pt x="207" y="763"/>
                    <a:pt x="224" y="788"/>
                    <a:pt x="224" y="854"/>
                  </a:cubicBezTo>
                  <a:cubicBezTo>
                    <a:pt x="224" y="903"/>
                    <a:pt x="230" y="913"/>
                    <a:pt x="265" y="924"/>
                  </a:cubicBezTo>
                  <a:cubicBezTo>
                    <a:pt x="284" y="929"/>
                    <a:pt x="288" y="929"/>
                    <a:pt x="304" y="920"/>
                  </a:cubicBezTo>
                  <a:cubicBezTo>
                    <a:pt x="330" y="905"/>
                    <a:pt x="347" y="869"/>
                    <a:pt x="344" y="836"/>
                  </a:cubicBezTo>
                  <a:cubicBezTo>
                    <a:pt x="341" y="803"/>
                    <a:pt x="311" y="760"/>
                    <a:pt x="270" y="728"/>
                  </a:cubicBezTo>
                  <a:cubicBezTo>
                    <a:pt x="243" y="707"/>
                    <a:pt x="235" y="704"/>
                    <a:pt x="208" y="702"/>
                  </a:cubicBezTo>
                  <a:cubicBezTo>
                    <a:pt x="181" y="699"/>
                    <a:pt x="173" y="702"/>
                    <a:pt x="149" y="714"/>
                  </a:cubicBezTo>
                  <a:cubicBezTo>
                    <a:pt x="74" y="755"/>
                    <a:pt x="36" y="839"/>
                    <a:pt x="49" y="938"/>
                  </a:cubicBezTo>
                  <a:cubicBezTo>
                    <a:pt x="63" y="1056"/>
                    <a:pt x="201" y="1174"/>
                    <a:pt x="304" y="1159"/>
                  </a:cubicBezTo>
                  <a:cubicBezTo>
                    <a:pt x="391" y="1147"/>
                    <a:pt x="492" y="1089"/>
                    <a:pt x="539" y="1025"/>
                  </a:cubicBezTo>
                  <a:cubicBezTo>
                    <a:pt x="597" y="946"/>
                    <a:pt x="627" y="840"/>
                    <a:pt x="616" y="753"/>
                  </a:cubicBezTo>
                  <a:cubicBezTo>
                    <a:pt x="611" y="712"/>
                    <a:pt x="578" y="600"/>
                    <a:pt x="560" y="567"/>
                  </a:cubicBezTo>
                  <a:lnTo>
                    <a:pt x="552" y="551"/>
                  </a:lnTo>
                  <a:lnTo>
                    <a:pt x="568" y="559"/>
                  </a:lnTo>
                  <a:cubicBezTo>
                    <a:pt x="601" y="577"/>
                    <a:pt x="712" y="610"/>
                    <a:pt x="754" y="616"/>
                  </a:cubicBezTo>
                  <a:cubicBezTo>
                    <a:pt x="841" y="626"/>
                    <a:pt x="947" y="596"/>
                    <a:pt x="1026" y="538"/>
                  </a:cubicBezTo>
                  <a:cubicBezTo>
                    <a:pt x="1090" y="491"/>
                    <a:pt x="1148" y="389"/>
                    <a:pt x="1160" y="304"/>
                  </a:cubicBezTo>
                  <a:cubicBezTo>
                    <a:pt x="1175" y="199"/>
                    <a:pt x="1057" y="63"/>
                    <a:pt x="939" y="48"/>
                  </a:cubicBezTo>
                  <a:cubicBezTo>
                    <a:pt x="841" y="35"/>
                    <a:pt x="756" y="73"/>
                    <a:pt x="715" y="149"/>
                  </a:cubicBezTo>
                  <a:cubicBezTo>
                    <a:pt x="702" y="171"/>
                    <a:pt x="701" y="180"/>
                    <a:pt x="702" y="207"/>
                  </a:cubicBezTo>
                  <a:cubicBezTo>
                    <a:pt x="705" y="234"/>
                    <a:pt x="708" y="242"/>
                    <a:pt x="728" y="269"/>
                  </a:cubicBezTo>
                  <a:cubicBezTo>
                    <a:pt x="761" y="311"/>
                    <a:pt x="805" y="341"/>
                    <a:pt x="837" y="343"/>
                  </a:cubicBezTo>
                  <a:cubicBezTo>
                    <a:pt x="870" y="346"/>
                    <a:pt x="906" y="329"/>
                    <a:pt x="921" y="303"/>
                  </a:cubicBezTo>
                  <a:cubicBezTo>
                    <a:pt x="930" y="288"/>
                    <a:pt x="930" y="283"/>
                    <a:pt x="924" y="264"/>
                  </a:cubicBezTo>
                  <a:cubicBezTo>
                    <a:pt x="914" y="228"/>
                    <a:pt x="904" y="222"/>
                    <a:pt x="855" y="222"/>
                  </a:cubicBezTo>
                  <a:cubicBezTo>
                    <a:pt x="789" y="222"/>
                    <a:pt x="764" y="207"/>
                    <a:pt x="770" y="167"/>
                  </a:cubicBezTo>
                  <a:cubicBezTo>
                    <a:pt x="772" y="150"/>
                    <a:pt x="807" y="119"/>
                    <a:pt x="836" y="106"/>
                  </a:cubicBezTo>
                  <a:cubicBezTo>
                    <a:pt x="874" y="89"/>
                    <a:pt x="941" y="89"/>
                    <a:pt x="974" y="106"/>
                  </a:cubicBezTo>
                  <a:cubicBezTo>
                    <a:pt x="1038" y="137"/>
                    <a:pt x="1088" y="210"/>
                    <a:pt x="1093" y="280"/>
                  </a:cubicBezTo>
                  <a:cubicBezTo>
                    <a:pt x="1101" y="397"/>
                    <a:pt x="997" y="524"/>
                    <a:pt x="873" y="547"/>
                  </a:cubicBezTo>
                  <a:cubicBezTo>
                    <a:pt x="795" y="561"/>
                    <a:pt x="656" y="528"/>
                    <a:pt x="562" y="474"/>
                  </a:cubicBezTo>
                  <a:cubicBezTo>
                    <a:pt x="518" y="448"/>
                    <a:pt x="437" y="386"/>
                    <a:pt x="383" y="337"/>
                  </a:cubicBezTo>
                  <a:cubicBezTo>
                    <a:pt x="326" y="285"/>
                    <a:pt x="250" y="211"/>
                    <a:pt x="252" y="208"/>
                  </a:cubicBezTo>
                  <a:cubicBezTo>
                    <a:pt x="253" y="208"/>
                    <a:pt x="272" y="212"/>
                    <a:pt x="293" y="220"/>
                  </a:cubicBezTo>
                  <a:cubicBezTo>
                    <a:pt x="378" y="247"/>
                    <a:pt x="472" y="248"/>
                    <a:pt x="537" y="223"/>
                  </a:cubicBezTo>
                  <a:cubicBezTo>
                    <a:pt x="570" y="211"/>
                    <a:pt x="632" y="174"/>
                    <a:pt x="647" y="157"/>
                  </a:cubicBezTo>
                  <a:cubicBezTo>
                    <a:pt x="653" y="151"/>
                    <a:pt x="661" y="136"/>
                    <a:pt x="664" y="124"/>
                  </a:cubicBezTo>
                  <a:cubicBezTo>
                    <a:pt x="675" y="82"/>
                    <a:pt x="649" y="48"/>
                    <a:pt x="606" y="48"/>
                  </a:cubicBezTo>
                  <a:cubicBezTo>
                    <a:pt x="584" y="48"/>
                    <a:pt x="575" y="53"/>
                    <a:pt x="542" y="85"/>
                  </a:cubicBezTo>
                  <a:cubicBezTo>
                    <a:pt x="526" y="100"/>
                    <a:pt x="506" y="116"/>
                    <a:pt x="495" y="121"/>
                  </a:cubicBezTo>
                  <a:cubicBezTo>
                    <a:pt x="423" y="159"/>
                    <a:pt x="324" y="159"/>
                    <a:pt x="213" y="124"/>
                  </a:cubicBezTo>
                  <a:cubicBezTo>
                    <a:pt x="174" y="111"/>
                    <a:pt x="137" y="89"/>
                    <a:pt x="80" y="42"/>
                  </a:cubicBezTo>
                  <a:cubicBezTo>
                    <a:pt x="55" y="21"/>
                    <a:pt x="20" y="0"/>
                    <a:pt x="11" y="0"/>
                  </a:cubicBezTo>
                  <a:cubicBezTo>
                    <a:pt x="8" y="0"/>
                    <a:pt x="5" y="3"/>
                    <a:pt x="3" y="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884" name="Freeform 55">
              <a:extLst>
                <a:ext uri="{FF2B5EF4-FFF2-40B4-BE49-F238E27FC236}">
                  <a16:creationId xmlns:a16="http://schemas.microsoft.com/office/drawing/2014/main" id="{C20C3D96-1374-2F4C-A4B9-D27AAEC5D4C8}"/>
                </a:ext>
              </a:extLst>
            </p:cNvPr>
            <p:cNvSpPr>
              <a:spLocks noChangeArrowheads="1"/>
            </p:cNvSpPr>
            <p:nvPr/>
          </p:nvSpPr>
          <p:spPr bwMode="auto">
            <a:xfrm>
              <a:off x="2776538" y="319088"/>
              <a:ext cx="50800" cy="42862"/>
            </a:xfrm>
            <a:custGeom>
              <a:avLst/>
              <a:gdLst>
                <a:gd name="T0" fmla="*/ 14514 w 140"/>
                <a:gd name="T1" fmla="*/ 6483 h 119"/>
                <a:gd name="T2" fmla="*/ 14514 w 140"/>
                <a:gd name="T3" fmla="*/ 6483 h 119"/>
                <a:gd name="T4" fmla="*/ 0 w 140"/>
                <a:gd name="T5" fmla="*/ 23052 h 119"/>
                <a:gd name="T6" fmla="*/ 0 w 140"/>
                <a:gd name="T7" fmla="*/ 23052 h 119"/>
                <a:gd name="T8" fmla="*/ 6531 w 140"/>
                <a:gd name="T9" fmla="*/ 34218 h 119"/>
                <a:gd name="T10" fmla="*/ 6531 w 140"/>
                <a:gd name="T11" fmla="*/ 34218 h 119"/>
                <a:gd name="T12" fmla="*/ 31569 w 140"/>
                <a:gd name="T13" fmla="*/ 36739 h 119"/>
                <a:gd name="T14" fmla="*/ 31569 w 140"/>
                <a:gd name="T15" fmla="*/ 36739 h 119"/>
                <a:gd name="T16" fmla="*/ 14514 w 140"/>
                <a:gd name="T17" fmla="*/ 6483 h 11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40" h="119">
                  <a:moveTo>
                    <a:pt x="40" y="18"/>
                  </a:moveTo>
                  <a:lnTo>
                    <a:pt x="40" y="18"/>
                  </a:lnTo>
                  <a:cubicBezTo>
                    <a:pt x="19" y="24"/>
                    <a:pt x="0" y="46"/>
                    <a:pt x="0" y="64"/>
                  </a:cubicBezTo>
                  <a:cubicBezTo>
                    <a:pt x="0" y="71"/>
                    <a:pt x="8" y="84"/>
                    <a:pt x="18" y="95"/>
                  </a:cubicBezTo>
                  <a:cubicBezTo>
                    <a:pt x="40" y="116"/>
                    <a:pt x="60" y="118"/>
                    <a:pt x="87" y="102"/>
                  </a:cubicBezTo>
                  <a:cubicBezTo>
                    <a:pt x="139" y="71"/>
                    <a:pt x="98" y="0"/>
                    <a:pt x="40" y="1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885" name="Freeform 57">
              <a:extLst>
                <a:ext uri="{FF2B5EF4-FFF2-40B4-BE49-F238E27FC236}">
                  <a16:creationId xmlns:a16="http://schemas.microsoft.com/office/drawing/2014/main" id="{436FD774-98C4-034A-AEB0-982685281AB8}"/>
                </a:ext>
              </a:extLst>
            </p:cNvPr>
            <p:cNvSpPr>
              <a:spLocks noChangeArrowheads="1"/>
            </p:cNvSpPr>
            <p:nvPr/>
          </p:nvSpPr>
          <p:spPr bwMode="auto">
            <a:xfrm>
              <a:off x="2692400" y="322263"/>
              <a:ext cx="38100" cy="41275"/>
            </a:xfrm>
            <a:custGeom>
              <a:avLst/>
              <a:gdLst>
                <a:gd name="T0" fmla="*/ 9970 w 107"/>
                <a:gd name="T1" fmla="*/ 7896 h 115"/>
                <a:gd name="T2" fmla="*/ 9970 w 107"/>
                <a:gd name="T3" fmla="*/ 7896 h 115"/>
                <a:gd name="T4" fmla="*/ 0 w 107"/>
                <a:gd name="T5" fmla="*/ 25483 h 115"/>
                <a:gd name="T6" fmla="*/ 0 w 107"/>
                <a:gd name="T7" fmla="*/ 25483 h 115"/>
                <a:gd name="T8" fmla="*/ 16736 w 107"/>
                <a:gd name="T9" fmla="*/ 40916 h 115"/>
                <a:gd name="T10" fmla="*/ 16736 w 107"/>
                <a:gd name="T11" fmla="*/ 40916 h 115"/>
                <a:gd name="T12" fmla="*/ 37744 w 107"/>
                <a:gd name="T13" fmla="*/ 20099 h 115"/>
                <a:gd name="T14" fmla="*/ 37744 w 107"/>
                <a:gd name="T15" fmla="*/ 20099 h 115"/>
                <a:gd name="T16" fmla="*/ 9970 w 107"/>
                <a:gd name="T17" fmla="*/ 7896 h 1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07" h="115">
                  <a:moveTo>
                    <a:pt x="28" y="22"/>
                  </a:moveTo>
                  <a:lnTo>
                    <a:pt x="28" y="22"/>
                  </a:lnTo>
                  <a:cubicBezTo>
                    <a:pt x="14" y="32"/>
                    <a:pt x="0" y="56"/>
                    <a:pt x="0" y="71"/>
                  </a:cubicBezTo>
                  <a:cubicBezTo>
                    <a:pt x="0" y="89"/>
                    <a:pt x="28" y="114"/>
                    <a:pt x="47" y="114"/>
                  </a:cubicBezTo>
                  <a:cubicBezTo>
                    <a:pt x="82" y="114"/>
                    <a:pt x="106" y="90"/>
                    <a:pt x="106" y="56"/>
                  </a:cubicBezTo>
                  <a:cubicBezTo>
                    <a:pt x="106" y="20"/>
                    <a:pt x="58" y="0"/>
                    <a:pt x="28" y="2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886" name="Freeform 59">
              <a:extLst>
                <a:ext uri="{FF2B5EF4-FFF2-40B4-BE49-F238E27FC236}">
                  <a16:creationId xmlns:a16="http://schemas.microsoft.com/office/drawing/2014/main" id="{69EAC964-C5EB-014A-851C-FDB705ECEDA7}"/>
                </a:ext>
              </a:extLst>
            </p:cNvPr>
            <p:cNvSpPr>
              <a:spLocks noChangeArrowheads="1"/>
            </p:cNvSpPr>
            <p:nvPr/>
          </p:nvSpPr>
          <p:spPr bwMode="auto">
            <a:xfrm>
              <a:off x="2041525" y="333375"/>
              <a:ext cx="611188" cy="25400"/>
            </a:xfrm>
            <a:custGeom>
              <a:avLst/>
              <a:gdLst>
                <a:gd name="T0" fmla="*/ 3604 w 1696"/>
                <a:gd name="T1" fmla="*/ 4049 h 69"/>
                <a:gd name="T2" fmla="*/ 3604 w 1696"/>
                <a:gd name="T3" fmla="*/ 4049 h 69"/>
                <a:gd name="T4" fmla="*/ 4685 w 1696"/>
                <a:gd name="T5" fmla="*/ 21351 h 69"/>
                <a:gd name="T6" fmla="*/ 4685 w 1696"/>
                <a:gd name="T7" fmla="*/ 21351 h 69"/>
                <a:gd name="T8" fmla="*/ 593530 w 1696"/>
                <a:gd name="T9" fmla="*/ 21719 h 69"/>
                <a:gd name="T10" fmla="*/ 593530 w 1696"/>
                <a:gd name="T11" fmla="*/ 21719 h 69"/>
                <a:gd name="T12" fmla="*/ 606864 w 1696"/>
                <a:gd name="T13" fmla="*/ 10675 h 69"/>
                <a:gd name="T14" fmla="*/ 606864 w 1696"/>
                <a:gd name="T15" fmla="*/ 10675 h 69"/>
                <a:gd name="T16" fmla="*/ 595332 w 1696"/>
                <a:gd name="T17" fmla="*/ 4049 h 69"/>
                <a:gd name="T18" fmla="*/ 595332 w 1696"/>
                <a:gd name="T19" fmla="*/ 4049 h 69"/>
                <a:gd name="T20" fmla="*/ 296945 w 1696"/>
                <a:gd name="T21" fmla="*/ 1472 h 69"/>
                <a:gd name="T22" fmla="*/ 7207 w 1696"/>
                <a:gd name="T23" fmla="*/ 0 h 69"/>
                <a:gd name="T24" fmla="*/ 3604 w 1696"/>
                <a:gd name="T25" fmla="*/ 4049 h 6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96" h="69">
                  <a:moveTo>
                    <a:pt x="10" y="11"/>
                  </a:moveTo>
                  <a:lnTo>
                    <a:pt x="10" y="11"/>
                  </a:lnTo>
                  <a:cubicBezTo>
                    <a:pt x="0" y="22"/>
                    <a:pt x="1" y="44"/>
                    <a:pt x="13" y="58"/>
                  </a:cubicBezTo>
                  <a:cubicBezTo>
                    <a:pt x="21" y="67"/>
                    <a:pt x="1593" y="68"/>
                    <a:pt x="1647" y="59"/>
                  </a:cubicBezTo>
                  <a:cubicBezTo>
                    <a:pt x="1689" y="52"/>
                    <a:pt x="1695" y="48"/>
                    <a:pt x="1684" y="29"/>
                  </a:cubicBezTo>
                  <a:cubicBezTo>
                    <a:pt x="1678" y="18"/>
                    <a:pt x="1670" y="13"/>
                    <a:pt x="1652" y="11"/>
                  </a:cubicBezTo>
                  <a:cubicBezTo>
                    <a:pt x="1639" y="9"/>
                    <a:pt x="1266" y="6"/>
                    <a:pt x="824" y="4"/>
                  </a:cubicBezTo>
                  <a:lnTo>
                    <a:pt x="20" y="0"/>
                  </a:lnTo>
                  <a:lnTo>
                    <a:pt x="10" y="11"/>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887" name="Freeform 62">
              <a:extLst>
                <a:ext uri="{FF2B5EF4-FFF2-40B4-BE49-F238E27FC236}">
                  <a16:creationId xmlns:a16="http://schemas.microsoft.com/office/drawing/2014/main" id="{14CB368C-FBDF-0D42-8D00-C9F47E10D8D3}"/>
                </a:ext>
              </a:extLst>
            </p:cNvPr>
            <p:cNvSpPr>
              <a:spLocks noChangeArrowheads="1"/>
            </p:cNvSpPr>
            <p:nvPr/>
          </p:nvSpPr>
          <p:spPr bwMode="auto">
            <a:xfrm>
              <a:off x="2481263" y="398463"/>
              <a:ext cx="41275" cy="41275"/>
            </a:xfrm>
            <a:custGeom>
              <a:avLst/>
              <a:gdLst>
                <a:gd name="T0" fmla="*/ 14944 w 116"/>
                <a:gd name="T1" fmla="*/ 5844 h 113"/>
                <a:gd name="T2" fmla="*/ 14944 w 116"/>
                <a:gd name="T3" fmla="*/ 5844 h 113"/>
                <a:gd name="T4" fmla="*/ 35582 w 116"/>
                <a:gd name="T5" fmla="*/ 28491 h 113"/>
                <a:gd name="T6" fmla="*/ 35582 w 116"/>
                <a:gd name="T7" fmla="*/ 28491 h 113"/>
                <a:gd name="T8" fmla="*/ 39852 w 116"/>
                <a:gd name="T9" fmla="*/ 16437 h 113"/>
                <a:gd name="T10" fmla="*/ 39852 w 116"/>
                <a:gd name="T11" fmla="*/ 16437 h 113"/>
                <a:gd name="T12" fmla="*/ 35582 w 116"/>
                <a:gd name="T13" fmla="*/ 5114 h 113"/>
                <a:gd name="T14" fmla="*/ 35582 w 116"/>
                <a:gd name="T15" fmla="*/ 5114 h 113"/>
                <a:gd name="T16" fmla="*/ 14944 w 116"/>
                <a:gd name="T17" fmla="*/ 5844 h 11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16" h="113">
                  <a:moveTo>
                    <a:pt x="42" y="16"/>
                  </a:moveTo>
                  <a:lnTo>
                    <a:pt x="42" y="16"/>
                  </a:lnTo>
                  <a:cubicBezTo>
                    <a:pt x="0" y="52"/>
                    <a:pt x="56" y="112"/>
                    <a:pt x="100" y="78"/>
                  </a:cubicBezTo>
                  <a:cubicBezTo>
                    <a:pt x="113" y="67"/>
                    <a:pt x="115" y="63"/>
                    <a:pt x="112" y="45"/>
                  </a:cubicBezTo>
                  <a:cubicBezTo>
                    <a:pt x="110" y="34"/>
                    <a:pt x="105" y="20"/>
                    <a:pt x="100" y="14"/>
                  </a:cubicBezTo>
                  <a:cubicBezTo>
                    <a:pt x="87" y="0"/>
                    <a:pt x="59" y="1"/>
                    <a:pt x="42" y="1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888" name="Freeform 64">
              <a:extLst>
                <a:ext uri="{FF2B5EF4-FFF2-40B4-BE49-F238E27FC236}">
                  <a16:creationId xmlns:a16="http://schemas.microsoft.com/office/drawing/2014/main" id="{2B032745-69DB-4D49-A992-6D555AFAFDE9}"/>
                </a:ext>
              </a:extLst>
            </p:cNvPr>
            <p:cNvSpPr>
              <a:spLocks noChangeArrowheads="1"/>
            </p:cNvSpPr>
            <p:nvPr/>
          </p:nvSpPr>
          <p:spPr bwMode="auto">
            <a:xfrm>
              <a:off x="1706563" y="401638"/>
              <a:ext cx="752475" cy="754062"/>
            </a:xfrm>
            <a:custGeom>
              <a:avLst/>
              <a:gdLst>
                <a:gd name="T0" fmla="*/ 449615 w 2092"/>
                <a:gd name="T1" fmla="*/ 352352 h 2093"/>
                <a:gd name="T2" fmla="*/ 486303 w 2092"/>
                <a:gd name="T3" fmla="*/ 487096 h 2093"/>
                <a:gd name="T4" fmla="*/ 352138 w 2092"/>
                <a:gd name="T5" fmla="*/ 450348 h 2093"/>
                <a:gd name="T6" fmla="*/ 290631 w 2092"/>
                <a:gd name="T7" fmla="*/ 291105 h 2093"/>
                <a:gd name="T8" fmla="*/ 453931 w 2092"/>
                <a:gd name="T9" fmla="*/ 1441 h 2093"/>
                <a:gd name="T10" fmla="*/ 394941 w 2092"/>
                <a:gd name="T11" fmla="*/ 68813 h 2093"/>
                <a:gd name="T12" fmla="*/ 196751 w 2092"/>
                <a:gd name="T13" fmla="*/ 169691 h 2093"/>
                <a:gd name="T14" fmla="*/ 149272 w 2092"/>
                <a:gd name="T15" fmla="*/ 149515 h 2093"/>
                <a:gd name="T16" fmla="*/ 169415 w 2092"/>
                <a:gd name="T17" fmla="*/ 197072 h 2093"/>
                <a:gd name="T18" fmla="*/ 68701 w 2092"/>
                <a:gd name="T19" fmla="*/ 395946 h 2093"/>
                <a:gd name="T20" fmla="*/ 719 w 2092"/>
                <a:gd name="T21" fmla="*/ 580048 h 2093"/>
                <a:gd name="T22" fmla="*/ 14388 w 2092"/>
                <a:gd name="T23" fmla="*/ 750099 h 2093"/>
                <a:gd name="T24" fmla="*/ 25178 w 2092"/>
                <a:gd name="T25" fmla="*/ 492140 h 2093"/>
                <a:gd name="T26" fmla="*/ 36689 w 2092"/>
                <a:gd name="T27" fmla="*/ 437378 h 2093"/>
                <a:gd name="T28" fmla="*/ 192795 w 2092"/>
                <a:gd name="T29" fmla="*/ 294707 h 2093"/>
                <a:gd name="T30" fmla="*/ 205384 w 2092"/>
                <a:gd name="T31" fmla="*/ 248232 h 2093"/>
                <a:gd name="T32" fmla="*/ 200348 w 2092"/>
                <a:gd name="T33" fmla="*/ 420445 h 2093"/>
                <a:gd name="T34" fmla="*/ 71938 w 2092"/>
                <a:gd name="T35" fmla="*/ 620399 h 2093"/>
                <a:gd name="T36" fmla="*/ 61507 w 2092"/>
                <a:gd name="T37" fmla="*/ 669757 h 2093"/>
                <a:gd name="T38" fmla="*/ 109706 w 2092"/>
                <a:gd name="T39" fmla="*/ 637692 h 2093"/>
                <a:gd name="T40" fmla="*/ 165098 w 2092"/>
                <a:gd name="T41" fmla="*/ 700020 h 2093"/>
                <a:gd name="T42" fmla="*/ 172292 w 2092"/>
                <a:gd name="T43" fmla="*/ 565637 h 2093"/>
                <a:gd name="T44" fmla="*/ 243152 w 2092"/>
                <a:gd name="T45" fmla="*/ 328934 h 2093"/>
                <a:gd name="T46" fmla="*/ 259338 w 2092"/>
                <a:gd name="T47" fmla="*/ 376130 h 2093"/>
                <a:gd name="T48" fmla="*/ 263654 w 2092"/>
                <a:gd name="T49" fmla="*/ 594459 h 2093"/>
                <a:gd name="T50" fmla="*/ 324802 w 2092"/>
                <a:gd name="T51" fmla="*/ 705064 h 2093"/>
                <a:gd name="T52" fmla="*/ 448176 w 2092"/>
                <a:gd name="T53" fmla="*/ 648861 h 2093"/>
                <a:gd name="T54" fmla="*/ 390625 w 2092"/>
                <a:gd name="T55" fmla="*/ 535373 h 2093"/>
                <a:gd name="T56" fmla="*/ 379115 w 2092"/>
                <a:gd name="T57" fmla="*/ 593738 h 2093"/>
                <a:gd name="T58" fmla="*/ 408250 w 2092"/>
                <a:gd name="T59" fmla="*/ 668676 h 2093"/>
                <a:gd name="T60" fmla="*/ 293868 w 2092"/>
                <a:gd name="T61" fmla="*/ 617156 h 2093"/>
                <a:gd name="T62" fmla="*/ 269769 w 2092"/>
                <a:gd name="T63" fmla="*/ 323169 h 2093"/>
                <a:gd name="T64" fmla="*/ 254302 w 2092"/>
                <a:gd name="T65" fmla="*/ 278855 h 2093"/>
                <a:gd name="T66" fmla="*/ 319766 w 2092"/>
                <a:gd name="T67" fmla="*/ 440980 h 2093"/>
                <a:gd name="T68" fmla="*/ 360411 w 2092"/>
                <a:gd name="T69" fmla="*/ 479890 h 2093"/>
                <a:gd name="T70" fmla="*/ 557162 w 2092"/>
                <a:gd name="T71" fmla="*/ 545821 h 2093"/>
                <a:gd name="T72" fmla="*/ 470117 w 2092"/>
                <a:gd name="T73" fmla="*/ 327493 h 2093"/>
                <a:gd name="T74" fmla="*/ 314730 w 2092"/>
                <a:gd name="T75" fmla="*/ 277774 h 2093"/>
                <a:gd name="T76" fmla="*/ 293149 w 2092"/>
                <a:gd name="T77" fmla="*/ 260481 h 2093"/>
                <a:gd name="T78" fmla="*/ 471196 w 2092"/>
                <a:gd name="T79" fmla="*/ 282818 h 2093"/>
                <a:gd name="T80" fmla="*/ 683774 w 2092"/>
                <a:gd name="T81" fmla="*/ 365322 h 2093"/>
                <a:gd name="T82" fmla="*/ 643848 w 2092"/>
                <a:gd name="T83" fmla="*/ 414320 h 2093"/>
                <a:gd name="T84" fmla="*/ 549249 w 2092"/>
                <a:gd name="T85" fmla="*/ 364962 h 2093"/>
                <a:gd name="T86" fmla="*/ 548890 w 2092"/>
                <a:gd name="T87" fmla="*/ 426209 h 2093"/>
                <a:gd name="T88" fmla="*/ 685932 w 2092"/>
                <a:gd name="T89" fmla="*/ 424408 h 2093"/>
                <a:gd name="T90" fmla="*/ 687371 w 2092"/>
                <a:gd name="T91" fmla="*/ 303714 h 2093"/>
                <a:gd name="T92" fmla="*/ 485584 w 2092"/>
                <a:gd name="T93" fmla="*/ 261202 h 2093"/>
                <a:gd name="T94" fmla="*/ 309335 w 2092"/>
                <a:gd name="T95" fmla="*/ 246790 h 2093"/>
                <a:gd name="T96" fmla="*/ 481267 w 2092"/>
                <a:gd name="T97" fmla="*/ 203197 h 2093"/>
                <a:gd name="T98" fmla="*/ 669027 w 2092"/>
                <a:gd name="T99" fmla="*/ 163566 h 2093"/>
                <a:gd name="T100" fmla="*/ 700320 w 2092"/>
                <a:gd name="T101" fmla="*/ 154199 h 2093"/>
                <a:gd name="T102" fmla="*/ 643129 w 2092"/>
                <a:gd name="T103" fmla="*/ 96194 h 2093"/>
                <a:gd name="T104" fmla="*/ 655358 w 2092"/>
                <a:gd name="T105" fmla="*/ 59446 h 2093"/>
                <a:gd name="T106" fmla="*/ 536300 w 2092"/>
                <a:gd name="T107" fmla="*/ 126818 h 2093"/>
                <a:gd name="T108" fmla="*/ 328039 w 2092"/>
                <a:gd name="T109" fmla="*/ 218329 h 2093"/>
                <a:gd name="T110" fmla="*/ 254662 w 2092"/>
                <a:gd name="T111" fmla="*/ 198513 h 2093"/>
                <a:gd name="T112" fmla="*/ 402135 w 2092"/>
                <a:gd name="T113" fmla="*/ 119612 h 2093"/>
                <a:gd name="T114" fmla="*/ 439543 w 2092"/>
                <a:gd name="T115" fmla="*/ 31344 h 2093"/>
                <a:gd name="T116" fmla="*/ 643848 w 2092"/>
                <a:gd name="T117" fmla="*/ 18734 h 2093"/>
                <a:gd name="T118" fmla="*/ 746360 w 2092"/>
                <a:gd name="T119" fmla="*/ 2522 h 2093"/>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2092" h="2093">
                  <a:moveTo>
                    <a:pt x="989" y="912"/>
                  </a:moveTo>
                  <a:lnTo>
                    <a:pt x="989" y="912"/>
                  </a:lnTo>
                  <a:cubicBezTo>
                    <a:pt x="1074" y="955"/>
                    <a:pt x="1146" y="976"/>
                    <a:pt x="1210" y="978"/>
                  </a:cubicBezTo>
                  <a:lnTo>
                    <a:pt x="1250" y="978"/>
                  </a:lnTo>
                  <a:lnTo>
                    <a:pt x="1259" y="1032"/>
                  </a:lnTo>
                  <a:cubicBezTo>
                    <a:pt x="1275" y="1120"/>
                    <a:pt x="1313" y="1263"/>
                    <a:pt x="1333" y="1308"/>
                  </a:cubicBezTo>
                  <a:lnTo>
                    <a:pt x="1352" y="1352"/>
                  </a:lnTo>
                  <a:lnTo>
                    <a:pt x="1309" y="1333"/>
                  </a:lnTo>
                  <a:cubicBezTo>
                    <a:pt x="1263" y="1314"/>
                    <a:pt x="1120" y="1275"/>
                    <a:pt x="1031" y="1259"/>
                  </a:cubicBezTo>
                  <a:lnTo>
                    <a:pt x="979" y="1250"/>
                  </a:lnTo>
                  <a:lnTo>
                    <a:pt x="977" y="1210"/>
                  </a:lnTo>
                  <a:cubicBezTo>
                    <a:pt x="976" y="1122"/>
                    <a:pt x="928" y="999"/>
                    <a:pt x="842" y="862"/>
                  </a:cubicBezTo>
                  <a:lnTo>
                    <a:pt x="808" y="808"/>
                  </a:lnTo>
                  <a:lnTo>
                    <a:pt x="862" y="842"/>
                  </a:lnTo>
                  <a:cubicBezTo>
                    <a:pt x="891" y="860"/>
                    <a:pt x="948" y="892"/>
                    <a:pt x="989" y="912"/>
                  </a:cubicBezTo>
                  <a:close/>
                  <a:moveTo>
                    <a:pt x="1262" y="4"/>
                  </a:moveTo>
                  <a:lnTo>
                    <a:pt x="1262" y="4"/>
                  </a:lnTo>
                  <a:cubicBezTo>
                    <a:pt x="1141" y="7"/>
                    <a:pt x="1126" y="11"/>
                    <a:pt x="1132" y="32"/>
                  </a:cubicBezTo>
                  <a:cubicBezTo>
                    <a:pt x="1135" y="46"/>
                    <a:pt x="1112" y="155"/>
                    <a:pt x="1098" y="191"/>
                  </a:cubicBezTo>
                  <a:cubicBezTo>
                    <a:pt x="1055" y="306"/>
                    <a:pt x="916" y="427"/>
                    <a:pt x="790" y="461"/>
                  </a:cubicBezTo>
                  <a:cubicBezTo>
                    <a:pt x="702" y="484"/>
                    <a:pt x="598" y="488"/>
                    <a:pt x="547" y="471"/>
                  </a:cubicBezTo>
                  <a:cubicBezTo>
                    <a:pt x="530" y="465"/>
                    <a:pt x="495" y="450"/>
                    <a:pt x="467" y="436"/>
                  </a:cubicBezTo>
                  <a:cubicBezTo>
                    <a:pt x="440" y="423"/>
                    <a:pt x="416" y="414"/>
                    <a:pt x="415" y="415"/>
                  </a:cubicBezTo>
                  <a:cubicBezTo>
                    <a:pt x="414" y="417"/>
                    <a:pt x="423" y="440"/>
                    <a:pt x="436" y="467"/>
                  </a:cubicBezTo>
                  <a:cubicBezTo>
                    <a:pt x="449" y="495"/>
                    <a:pt x="465" y="531"/>
                    <a:pt x="471" y="547"/>
                  </a:cubicBezTo>
                  <a:cubicBezTo>
                    <a:pt x="489" y="599"/>
                    <a:pt x="484" y="702"/>
                    <a:pt x="461" y="790"/>
                  </a:cubicBezTo>
                  <a:cubicBezTo>
                    <a:pt x="426" y="917"/>
                    <a:pt x="305" y="1056"/>
                    <a:pt x="191" y="1099"/>
                  </a:cubicBezTo>
                  <a:cubicBezTo>
                    <a:pt x="153" y="1113"/>
                    <a:pt x="74" y="1130"/>
                    <a:pt x="42" y="1132"/>
                  </a:cubicBezTo>
                  <a:cubicBezTo>
                    <a:pt x="0" y="1133"/>
                    <a:pt x="2" y="1105"/>
                    <a:pt x="2" y="1610"/>
                  </a:cubicBezTo>
                  <a:cubicBezTo>
                    <a:pt x="2" y="1856"/>
                    <a:pt x="4" y="2062"/>
                    <a:pt x="6" y="2070"/>
                  </a:cubicBezTo>
                  <a:cubicBezTo>
                    <a:pt x="11" y="2086"/>
                    <a:pt x="27" y="2092"/>
                    <a:pt x="40" y="2082"/>
                  </a:cubicBezTo>
                  <a:cubicBezTo>
                    <a:pt x="49" y="2076"/>
                    <a:pt x="50" y="2056"/>
                    <a:pt x="52" y="1790"/>
                  </a:cubicBezTo>
                  <a:cubicBezTo>
                    <a:pt x="55" y="1521"/>
                    <a:pt x="56" y="1496"/>
                    <a:pt x="70" y="1366"/>
                  </a:cubicBezTo>
                  <a:cubicBezTo>
                    <a:pt x="78" y="1290"/>
                    <a:pt x="86" y="1225"/>
                    <a:pt x="87" y="1221"/>
                  </a:cubicBezTo>
                  <a:cubicBezTo>
                    <a:pt x="88" y="1218"/>
                    <a:pt x="95" y="1214"/>
                    <a:pt x="102" y="1214"/>
                  </a:cubicBezTo>
                  <a:cubicBezTo>
                    <a:pt x="123" y="1214"/>
                    <a:pt x="199" y="1189"/>
                    <a:pt x="251" y="1164"/>
                  </a:cubicBezTo>
                  <a:cubicBezTo>
                    <a:pt x="384" y="1102"/>
                    <a:pt x="495" y="967"/>
                    <a:pt x="536" y="818"/>
                  </a:cubicBezTo>
                  <a:cubicBezTo>
                    <a:pt x="543" y="791"/>
                    <a:pt x="548" y="753"/>
                    <a:pt x="550" y="708"/>
                  </a:cubicBezTo>
                  <a:lnTo>
                    <a:pt x="554" y="639"/>
                  </a:lnTo>
                  <a:lnTo>
                    <a:pt x="571" y="689"/>
                  </a:lnTo>
                  <a:cubicBezTo>
                    <a:pt x="600" y="776"/>
                    <a:pt x="607" y="820"/>
                    <a:pt x="607" y="912"/>
                  </a:cubicBezTo>
                  <a:cubicBezTo>
                    <a:pt x="606" y="1009"/>
                    <a:pt x="593" y="1076"/>
                    <a:pt x="557" y="1167"/>
                  </a:cubicBezTo>
                  <a:cubicBezTo>
                    <a:pt x="516" y="1269"/>
                    <a:pt x="474" y="1337"/>
                    <a:pt x="352" y="1491"/>
                  </a:cubicBezTo>
                  <a:cubicBezTo>
                    <a:pt x="262" y="1605"/>
                    <a:pt x="241" y="1637"/>
                    <a:pt x="200" y="1722"/>
                  </a:cubicBezTo>
                  <a:cubicBezTo>
                    <a:pt x="174" y="1775"/>
                    <a:pt x="168" y="1795"/>
                    <a:pt x="165" y="1822"/>
                  </a:cubicBezTo>
                  <a:cubicBezTo>
                    <a:pt x="163" y="1849"/>
                    <a:pt x="164" y="1856"/>
                    <a:pt x="171" y="1859"/>
                  </a:cubicBezTo>
                  <a:cubicBezTo>
                    <a:pt x="180" y="1862"/>
                    <a:pt x="213" y="1839"/>
                    <a:pt x="267" y="1788"/>
                  </a:cubicBezTo>
                  <a:lnTo>
                    <a:pt x="301" y="1755"/>
                  </a:lnTo>
                  <a:lnTo>
                    <a:pt x="305" y="1770"/>
                  </a:lnTo>
                  <a:cubicBezTo>
                    <a:pt x="325" y="1860"/>
                    <a:pt x="375" y="1933"/>
                    <a:pt x="428" y="1947"/>
                  </a:cubicBezTo>
                  <a:cubicBezTo>
                    <a:pt x="449" y="1953"/>
                    <a:pt x="452" y="1952"/>
                    <a:pt x="459" y="1943"/>
                  </a:cubicBezTo>
                  <a:cubicBezTo>
                    <a:pt x="467" y="1934"/>
                    <a:pt x="467" y="1931"/>
                    <a:pt x="454" y="1860"/>
                  </a:cubicBezTo>
                  <a:cubicBezTo>
                    <a:pt x="437" y="1774"/>
                    <a:pt x="446" y="1678"/>
                    <a:pt x="479" y="1570"/>
                  </a:cubicBezTo>
                  <a:cubicBezTo>
                    <a:pt x="490" y="1535"/>
                    <a:pt x="528" y="1432"/>
                    <a:pt x="564" y="1338"/>
                  </a:cubicBezTo>
                  <a:cubicBezTo>
                    <a:pt x="666" y="1079"/>
                    <a:pt x="676" y="1039"/>
                    <a:pt x="676" y="913"/>
                  </a:cubicBezTo>
                  <a:lnTo>
                    <a:pt x="676" y="833"/>
                  </a:lnTo>
                  <a:lnTo>
                    <a:pt x="686" y="860"/>
                  </a:lnTo>
                  <a:cubicBezTo>
                    <a:pt x="699" y="903"/>
                    <a:pt x="714" y="979"/>
                    <a:pt x="721" y="1044"/>
                  </a:cubicBezTo>
                  <a:cubicBezTo>
                    <a:pt x="724" y="1082"/>
                    <a:pt x="726" y="1200"/>
                    <a:pt x="726" y="1350"/>
                  </a:cubicBezTo>
                  <a:cubicBezTo>
                    <a:pt x="724" y="1563"/>
                    <a:pt x="725" y="1601"/>
                    <a:pt x="733" y="1650"/>
                  </a:cubicBezTo>
                  <a:cubicBezTo>
                    <a:pt x="755" y="1778"/>
                    <a:pt x="787" y="1855"/>
                    <a:pt x="843" y="1910"/>
                  </a:cubicBezTo>
                  <a:cubicBezTo>
                    <a:pt x="862" y="1930"/>
                    <a:pt x="889" y="1950"/>
                    <a:pt x="903" y="1957"/>
                  </a:cubicBezTo>
                  <a:cubicBezTo>
                    <a:pt x="990" y="1997"/>
                    <a:pt x="1105" y="1977"/>
                    <a:pt x="1178" y="1907"/>
                  </a:cubicBezTo>
                  <a:cubicBezTo>
                    <a:pt x="1214" y="1872"/>
                    <a:pt x="1231" y="1846"/>
                    <a:pt x="1246" y="1801"/>
                  </a:cubicBezTo>
                  <a:cubicBezTo>
                    <a:pt x="1279" y="1700"/>
                    <a:pt x="1255" y="1592"/>
                    <a:pt x="1183" y="1526"/>
                  </a:cubicBezTo>
                  <a:cubicBezTo>
                    <a:pt x="1149" y="1495"/>
                    <a:pt x="1128" y="1486"/>
                    <a:pt x="1086" y="1486"/>
                  </a:cubicBezTo>
                  <a:cubicBezTo>
                    <a:pt x="1050" y="1486"/>
                    <a:pt x="1021" y="1501"/>
                    <a:pt x="1013" y="1526"/>
                  </a:cubicBezTo>
                  <a:cubicBezTo>
                    <a:pt x="996" y="1577"/>
                    <a:pt x="1011" y="1621"/>
                    <a:pt x="1054" y="1648"/>
                  </a:cubicBezTo>
                  <a:cubicBezTo>
                    <a:pt x="1125" y="1693"/>
                    <a:pt x="1146" y="1725"/>
                    <a:pt x="1150" y="1790"/>
                  </a:cubicBezTo>
                  <a:cubicBezTo>
                    <a:pt x="1152" y="1832"/>
                    <a:pt x="1152" y="1834"/>
                    <a:pt x="1135" y="1856"/>
                  </a:cubicBezTo>
                  <a:cubicBezTo>
                    <a:pt x="1105" y="1898"/>
                    <a:pt x="1071" y="1910"/>
                    <a:pt x="1014" y="1900"/>
                  </a:cubicBezTo>
                  <a:cubicBezTo>
                    <a:pt x="918" y="1884"/>
                    <a:pt x="852" y="1822"/>
                    <a:pt x="817" y="1713"/>
                  </a:cubicBezTo>
                  <a:cubicBezTo>
                    <a:pt x="792" y="1635"/>
                    <a:pt x="789" y="1598"/>
                    <a:pt x="785" y="1310"/>
                  </a:cubicBezTo>
                  <a:cubicBezTo>
                    <a:pt x="780" y="1020"/>
                    <a:pt x="779" y="1008"/>
                    <a:pt x="750" y="897"/>
                  </a:cubicBezTo>
                  <a:cubicBezTo>
                    <a:pt x="743" y="869"/>
                    <a:pt x="731" y="833"/>
                    <a:pt x="724" y="815"/>
                  </a:cubicBezTo>
                  <a:cubicBezTo>
                    <a:pt x="716" y="797"/>
                    <a:pt x="709" y="778"/>
                    <a:pt x="707" y="774"/>
                  </a:cubicBezTo>
                  <a:cubicBezTo>
                    <a:pt x="702" y="761"/>
                    <a:pt x="741" y="821"/>
                    <a:pt x="772" y="875"/>
                  </a:cubicBezTo>
                  <a:cubicBezTo>
                    <a:pt x="810" y="942"/>
                    <a:pt x="869" y="1119"/>
                    <a:pt x="889" y="1224"/>
                  </a:cubicBezTo>
                  <a:cubicBezTo>
                    <a:pt x="896" y="1265"/>
                    <a:pt x="905" y="1302"/>
                    <a:pt x="909" y="1307"/>
                  </a:cubicBezTo>
                  <a:cubicBezTo>
                    <a:pt x="913" y="1313"/>
                    <a:pt x="944" y="1321"/>
                    <a:pt x="1002" y="1332"/>
                  </a:cubicBezTo>
                  <a:cubicBezTo>
                    <a:pt x="1223" y="1372"/>
                    <a:pt x="1346" y="1423"/>
                    <a:pt x="1515" y="1549"/>
                  </a:cubicBezTo>
                  <a:cubicBezTo>
                    <a:pt x="1616" y="1624"/>
                    <a:pt x="1625" y="1616"/>
                    <a:pt x="1549" y="1515"/>
                  </a:cubicBezTo>
                  <a:cubicBezTo>
                    <a:pt x="1424" y="1346"/>
                    <a:pt x="1371" y="1224"/>
                    <a:pt x="1332" y="1002"/>
                  </a:cubicBezTo>
                  <a:cubicBezTo>
                    <a:pt x="1321" y="945"/>
                    <a:pt x="1313" y="912"/>
                    <a:pt x="1307" y="909"/>
                  </a:cubicBezTo>
                  <a:cubicBezTo>
                    <a:pt x="1303" y="905"/>
                    <a:pt x="1265" y="897"/>
                    <a:pt x="1223" y="888"/>
                  </a:cubicBezTo>
                  <a:cubicBezTo>
                    <a:pt x="1118" y="869"/>
                    <a:pt x="942" y="810"/>
                    <a:pt x="875" y="771"/>
                  </a:cubicBezTo>
                  <a:cubicBezTo>
                    <a:pt x="821" y="741"/>
                    <a:pt x="761" y="703"/>
                    <a:pt x="774" y="707"/>
                  </a:cubicBezTo>
                  <a:cubicBezTo>
                    <a:pt x="779" y="709"/>
                    <a:pt x="797" y="716"/>
                    <a:pt x="815" y="723"/>
                  </a:cubicBezTo>
                  <a:cubicBezTo>
                    <a:pt x="833" y="731"/>
                    <a:pt x="870" y="743"/>
                    <a:pt x="897" y="750"/>
                  </a:cubicBezTo>
                  <a:cubicBezTo>
                    <a:pt x="1007" y="779"/>
                    <a:pt x="1020" y="780"/>
                    <a:pt x="1310" y="785"/>
                  </a:cubicBezTo>
                  <a:cubicBezTo>
                    <a:pt x="1599" y="789"/>
                    <a:pt x="1635" y="792"/>
                    <a:pt x="1713" y="817"/>
                  </a:cubicBezTo>
                  <a:cubicBezTo>
                    <a:pt x="1822" y="852"/>
                    <a:pt x="1885" y="918"/>
                    <a:pt x="1901" y="1014"/>
                  </a:cubicBezTo>
                  <a:cubicBezTo>
                    <a:pt x="1910" y="1072"/>
                    <a:pt x="1898" y="1105"/>
                    <a:pt x="1856" y="1135"/>
                  </a:cubicBezTo>
                  <a:cubicBezTo>
                    <a:pt x="1834" y="1152"/>
                    <a:pt x="1832" y="1152"/>
                    <a:pt x="1790" y="1150"/>
                  </a:cubicBezTo>
                  <a:cubicBezTo>
                    <a:pt x="1725" y="1145"/>
                    <a:pt x="1693" y="1124"/>
                    <a:pt x="1648" y="1054"/>
                  </a:cubicBezTo>
                  <a:cubicBezTo>
                    <a:pt x="1620" y="1010"/>
                    <a:pt x="1577" y="996"/>
                    <a:pt x="1527" y="1013"/>
                  </a:cubicBezTo>
                  <a:cubicBezTo>
                    <a:pt x="1501" y="1021"/>
                    <a:pt x="1485" y="1050"/>
                    <a:pt x="1485" y="1086"/>
                  </a:cubicBezTo>
                  <a:cubicBezTo>
                    <a:pt x="1485" y="1127"/>
                    <a:pt x="1494" y="1149"/>
                    <a:pt x="1526" y="1183"/>
                  </a:cubicBezTo>
                  <a:cubicBezTo>
                    <a:pt x="1592" y="1255"/>
                    <a:pt x="1700" y="1279"/>
                    <a:pt x="1801" y="1245"/>
                  </a:cubicBezTo>
                  <a:cubicBezTo>
                    <a:pt x="1847" y="1231"/>
                    <a:pt x="1872" y="1214"/>
                    <a:pt x="1907" y="1178"/>
                  </a:cubicBezTo>
                  <a:cubicBezTo>
                    <a:pt x="1976" y="1105"/>
                    <a:pt x="1997" y="990"/>
                    <a:pt x="1956" y="902"/>
                  </a:cubicBezTo>
                  <a:cubicBezTo>
                    <a:pt x="1950" y="889"/>
                    <a:pt x="1929" y="862"/>
                    <a:pt x="1911" y="843"/>
                  </a:cubicBezTo>
                  <a:cubicBezTo>
                    <a:pt x="1855" y="787"/>
                    <a:pt x="1778" y="754"/>
                    <a:pt x="1650" y="733"/>
                  </a:cubicBezTo>
                  <a:cubicBezTo>
                    <a:pt x="1601" y="725"/>
                    <a:pt x="1563" y="724"/>
                    <a:pt x="1350" y="725"/>
                  </a:cubicBezTo>
                  <a:cubicBezTo>
                    <a:pt x="1200" y="726"/>
                    <a:pt x="1082" y="725"/>
                    <a:pt x="1045" y="721"/>
                  </a:cubicBezTo>
                  <a:cubicBezTo>
                    <a:pt x="980" y="715"/>
                    <a:pt x="903" y="700"/>
                    <a:pt x="860" y="685"/>
                  </a:cubicBezTo>
                  <a:lnTo>
                    <a:pt x="833" y="676"/>
                  </a:lnTo>
                  <a:lnTo>
                    <a:pt x="914" y="676"/>
                  </a:lnTo>
                  <a:cubicBezTo>
                    <a:pt x="1040" y="676"/>
                    <a:pt x="1078" y="665"/>
                    <a:pt x="1338" y="564"/>
                  </a:cubicBezTo>
                  <a:cubicBezTo>
                    <a:pt x="1431" y="528"/>
                    <a:pt x="1535" y="489"/>
                    <a:pt x="1569" y="480"/>
                  </a:cubicBezTo>
                  <a:cubicBezTo>
                    <a:pt x="1679" y="446"/>
                    <a:pt x="1774" y="437"/>
                    <a:pt x="1860" y="454"/>
                  </a:cubicBezTo>
                  <a:cubicBezTo>
                    <a:pt x="1931" y="467"/>
                    <a:pt x="1933" y="467"/>
                    <a:pt x="1943" y="459"/>
                  </a:cubicBezTo>
                  <a:cubicBezTo>
                    <a:pt x="1952" y="452"/>
                    <a:pt x="1952" y="448"/>
                    <a:pt x="1947" y="428"/>
                  </a:cubicBezTo>
                  <a:cubicBezTo>
                    <a:pt x="1933" y="375"/>
                    <a:pt x="1861" y="324"/>
                    <a:pt x="1770" y="305"/>
                  </a:cubicBezTo>
                  <a:lnTo>
                    <a:pt x="1756" y="302"/>
                  </a:lnTo>
                  <a:lnTo>
                    <a:pt x="1788" y="267"/>
                  </a:lnTo>
                  <a:cubicBezTo>
                    <a:pt x="1838" y="213"/>
                    <a:pt x="1862" y="181"/>
                    <a:pt x="1859" y="171"/>
                  </a:cubicBezTo>
                  <a:cubicBezTo>
                    <a:pt x="1856" y="164"/>
                    <a:pt x="1849" y="163"/>
                    <a:pt x="1822" y="165"/>
                  </a:cubicBezTo>
                  <a:cubicBezTo>
                    <a:pt x="1795" y="168"/>
                    <a:pt x="1775" y="175"/>
                    <a:pt x="1722" y="200"/>
                  </a:cubicBezTo>
                  <a:cubicBezTo>
                    <a:pt x="1638" y="241"/>
                    <a:pt x="1605" y="262"/>
                    <a:pt x="1491" y="352"/>
                  </a:cubicBezTo>
                  <a:cubicBezTo>
                    <a:pt x="1337" y="474"/>
                    <a:pt x="1269" y="516"/>
                    <a:pt x="1166" y="557"/>
                  </a:cubicBezTo>
                  <a:cubicBezTo>
                    <a:pt x="1076" y="593"/>
                    <a:pt x="1009" y="606"/>
                    <a:pt x="912" y="606"/>
                  </a:cubicBezTo>
                  <a:cubicBezTo>
                    <a:pt x="820" y="607"/>
                    <a:pt x="776" y="600"/>
                    <a:pt x="689" y="571"/>
                  </a:cubicBezTo>
                  <a:lnTo>
                    <a:pt x="639" y="554"/>
                  </a:lnTo>
                  <a:lnTo>
                    <a:pt x="708" y="551"/>
                  </a:lnTo>
                  <a:cubicBezTo>
                    <a:pt x="812" y="546"/>
                    <a:pt x="888" y="521"/>
                    <a:pt x="976" y="464"/>
                  </a:cubicBezTo>
                  <a:cubicBezTo>
                    <a:pt x="1020" y="435"/>
                    <a:pt x="1084" y="375"/>
                    <a:pt x="1118" y="332"/>
                  </a:cubicBezTo>
                  <a:cubicBezTo>
                    <a:pt x="1158" y="279"/>
                    <a:pt x="1215" y="143"/>
                    <a:pt x="1215" y="102"/>
                  </a:cubicBezTo>
                  <a:cubicBezTo>
                    <a:pt x="1215" y="95"/>
                    <a:pt x="1218" y="88"/>
                    <a:pt x="1222" y="87"/>
                  </a:cubicBezTo>
                  <a:cubicBezTo>
                    <a:pt x="1225" y="86"/>
                    <a:pt x="1290" y="78"/>
                    <a:pt x="1366" y="70"/>
                  </a:cubicBezTo>
                  <a:cubicBezTo>
                    <a:pt x="1496" y="56"/>
                    <a:pt x="1521" y="55"/>
                    <a:pt x="1790" y="52"/>
                  </a:cubicBezTo>
                  <a:cubicBezTo>
                    <a:pt x="2057" y="50"/>
                    <a:pt x="2076" y="49"/>
                    <a:pt x="2083" y="40"/>
                  </a:cubicBezTo>
                  <a:cubicBezTo>
                    <a:pt x="2091" y="28"/>
                    <a:pt x="2087" y="12"/>
                    <a:pt x="2075" y="7"/>
                  </a:cubicBezTo>
                  <a:cubicBezTo>
                    <a:pt x="2064" y="3"/>
                    <a:pt x="1407" y="0"/>
                    <a:pt x="1262" y="4"/>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889" name="Freeform 66">
              <a:extLst>
                <a:ext uri="{FF2B5EF4-FFF2-40B4-BE49-F238E27FC236}">
                  <a16:creationId xmlns:a16="http://schemas.microsoft.com/office/drawing/2014/main" id="{A51D841D-F23D-0741-8C27-86255FDAF324}"/>
                </a:ext>
              </a:extLst>
            </p:cNvPr>
            <p:cNvSpPr>
              <a:spLocks noChangeArrowheads="1"/>
            </p:cNvSpPr>
            <p:nvPr/>
          </p:nvSpPr>
          <p:spPr bwMode="auto">
            <a:xfrm>
              <a:off x="2084388" y="458788"/>
              <a:ext cx="142875" cy="128587"/>
            </a:xfrm>
            <a:custGeom>
              <a:avLst/>
              <a:gdLst>
                <a:gd name="T0" fmla="*/ 113651 w 396"/>
                <a:gd name="T1" fmla="*/ 8284 h 357"/>
                <a:gd name="T2" fmla="*/ 113651 w 396"/>
                <a:gd name="T3" fmla="*/ 8284 h 357"/>
                <a:gd name="T4" fmla="*/ 86591 w 396"/>
                <a:gd name="T5" fmla="*/ 37460 h 357"/>
                <a:gd name="T6" fmla="*/ 86591 w 396"/>
                <a:gd name="T7" fmla="*/ 37460 h 357"/>
                <a:gd name="T8" fmla="*/ 56645 w 396"/>
                <a:gd name="T9" fmla="*/ 73478 h 357"/>
                <a:gd name="T10" fmla="*/ 56645 w 396"/>
                <a:gd name="T11" fmla="*/ 73478 h 357"/>
                <a:gd name="T12" fmla="*/ 7938 w 396"/>
                <a:gd name="T13" fmla="*/ 116701 h 357"/>
                <a:gd name="T14" fmla="*/ 7938 w 396"/>
                <a:gd name="T15" fmla="*/ 116701 h 357"/>
                <a:gd name="T16" fmla="*/ 1082 w 396"/>
                <a:gd name="T17" fmla="*/ 124265 h 357"/>
                <a:gd name="T18" fmla="*/ 1082 w 396"/>
                <a:gd name="T19" fmla="*/ 124265 h 357"/>
                <a:gd name="T20" fmla="*/ 5051 w 396"/>
                <a:gd name="T21" fmla="*/ 127146 h 357"/>
                <a:gd name="T22" fmla="*/ 5051 w 396"/>
                <a:gd name="T23" fmla="*/ 127146 h 357"/>
                <a:gd name="T24" fmla="*/ 73241 w 396"/>
                <a:gd name="T25" fmla="*/ 92568 h 357"/>
                <a:gd name="T26" fmla="*/ 73241 w 396"/>
                <a:gd name="T27" fmla="*/ 92568 h 357"/>
                <a:gd name="T28" fmla="*/ 139267 w 396"/>
                <a:gd name="T29" fmla="*/ 31697 h 357"/>
                <a:gd name="T30" fmla="*/ 139267 w 396"/>
                <a:gd name="T31" fmla="*/ 31697 h 357"/>
                <a:gd name="T32" fmla="*/ 138906 w 396"/>
                <a:gd name="T33" fmla="*/ 6483 h 357"/>
                <a:gd name="T34" fmla="*/ 138906 w 396"/>
                <a:gd name="T35" fmla="*/ 6483 h 357"/>
                <a:gd name="T36" fmla="*/ 113651 w 396"/>
                <a:gd name="T37" fmla="*/ 8284 h 35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396" h="357">
                  <a:moveTo>
                    <a:pt x="315" y="23"/>
                  </a:moveTo>
                  <a:lnTo>
                    <a:pt x="315" y="23"/>
                  </a:lnTo>
                  <a:cubicBezTo>
                    <a:pt x="303" y="33"/>
                    <a:pt x="269" y="69"/>
                    <a:pt x="240" y="104"/>
                  </a:cubicBezTo>
                  <a:cubicBezTo>
                    <a:pt x="212" y="140"/>
                    <a:pt x="175" y="184"/>
                    <a:pt x="157" y="204"/>
                  </a:cubicBezTo>
                  <a:cubicBezTo>
                    <a:pt x="124" y="242"/>
                    <a:pt x="44" y="313"/>
                    <a:pt x="22" y="324"/>
                  </a:cubicBezTo>
                  <a:cubicBezTo>
                    <a:pt x="5" y="333"/>
                    <a:pt x="8" y="330"/>
                    <a:pt x="3" y="345"/>
                  </a:cubicBezTo>
                  <a:cubicBezTo>
                    <a:pt x="0" y="356"/>
                    <a:pt x="0" y="356"/>
                    <a:pt x="14" y="353"/>
                  </a:cubicBezTo>
                  <a:cubicBezTo>
                    <a:pt x="42" y="346"/>
                    <a:pt x="158" y="287"/>
                    <a:pt x="203" y="257"/>
                  </a:cubicBezTo>
                  <a:cubicBezTo>
                    <a:pt x="293" y="196"/>
                    <a:pt x="370" y="125"/>
                    <a:pt x="386" y="88"/>
                  </a:cubicBezTo>
                  <a:cubicBezTo>
                    <a:pt x="395" y="64"/>
                    <a:pt x="395" y="33"/>
                    <a:pt x="385" y="18"/>
                  </a:cubicBezTo>
                  <a:cubicBezTo>
                    <a:pt x="373" y="0"/>
                    <a:pt x="343" y="2"/>
                    <a:pt x="315" y="2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890" name="Freeform 68">
              <a:extLst>
                <a:ext uri="{FF2B5EF4-FFF2-40B4-BE49-F238E27FC236}">
                  <a16:creationId xmlns:a16="http://schemas.microsoft.com/office/drawing/2014/main" id="{54ED3A78-74D0-974B-9C80-1BC57AC83AA2}"/>
                </a:ext>
              </a:extLst>
            </p:cNvPr>
            <p:cNvSpPr>
              <a:spLocks noChangeArrowheads="1"/>
            </p:cNvSpPr>
            <p:nvPr/>
          </p:nvSpPr>
          <p:spPr bwMode="auto">
            <a:xfrm>
              <a:off x="1636713" y="738188"/>
              <a:ext cx="23812" cy="609600"/>
            </a:xfrm>
            <a:custGeom>
              <a:avLst/>
              <a:gdLst>
                <a:gd name="T0" fmla="*/ 3663 w 65"/>
                <a:gd name="T1" fmla="*/ 3958 h 1694"/>
                <a:gd name="T2" fmla="*/ 3663 w 65"/>
                <a:gd name="T3" fmla="*/ 3958 h 1694"/>
                <a:gd name="T4" fmla="*/ 1832 w 65"/>
                <a:gd name="T5" fmla="*/ 304440 h 1694"/>
                <a:gd name="T6" fmla="*/ 3297 w 65"/>
                <a:gd name="T7" fmla="*/ 600604 h 1694"/>
                <a:gd name="T8" fmla="*/ 8059 w 65"/>
                <a:gd name="T9" fmla="*/ 604562 h 1694"/>
                <a:gd name="T10" fmla="*/ 8059 w 65"/>
                <a:gd name="T11" fmla="*/ 604562 h 1694"/>
                <a:gd name="T12" fmla="*/ 20515 w 65"/>
                <a:gd name="T13" fmla="*/ 601323 h 1694"/>
                <a:gd name="T14" fmla="*/ 20515 w 65"/>
                <a:gd name="T15" fmla="*/ 601323 h 1694"/>
                <a:gd name="T16" fmla="*/ 23079 w 65"/>
                <a:gd name="T17" fmla="*/ 301201 h 1694"/>
                <a:gd name="T18" fmla="*/ 23079 w 65"/>
                <a:gd name="T19" fmla="*/ 301201 h 1694"/>
                <a:gd name="T20" fmla="*/ 21248 w 65"/>
                <a:gd name="T21" fmla="*/ 4678 h 1694"/>
                <a:gd name="T22" fmla="*/ 21248 w 65"/>
                <a:gd name="T23" fmla="*/ 4678 h 1694"/>
                <a:gd name="T24" fmla="*/ 3663 w 65"/>
                <a:gd name="T25" fmla="*/ 3958 h 169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65" h="1694">
                  <a:moveTo>
                    <a:pt x="10" y="11"/>
                  </a:moveTo>
                  <a:lnTo>
                    <a:pt x="10" y="11"/>
                  </a:lnTo>
                  <a:cubicBezTo>
                    <a:pt x="0" y="22"/>
                    <a:pt x="0" y="50"/>
                    <a:pt x="5" y="846"/>
                  </a:cubicBezTo>
                  <a:lnTo>
                    <a:pt x="9" y="1669"/>
                  </a:lnTo>
                  <a:lnTo>
                    <a:pt x="22" y="1680"/>
                  </a:lnTo>
                  <a:cubicBezTo>
                    <a:pt x="39" y="1693"/>
                    <a:pt x="50" y="1690"/>
                    <a:pt x="56" y="1671"/>
                  </a:cubicBezTo>
                  <a:cubicBezTo>
                    <a:pt x="60" y="1660"/>
                    <a:pt x="63" y="1390"/>
                    <a:pt x="63" y="837"/>
                  </a:cubicBezTo>
                  <a:cubicBezTo>
                    <a:pt x="64" y="150"/>
                    <a:pt x="64" y="17"/>
                    <a:pt x="58" y="13"/>
                  </a:cubicBezTo>
                  <a:cubicBezTo>
                    <a:pt x="43" y="0"/>
                    <a:pt x="20" y="0"/>
                    <a:pt x="10" y="11"/>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891" name="Freeform 70">
              <a:extLst>
                <a:ext uri="{FF2B5EF4-FFF2-40B4-BE49-F238E27FC236}">
                  <a16:creationId xmlns:a16="http://schemas.microsoft.com/office/drawing/2014/main" id="{AA88FEB2-3E55-1349-860D-72DB05C96DCA}"/>
                </a:ext>
              </a:extLst>
            </p:cNvPr>
            <p:cNvSpPr>
              <a:spLocks noChangeArrowheads="1"/>
            </p:cNvSpPr>
            <p:nvPr/>
          </p:nvSpPr>
          <p:spPr bwMode="auto">
            <a:xfrm>
              <a:off x="1765300" y="779463"/>
              <a:ext cx="127000" cy="146050"/>
            </a:xfrm>
            <a:custGeom>
              <a:avLst/>
              <a:gdLst>
                <a:gd name="T0" fmla="*/ 120487 w 351"/>
                <a:gd name="T1" fmla="*/ 1803 h 405"/>
                <a:gd name="T2" fmla="*/ 120487 w 351"/>
                <a:gd name="T3" fmla="*/ 1803 h 405"/>
                <a:gd name="T4" fmla="*/ 116145 w 351"/>
                <a:gd name="T5" fmla="*/ 6491 h 405"/>
                <a:gd name="T6" fmla="*/ 116145 w 351"/>
                <a:gd name="T7" fmla="*/ 6491 h 405"/>
                <a:gd name="T8" fmla="*/ 37630 w 351"/>
                <a:gd name="T9" fmla="*/ 85466 h 405"/>
                <a:gd name="T10" fmla="*/ 37630 w 351"/>
                <a:gd name="T11" fmla="*/ 85466 h 405"/>
                <a:gd name="T12" fmla="*/ 0 w 351"/>
                <a:gd name="T13" fmla="*/ 129462 h 405"/>
                <a:gd name="T14" fmla="*/ 0 w 351"/>
                <a:gd name="T15" fmla="*/ 129462 h 405"/>
                <a:gd name="T16" fmla="*/ 30031 w 351"/>
                <a:gd name="T17" fmla="*/ 139198 h 405"/>
                <a:gd name="T18" fmla="*/ 30031 w 351"/>
                <a:gd name="T19" fmla="*/ 139198 h 405"/>
                <a:gd name="T20" fmla="*/ 90818 w 351"/>
                <a:gd name="T21" fmla="*/ 73566 h 405"/>
                <a:gd name="T22" fmla="*/ 90818 w 351"/>
                <a:gd name="T23" fmla="*/ 73566 h 405"/>
                <a:gd name="T24" fmla="*/ 125553 w 351"/>
                <a:gd name="T25" fmla="*/ 5770 h 405"/>
                <a:gd name="T26" fmla="*/ 125553 w 351"/>
                <a:gd name="T27" fmla="*/ 5770 h 405"/>
                <a:gd name="T28" fmla="*/ 120487 w 351"/>
                <a:gd name="T29" fmla="*/ 1803 h 40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351" h="405">
                  <a:moveTo>
                    <a:pt x="333" y="5"/>
                  </a:moveTo>
                  <a:lnTo>
                    <a:pt x="333" y="5"/>
                  </a:lnTo>
                  <a:cubicBezTo>
                    <a:pt x="328" y="6"/>
                    <a:pt x="322" y="12"/>
                    <a:pt x="321" y="18"/>
                  </a:cubicBezTo>
                  <a:cubicBezTo>
                    <a:pt x="311" y="50"/>
                    <a:pt x="212" y="149"/>
                    <a:pt x="104" y="237"/>
                  </a:cubicBezTo>
                  <a:cubicBezTo>
                    <a:pt x="21" y="305"/>
                    <a:pt x="0" y="329"/>
                    <a:pt x="0" y="359"/>
                  </a:cubicBezTo>
                  <a:cubicBezTo>
                    <a:pt x="0" y="391"/>
                    <a:pt x="39" y="404"/>
                    <a:pt x="83" y="386"/>
                  </a:cubicBezTo>
                  <a:cubicBezTo>
                    <a:pt x="119" y="371"/>
                    <a:pt x="190" y="294"/>
                    <a:pt x="251" y="204"/>
                  </a:cubicBezTo>
                  <a:cubicBezTo>
                    <a:pt x="281" y="160"/>
                    <a:pt x="341" y="43"/>
                    <a:pt x="347" y="16"/>
                  </a:cubicBezTo>
                  <a:cubicBezTo>
                    <a:pt x="350" y="1"/>
                    <a:pt x="349" y="0"/>
                    <a:pt x="333" y="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892" name="Freeform 72">
              <a:extLst>
                <a:ext uri="{FF2B5EF4-FFF2-40B4-BE49-F238E27FC236}">
                  <a16:creationId xmlns:a16="http://schemas.microsoft.com/office/drawing/2014/main" id="{8F236B3D-06A3-DB49-893C-BF6B12313A0C}"/>
                </a:ext>
              </a:extLst>
            </p:cNvPr>
            <p:cNvSpPr>
              <a:spLocks noChangeArrowheads="1"/>
            </p:cNvSpPr>
            <p:nvPr/>
          </p:nvSpPr>
          <p:spPr bwMode="auto">
            <a:xfrm>
              <a:off x="1700213" y="1181100"/>
              <a:ext cx="39687" cy="36513"/>
            </a:xfrm>
            <a:custGeom>
              <a:avLst/>
              <a:gdLst>
                <a:gd name="T0" fmla="*/ 13229 w 111"/>
                <a:gd name="T1" fmla="*/ 5370 h 102"/>
                <a:gd name="T2" fmla="*/ 13229 w 111"/>
                <a:gd name="T3" fmla="*/ 5370 h 102"/>
                <a:gd name="T4" fmla="*/ 6793 w 111"/>
                <a:gd name="T5" fmla="*/ 30785 h 102"/>
                <a:gd name="T6" fmla="*/ 6793 w 111"/>
                <a:gd name="T7" fmla="*/ 30785 h 102"/>
                <a:gd name="T8" fmla="*/ 17877 w 111"/>
                <a:gd name="T9" fmla="*/ 35081 h 102"/>
                <a:gd name="T10" fmla="*/ 17877 w 111"/>
                <a:gd name="T11" fmla="*/ 35081 h 102"/>
                <a:gd name="T12" fmla="*/ 29676 w 111"/>
                <a:gd name="T13" fmla="*/ 30428 h 102"/>
                <a:gd name="T14" fmla="*/ 29676 w 111"/>
                <a:gd name="T15" fmla="*/ 30428 h 102"/>
                <a:gd name="T16" fmla="*/ 13229 w 111"/>
                <a:gd name="T17" fmla="*/ 5370 h 10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11" h="102">
                  <a:moveTo>
                    <a:pt x="37" y="15"/>
                  </a:moveTo>
                  <a:lnTo>
                    <a:pt x="37" y="15"/>
                  </a:lnTo>
                  <a:cubicBezTo>
                    <a:pt x="11" y="26"/>
                    <a:pt x="0" y="69"/>
                    <a:pt x="19" y="86"/>
                  </a:cubicBezTo>
                  <a:cubicBezTo>
                    <a:pt x="25" y="91"/>
                    <a:pt x="38" y="97"/>
                    <a:pt x="50" y="98"/>
                  </a:cubicBezTo>
                  <a:cubicBezTo>
                    <a:pt x="68" y="101"/>
                    <a:pt x="73" y="99"/>
                    <a:pt x="83" y="85"/>
                  </a:cubicBezTo>
                  <a:cubicBezTo>
                    <a:pt x="110" y="52"/>
                    <a:pt x="76" y="0"/>
                    <a:pt x="37" y="1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893" name="Freeform 74">
              <a:extLst>
                <a:ext uri="{FF2B5EF4-FFF2-40B4-BE49-F238E27FC236}">
                  <a16:creationId xmlns:a16="http://schemas.microsoft.com/office/drawing/2014/main" id="{6003A3B2-8F09-674D-B168-12C74E31F9B8}"/>
                </a:ext>
              </a:extLst>
            </p:cNvPr>
            <p:cNvSpPr>
              <a:spLocks noChangeArrowheads="1"/>
            </p:cNvSpPr>
            <p:nvPr/>
          </p:nvSpPr>
          <p:spPr bwMode="auto">
            <a:xfrm>
              <a:off x="1631950" y="1385888"/>
              <a:ext cx="42863" cy="39687"/>
            </a:xfrm>
            <a:custGeom>
              <a:avLst/>
              <a:gdLst>
                <a:gd name="T0" fmla="*/ 9564 w 121"/>
                <a:gd name="T1" fmla="*/ 5006 h 111"/>
                <a:gd name="T2" fmla="*/ 9564 w 121"/>
                <a:gd name="T3" fmla="*/ 5006 h 111"/>
                <a:gd name="T4" fmla="*/ 0 w 121"/>
                <a:gd name="T5" fmla="*/ 23240 h 111"/>
                <a:gd name="T6" fmla="*/ 0 w 121"/>
                <a:gd name="T7" fmla="*/ 23240 h 111"/>
                <a:gd name="T8" fmla="*/ 14878 w 121"/>
                <a:gd name="T9" fmla="*/ 39329 h 111"/>
                <a:gd name="T10" fmla="*/ 14878 w 121"/>
                <a:gd name="T11" fmla="*/ 39329 h 111"/>
                <a:gd name="T12" fmla="*/ 29756 w 121"/>
                <a:gd name="T13" fmla="*/ 7151 h 111"/>
                <a:gd name="T14" fmla="*/ 29756 w 121"/>
                <a:gd name="T15" fmla="*/ 7151 h 111"/>
                <a:gd name="T16" fmla="*/ 9564 w 121"/>
                <a:gd name="T17" fmla="*/ 5006 h 1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21" h="111">
                  <a:moveTo>
                    <a:pt x="27" y="14"/>
                  </a:moveTo>
                  <a:lnTo>
                    <a:pt x="27" y="14"/>
                  </a:lnTo>
                  <a:cubicBezTo>
                    <a:pt x="7" y="27"/>
                    <a:pt x="0" y="40"/>
                    <a:pt x="0" y="65"/>
                  </a:cubicBezTo>
                  <a:cubicBezTo>
                    <a:pt x="0" y="90"/>
                    <a:pt x="19" y="110"/>
                    <a:pt x="42" y="110"/>
                  </a:cubicBezTo>
                  <a:cubicBezTo>
                    <a:pt x="93" y="110"/>
                    <a:pt x="120" y="54"/>
                    <a:pt x="84" y="20"/>
                  </a:cubicBezTo>
                  <a:cubicBezTo>
                    <a:pt x="66" y="1"/>
                    <a:pt x="52" y="0"/>
                    <a:pt x="27" y="1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894" name="Freeform 76">
              <a:extLst>
                <a:ext uri="{FF2B5EF4-FFF2-40B4-BE49-F238E27FC236}">
                  <a16:creationId xmlns:a16="http://schemas.microsoft.com/office/drawing/2014/main" id="{1DAC30BF-44E9-8045-9482-5D2D5B8272D7}"/>
                </a:ext>
              </a:extLst>
            </p:cNvPr>
            <p:cNvSpPr>
              <a:spLocks noChangeArrowheads="1"/>
            </p:cNvSpPr>
            <p:nvPr/>
          </p:nvSpPr>
          <p:spPr bwMode="auto">
            <a:xfrm>
              <a:off x="1627188" y="1470025"/>
              <a:ext cx="39687" cy="46038"/>
            </a:xfrm>
            <a:custGeom>
              <a:avLst/>
              <a:gdLst>
                <a:gd name="T0" fmla="*/ 9741 w 110"/>
                <a:gd name="T1" fmla="*/ 6114 h 128"/>
                <a:gd name="T2" fmla="*/ 9741 w 110"/>
                <a:gd name="T3" fmla="*/ 6114 h 128"/>
                <a:gd name="T4" fmla="*/ 3247 w 110"/>
                <a:gd name="T5" fmla="*/ 30212 h 128"/>
                <a:gd name="T6" fmla="*/ 3247 w 110"/>
                <a:gd name="T7" fmla="*/ 30212 h 128"/>
                <a:gd name="T8" fmla="*/ 33193 w 110"/>
                <a:gd name="T9" fmla="*/ 33090 h 128"/>
                <a:gd name="T10" fmla="*/ 33193 w 110"/>
                <a:gd name="T11" fmla="*/ 33090 h 128"/>
                <a:gd name="T12" fmla="*/ 31028 w 110"/>
                <a:gd name="T13" fmla="*/ 8632 h 128"/>
                <a:gd name="T14" fmla="*/ 31028 w 110"/>
                <a:gd name="T15" fmla="*/ 8632 h 128"/>
                <a:gd name="T16" fmla="*/ 9741 w 110"/>
                <a:gd name="T17" fmla="*/ 6114 h 1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10" h="128">
                  <a:moveTo>
                    <a:pt x="27" y="17"/>
                  </a:moveTo>
                  <a:lnTo>
                    <a:pt x="27" y="17"/>
                  </a:lnTo>
                  <a:cubicBezTo>
                    <a:pt x="9" y="31"/>
                    <a:pt x="0" y="65"/>
                    <a:pt x="9" y="84"/>
                  </a:cubicBezTo>
                  <a:cubicBezTo>
                    <a:pt x="28" y="122"/>
                    <a:pt x="72" y="127"/>
                    <a:pt x="92" y="92"/>
                  </a:cubicBezTo>
                  <a:cubicBezTo>
                    <a:pt x="109" y="65"/>
                    <a:pt x="107" y="45"/>
                    <a:pt x="86" y="24"/>
                  </a:cubicBezTo>
                  <a:cubicBezTo>
                    <a:pt x="65" y="3"/>
                    <a:pt x="48" y="0"/>
                    <a:pt x="27" y="1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grpSp>
        <p:nvGrpSpPr>
          <p:cNvPr id="895" name="Group 2">
            <a:extLst>
              <a:ext uri="{FF2B5EF4-FFF2-40B4-BE49-F238E27FC236}">
                <a16:creationId xmlns:a16="http://schemas.microsoft.com/office/drawing/2014/main" id="{699EA4A1-39DC-8543-91A9-9D568F4AD843}"/>
              </a:ext>
            </a:extLst>
          </p:cNvPr>
          <p:cNvGrpSpPr>
            <a:grpSpLocks noChangeAspect="1"/>
          </p:cNvGrpSpPr>
          <p:nvPr/>
        </p:nvGrpSpPr>
        <p:grpSpPr bwMode="auto">
          <a:xfrm>
            <a:off x="10819469" y="288031"/>
            <a:ext cx="1090195" cy="1087315"/>
            <a:chOff x="7370763" y="317500"/>
            <a:chExt cx="1201737" cy="1198563"/>
          </a:xfrm>
          <a:solidFill>
            <a:schemeClr val="accent3"/>
          </a:solidFill>
        </p:grpSpPr>
        <p:sp>
          <p:nvSpPr>
            <p:cNvPr id="896" name="Freeform 54">
              <a:extLst>
                <a:ext uri="{FF2B5EF4-FFF2-40B4-BE49-F238E27FC236}">
                  <a16:creationId xmlns:a16="http://schemas.microsoft.com/office/drawing/2014/main" id="{9D1CD9AC-908C-1B4B-B8FD-25D3035BF051}"/>
                </a:ext>
              </a:extLst>
            </p:cNvPr>
            <p:cNvSpPr>
              <a:spLocks noChangeArrowheads="1"/>
            </p:cNvSpPr>
            <p:nvPr/>
          </p:nvSpPr>
          <p:spPr bwMode="auto">
            <a:xfrm>
              <a:off x="8147050" y="317500"/>
              <a:ext cx="425450" cy="422275"/>
            </a:xfrm>
            <a:custGeom>
              <a:avLst/>
              <a:gdLst>
                <a:gd name="T0" fmla="*/ 408907 w 1183"/>
                <a:gd name="T1" fmla="*/ 4313 h 1175"/>
                <a:gd name="T2" fmla="*/ 393442 w 1183"/>
                <a:gd name="T3" fmla="*/ 15453 h 1175"/>
                <a:gd name="T4" fmla="*/ 345970 w 1183"/>
                <a:gd name="T5" fmla="*/ 44923 h 1175"/>
                <a:gd name="T6" fmla="*/ 244553 w 1183"/>
                <a:gd name="T7" fmla="*/ 43845 h 1175"/>
                <a:gd name="T8" fmla="*/ 227650 w 1183"/>
                <a:gd name="T9" fmla="*/ 30907 h 1175"/>
                <a:gd name="T10" fmla="*/ 204633 w 1183"/>
                <a:gd name="T11" fmla="*/ 17610 h 1175"/>
                <a:gd name="T12" fmla="*/ 183774 w 1183"/>
                <a:gd name="T13" fmla="*/ 44923 h 1175"/>
                <a:gd name="T14" fmla="*/ 189888 w 1183"/>
                <a:gd name="T15" fmla="*/ 56783 h 1175"/>
                <a:gd name="T16" fmla="*/ 229088 w 1183"/>
                <a:gd name="T17" fmla="*/ 80502 h 1175"/>
                <a:gd name="T18" fmla="*/ 317199 w 1183"/>
                <a:gd name="T19" fmla="*/ 79424 h 1175"/>
                <a:gd name="T20" fmla="*/ 331585 w 1183"/>
                <a:gd name="T21" fmla="*/ 75111 h 1175"/>
                <a:gd name="T22" fmla="*/ 284472 w 1183"/>
                <a:gd name="T23" fmla="*/ 121471 h 1175"/>
                <a:gd name="T24" fmla="*/ 220098 w 1183"/>
                <a:gd name="T25" fmla="*/ 170707 h 1175"/>
                <a:gd name="T26" fmla="*/ 108251 w 1183"/>
                <a:gd name="T27" fmla="*/ 196942 h 1175"/>
                <a:gd name="T28" fmla="*/ 29490 w 1183"/>
                <a:gd name="T29" fmla="*/ 100987 h 1175"/>
                <a:gd name="T30" fmla="*/ 71927 w 1183"/>
                <a:gd name="T31" fmla="*/ 38454 h 1175"/>
                <a:gd name="T32" fmla="*/ 121557 w 1183"/>
                <a:gd name="T33" fmla="*/ 38454 h 1175"/>
                <a:gd name="T34" fmla="*/ 145653 w 1183"/>
                <a:gd name="T35" fmla="*/ 60376 h 1175"/>
                <a:gd name="T36" fmla="*/ 115084 w 1183"/>
                <a:gd name="T37" fmla="*/ 80142 h 1175"/>
                <a:gd name="T38" fmla="*/ 89909 w 1183"/>
                <a:gd name="T39" fmla="*/ 95236 h 1175"/>
                <a:gd name="T40" fmla="*/ 91348 w 1183"/>
                <a:gd name="T41" fmla="*/ 109252 h 1175"/>
                <a:gd name="T42" fmla="*/ 121198 w 1183"/>
                <a:gd name="T43" fmla="*/ 123628 h 1175"/>
                <a:gd name="T44" fmla="*/ 160398 w 1183"/>
                <a:gd name="T45" fmla="*/ 97033 h 1175"/>
                <a:gd name="T46" fmla="*/ 169748 w 1183"/>
                <a:gd name="T47" fmla="*/ 74752 h 1175"/>
                <a:gd name="T48" fmla="*/ 165433 w 1183"/>
                <a:gd name="T49" fmla="*/ 53907 h 1175"/>
                <a:gd name="T50" fmla="*/ 84874 w 1183"/>
                <a:gd name="T51" fmla="*/ 17610 h 1175"/>
                <a:gd name="T52" fmla="*/ 5035 w 1183"/>
                <a:gd name="T53" fmla="*/ 109612 h 1175"/>
                <a:gd name="T54" fmla="*/ 53226 w 1183"/>
                <a:gd name="T55" fmla="*/ 193707 h 1175"/>
                <a:gd name="T56" fmla="*/ 151047 w 1183"/>
                <a:gd name="T57" fmla="*/ 221739 h 1175"/>
                <a:gd name="T58" fmla="*/ 223694 w 1183"/>
                <a:gd name="T59" fmla="*/ 198379 h 1175"/>
                <a:gd name="T60" fmla="*/ 221176 w 1183"/>
                <a:gd name="T61" fmla="*/ 204130 h 1175"/>
                <a:gd name="T62" fmla="*/ 200677 w 1183"/>
                <a:gd name="T63" fmla="*/ 270975 h 1175"/>
                <a:gd name="T64" fmla="*/ 228729 w 1183"/>
                <a:gd name="T65" fmla="*/ 368727 h 1175"/>
                <a:gd name="T66" fmla="*/ 312884 w 1183"/>
                <a:gd name="T67" fmla="*/ 416884 h 1175"/>
                <a:gd name="T68" fmla="*/ 404951 w 1183"/>
                <a:gd name="T69" fmla="*/ 338179 h 1175"/>
                <a:gd name="T70" fmla="*/ 368627 w 1183"/>
                <a:gd name="T71" fmla="*/ 256959 h 1175"/>
                <a:gd name="T72" fmla="*/ 347409 w 1183"/>
                <a:gd name="T73" fmla="*/ 252646 h 1175"/>
                <a:gd name="T74" fmla="*/ 325471 w 1183"/>
                <a:gd name="T75" fmla="*/ 261990 h 1175"/>
                <a:gd name="T76" fmla="*/ 298498 w 1183"/>
                <a:gd name="T77" fmla="*/ 300804 h 1175"/>
                <a:gd name="T78" fmla="*/ 313243 w 1183"/>
                <a:gd name="T79" fmla="*/ 330992 h 1175"/>
                <a:gd name="T80" fmla="*/ 326910 w 1183"/>
                <a:gd name="T81" fmla="*/ 332429 h 1175"/>
                <a:gd name="T82" fmla="*/ 341655 w 1183"/>
                <a:gd name="T83" fmla="*/ 307272 h 1175"/>
                <a:gd name="T84" fmla="*/ 361794 w 1183"/>
                <a:gd name="T85" fmla="*/ 276725 h 1175"/>
                <a:gd name="T86" fmla="*/ 384092 w 1183"/>
                <a:gd name="T87" fmla="*/ 300444 h 1175"/>
                <a:gd name="T88" fmla="*/ 384092 w 1183"/>
                <a:gd name="T89" fmla="*/ 350039 h 1175"/>
                <a:gd name="T90" fmla="*/ 321155 w 1183"/>
                <a:gd name="T91" fmla="*/ 392806 h 1175"/>
                <a:gd name="T92" fmla="*/ 225132 w 1183"/>
                <a:gd name="T93" fmla="*/ 314101 h 1175"/>
                <a:gd name="T94" fmla="*/ 251746 w 1183"/>
                <a:gd name="T95" fmla="*/ 201973 h 1175"/>
                <a:gd name="T96" fmla="*/ 301016 w 1183"/>
                <a:gd name="T97" fmla="*/ 137644 h 1175"/>
                <a:gd name="T98" fmla="*/ 347049 w 1183"/>
                <a:gd name="T99" fmla="*/ 90565 h 1175"/>
                <a:gd name="T100" fmla="*/ 343093 w 1183"/>
                <a:gd name="T101" fmla="*/ 105299 h 1175"/>
                <a:gd name="T102" fmla="*/ 341655 w 1183"/>
                <a:gd name="T103" fmla="*/ 192989 h 1175"/>
                <a:gd name="T104" fmla="*/ 365391 w 1183"/>
                <a:gd name="T105" fmla="*/ 232521 h 1175"/>
                <a:gd name="T106" fmla="*/ 377618 w 1183"/>
                <a:gd name="T107" fmla="*/ 238630 h 1175"/>
                <a:gd name="T108" fmla="*/ 404951 w 1183"/>
                <a:gd name="T109" fmla="*/ 217786 h 1175"/>
                <a:gd name="T110" fmla="*/ 391644 w 1183"/>
                <a:gd name="T111" fmla="*/ 194786 h 1175"/>
                <a:gd name="T112" fmla="*/ 378338 w 1183"/>
                <a:gd name="T113" fmla="*/ 177895 h 1175"/>
                <a:gd name="T114" fmla="*/ 377259 w 1183"/>
                <a:gd name="T115" fmla="*/ 76549 h 1175"/>
                <a:gd name="T116" fmla="*/ 406749 w 1183"/>
                <a:gd name="T117" fmla="*/ 29110 h 1175"/>
                <a:gd name="T118" fmla="*/ 417538 w 1183"/>
                <a:gd name="T119" fmla="*/ 359 h 1175"/>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1183" h="1175">
                  <a:moveTo>
                    <a:pt x="1137" y="12"/>
                  </a:moveTo>
                  <a:lnTo>
                    <a:pt x="1137" y="12"/>
                  </a:lnTo>
                  <a:cubicBezTo>
                    <a:pt x="1126" y="18"/>
                    <a:pt x="1107" y="32"/>
                    <a:pt x="1094" y="43"/>
                  </a:cubicBezTo>
                  <a:cubicBezTo>
                    <a:pt x="1038" y="90"/>
                    <a:pt x="1000" y="112"/>
                    <a:pt x="962" y="125"/>
                  </a:cubicBezTo>
                  <a:cubicBezTo>
                    <a:pt x="851" y="160"/>
                    <a:pt x="751" y="160"/>
                    <a:pt x="680" y="122"/>
                  </a:cubicBezTo>
                  <a:cubicBezTo>
                    <a:pt x="669" y="117"/>
                    <a:pt x="648" y="101"/>
                    <a:pt x="633" y="86"/>
                  </a:cubicBezTo>
                  <a:cubicBezTo>
                    <a:pt x="600" y="54"/>
                    <a:pt x="591" y="49"/>
                    <a:pt x="569" y="49"/>
                  </a:cubicBezTo>
                  <a:cubicBezTo>
                    <a:pt x="526" y="49"/>
                    <a:pt x="500" y="83"/>
                    <a:pt x="511" y="125"/>
                  </a:cubicBezTo>
                  <a:cubicBezTo>
                    <a:pt x="514" y="137"/>
                    <a:pt x="522" y="152"/>
                    <a:pt x="528" y="158"/>
                  </a:cubicBezTo>
                  <a:cubicBezTo>
                    <a:pt x="542" y="175"/>
                    <a:pt x="604" y="212"/>
                    <a:pt x="637" y="224"/>
                  </a:cubicBezTo>
                  <a:cubicBezTo>
                    <a:pt x="703" y="249"/>
                    <a:pt x="797" y="248"/>
                    <a:pt x="882" y="221"/>
                  </a:cubicBezTo>
                  <a:cubicBezTo>
                    <a:pt x="904" y="213"/>
                    <a:pt x="922" y="209"/>
                    <a:pt x="922" y="209"/>
                  </a:cubicBezTo>
                  <a:cubicBezTo>
                    <a:pt x="925" y="212"/>
                    <a:pt x="849" y="286"/>
                    <a:pt x="791" y="338"/>
                  </a:cubicBezTo>
                  <a:cubicBezTo>
                    <a:pt x="738" y="387"/>
                    <a:pt x="656" y="449"/>
                    <a:pt x="612" y="475"/>
                  </a:cubicBezTo>
                  <a:cubicBezTo>
                    <a:pt x="519" y="529"/>
                    <a:pt x="379" y="562"/>
                    <a:pt x="301" y="548"/>
                  </a:cubicBezTo>
                  <a:cubicBezTo>
                    <a:pt x="178" y="525"/>
                    <a:pt x="74" y="398"/>
                    <a:pt x="82" y="281"/>
                  </a:cubicBezTo>
                  <a:cubicBezTo>
                    <a:pt x="87" y="211"/>
                    <a:pt x="136" y="138"/>
                    <a:pt x="200" y="107"/>
                  </a:cubicBezTo>
                  <a:cubicBezTo>
                    <a:pt x="234" y="90"/>
                    <a:pt x="300" y="90"/>
                    <a:pt x="338" y="107"/>
                  </a:cubicBezTo>
                  <a:cubicBezTo>
                    <a:pt x="368" y="120"/>
                    <a:pt x="402" y="151"/>
                    <a:pt x="405" y="168"/>
                  </a:cubicBezTo>
                  <a:cubicBezTo>
                    <a:pt x="411" y="208"/>
                    <a:pt x="385" y="223"/>
                    <a:pt x="320" y="223"/>
                  </a:cubicBezTo>
                  <a:cubicBezTo>
                    <a:pt x="270" y="223"/>
                    <a:pt x="260" y="229"/>
                    <a:pt x="250" y="265"/>
                  </a:cubicBezTo>
                  <a:cubicBezTo>
                    <a:pt x="245" y="284"/>
                    <a:pt x="245" y="289"/>
                    <a:pt x="254" y="304"/>
                  </a:cubicBezTo>
                  <a:cubicBezTo>
                    <a:pt x="269" y="330"/>
                    <a:pt x="304" y="347"/>
                    <a:pt x="337" y="344"/>
                  </a:cubicBezTo>
                  <a:cubicBezTo>
                    <a:pt x="370" y="342"/>
                    <a:pt x="413" y="312"/>
                    <a:pt x="446" y="270"/>
                  </a:cubicBezTo>
                  <a:cubicBezTo>
                    <a:pt x="467" y="243"/>
                    <a:pt x="470" y="235"/>
                    <a:pt x="472" y="208"/>
                  </a:cubicBezTo>
                  <a:cubicBezTo>
                    <a:pt x="474" y="181"/>
                    <a:pt x="472" y="172"/>
                    <a:pt x="460" y="150"/>
                  </a:cubicBezTo>
                  <a:cubicBezTo>
                    <a:pt x="419" y="74"/>
                    <a:pt x="334" y="36"/>
                    <a:pt x="236" y="49"/>
                  </a:cubicBezTo>
                  <a:cubicBezTo>
                    <a:pt x="118" y="64"/>
                    <a:pt x="0" y="200"/>
                    <a:pt x="14" y="305"/>
                  </a:cubicBezTo>
                  <a:cubicBezTo>
                    <a:pt x="27" y="390"/>
                    <a:pt x="84" y="492"/>
                    <a:pt x="148" y="539"/>
                  </a:cubicBezTo>
                  <a:cubicBezTo>
                    <a:pt x="228" y="597"/>
                    <a:pt x="333" y="627"/>
                    <a:pt x="420" y="617"/>
                  </a:cubicBezTo>
                  <a:cubicBezTo>
                    <a:pt x="462" y="611"/>
                    <a:pt x="573" y="578"/>
                    <a:pt x="607" y="560"/>
                  </a:cubicBezTo>
                  <a:lnTo>
                    <a:pt x="622" y="552"/>
                  </a:lnTo>
                  <a:lnTo>
                    <a:pt x="615" y="568"/>
                  </a:lnTo>
                  <a:cubicBezTo>
                    <a:pt x="597" y="601"/>
                    <a:pt x="563" y="713"/>
                    <a:pt x="558" y="754"/>
                  </a:cubicBezTo>
                  <a:cubicBezTo>
                    <a:pt x="547" y="841"/>
                    <a:pt x="578" y="947"/>
                    <a:pt x="636" y="1026"/>
                  </a:cubicBezTo>
                  <a:cubicBezTo>
                    <a:pt x="683" y="1090"/>
                    <a:pt x="784" y="1148"/>
                    <a:pt x="870" y="1160"/>
                  </a:cubicBezTo>
                  <a:cubicBezTo>
                    <a:pt x="973" y="1174"/>
                    <a:pt x="1109" y="1058"/>
                    <a:pt x="1126" y="941"/>
                  </a:cubicBezTo>
                  <a:cubicBezTo>
                    <a:pt x="1140" y="844"/>
                    <a:pt x="1100" y="756"/>
                    <a:pt x="1025" y="715"/>
                  </a:cubicBezTo>
                  <a:cubicBezTo>
                    <a:pt x="1001" y="703"/>
                    <a:pt x="993" y="700"/>
                    <a:pt x="966" y="703"/>
                  </a:cubicBezTo>
                  <a:cubicBezTo>
                    <a:pt x="939" y="705"/>
                    <a:pt x="931" y="708"/>
                    <a:pt x="905" y="729"/>
                  </a:cubicBezTo>
                  <a:cubicBezTo>
                    <a:pt x="863" y="761"/>
                    <a:pt x="833" y="804"/>
                    <a:pt x="830" y="837"/>
                  </a:cubicBezTo>
                  <a:cubicBezTo>
                    <a:pt x="828" y="870"/>
                    <a:pt x="845" y="906"/>
                    <a:pt x="871" y="921"/>
                  </a:cubicBezTo>
                  <a:cubicBezTo>
                    <a:pt x="886" y="930"/>
                    <a:pt x="891" y="930"/>
                    <a:pt x="909" y="925"/>
                  </a:cubicBezTo>
                  <a:cubicBezTo>
                    <a:pt x="945" y="914"/>
                    <a:pt x="950" y="904"/>
                    <a:pt x="950" y="855"/>
                  </a:cubicBezTo>
                  <a:cubicBezTo>
                    <a:pt x="950" y="789"/>
                    <a:pt x="967" y="764"/>
                    <a:pt x="1006" y="770"/>
                  </a:cubicBezTo>
                  <a:cubicBezTo>
                    <a:pt x="1023" y="772"/>
                    <a:pt x="1055" y="807"/>
                    <a:pt x="1068" y="836"/>
                  </a:cubicBezTo>
                  <a:cubicBezTo>
                    <a:pt x="1084" y="874"/>
                    <a:pt x="1084" y="941"/>
                    <a:pt x="1068" y="974"/>
                  </a:cubicBezTo>
                  <a:cubicBezTo>
                    <a:pt x="1037" y="1038"/>
                    <a:pt x="964" y="1087"/>
                    <a:pt x="893" y="1093"/>
                  </a:cubicBezTo>
                  <a:cubicBezTo>
                    <a:pt x="777" y="1101"/>
                    <a:pt x="649" y="996"/>
                    <a:pt x="626" y="874"/>
                  </a:cubicBezTo>
                  <a:cubicBezTo>
                    <a:pt x="612" y="795"/>
                    <a:pt x="645" y="656"/>
                    <a:pt x="700" y="562"/>
                  </a:cubicBezTo>
                  <a:cubicBezTo>
                    <a:pt x="726" y="518"/>
                    <a:pt x="788" y="437"/>
                    <a:pt x="837" y="383"/>
                  </a:cubicBezTo>
                  <a:cubicBezTo>
                    <a:pt x="888" y="326"/>
                    <a:pt x="963" y="250"/>
                    <a:pt x="965" y="252"/>
                  </a:cubicBezTo>
                  <a:cubicBezTo>
                    <a:pt x="966" y="253"/>
                    <a:pt x="961" y="271"/>
                    <a:pt x="954" y="293"/>
                  </a:cubicBezTo>
                  <a:cubicBezTo>
                    <a:pt x="927" y="378"/>
                    <a:pt x="925" y="472"/>
                    <a:pt x="950" y="537"/>
                  </a:cubicBezTo>
                  <a:cubicBezTo>
                    <a:pt x="963" y="570"/>
                    <a:pt x="1000" y="632"/>
                    <a:pt x="1016" y="647"/>
                  </a:cubicBezTo>
                  <a:cubicBezTo>
                    <a:pt x="1022" y="653"/>
                    <a:pt x="1038" y="660"/>
                    <a:pt x="1050" y="664"/>
                  </a:cubicBezTo>
                  <a:cubicBezTo>
                    <a:pt x="1091" y="675"/>
                    <a:pt x="1126" y="648"/>
                    <a:pt x="1126" y="606"/>
                  </a:cubicBezTo>
                  <a:cubicBezTo>
                    <a:pt x="1126" y="584"/>
                    <a:pt x="1121" y="575"/>
                    <a:pt x="1089" y="542"/>
                  </a:cubicBezTo>
                  <a:cubicBezTo>
                    <a:pt x="1074" y="527"/>
                    <a:pt x="1057" y="505"/>
                    <a:pt x="1052" y="495"/>
                  </a:cubicBezTo>
                  <a:cubicBezTo>
                    <a:pt x="1015" y="423"/>
                    <a:pt x="1015" y="324"/>
                    <a:pt x="1049" y="213"/>
                  </a:cubicBezTo>
                  <a:cubicBezTo>
                    <a:pt x="1061" y="174"/>
                    <a:pt x="1085" y="137"/>
                    <a:pt x="1131" y="81"/>
                  </a:cubicBezTo>
                  <a:cubicBezTo>
                    <a:pt x="1168" y="36"/>
                    <a:pt x="1182" y="0"/>
                    <a:pt x="1161" y="1"/>
                  </a:cubicBezTo>
                  <a:cubicBezTo>
                    <a:pt x="1158" y="1"/>
                    <a:pt x="1147" y="6"/>
                    <a:pt x="1137" y="1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897" name="Freeform 56">
              <a:extLst>
                <a:ext uri="{FF2B5EF4-FFF2-40B4-BE49-F238E27FC236}">
                  <a16:creationId xmlns:a16="http://schemas.microsoft.com/office/drawing/2014/main" id="{FA3D89D2-9AB9-2643-AD87-206F82CB5D3F}"/>
                </a:ext>
              </a:extLst>
            </p:cNvPr>
            <p:cNvSpPr>
              <a:spLocks noChangeArrowheads="1"/>
            </p:cNvSpPr>
            <p:nvPr/>
          </p:nvSpPr>
          <p:spPr bwMode="auto">
            <a:xfrm>
              <a:off x="7370763" y="323850"/>
              <a:ext cx="44450" cy="38100"/>
            </a:xfrm>
            <a:custGeom>
              <a:avLst/>
              <a:gdLst>
                <a:gd name="T0" fmla="*/ 15302 w 122"/>
                <a:gd name="T1" fmla="*/ 2469 h 108"/>
                <a:gd name="T2" fmla="*/ 15302 w 122"/>
                <a:gd name="T3" fmla="*/ 2469 h 108"/>
                <a:gd name="T4" fmla="*/ 12388 w 122"/>
                <a:gd name="T5" fmla="*/ 32103 h 108"/>
                <a:gd name="T6" fmla="*/ 12388 w 122"/>
                <a:gd name="T7" fmla="*/ 32103 h 108"/>
                <a:gd name="T8" fmla="*/ 37527 w 122"/>
                <a:gd name="T9" fmla="*/ 29633 h 108"/>
                <a:gd name="T10" fmla="*/ 37527 w 122"/>
                <a:gd name="T11" fmla="*/ 29633 h 108"/>
                <a:gd name="T12" fmla="*/ 44086 w 122"/>
                <a:gd name="T13" fmla="*/ 18697 h 108"/>
                <a:gd name="T14" fmla="*/ 44086 w 122"/>
                <a:gd name="T15" fmla="*/ 18697 h 108"/>
                <a:gd name="T16" fmla="*/ 28783 w 122"/>
                <a:gd name="T17" fmla="*/ 2117 h 108"/>
                <a:gd name="T18" fmla="*/ 28783 w 122"/>
                <a:gd name="T19" fmla="*/ 2117 h 108"/>
                <a:gd name="T20" fmla="*/ 15302 w 122"/>
                <a:gd name="T21" fmla="*/ 2469 h 10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22" h="108">
                  <a:moveTo>
                    <a:pt x="42" y="7"/>
                  </a:moveTo>
                  <a:lnTo>
                    <a:pt x="42" y="7"/>
                  </a:lnTo>
                  <a:cubicBezTo>
                    <a:pt x="4" y="27"/>
                    <a:pt x="0" y="71"/>
                    <a:pt x="34" y="91"/>
                  </a:cubicBezTo>
                  <a:cubicBezTo>
                    <a:pt x="62" y="107"/>
                    <a:pt x="82" y="105"/>
                    <a:pt x="103" y="84"/>
                  </a:cubicBezTo>
                  <a:cubicBezTo>
                    <a:pt x="114" y="73"/>
                    <a:pt x="121" y="60"/>
                    <a:pt x="121" y="53"/>
                  </a:cubicBezTo>
                  <a:cubicBezTo>
                    <a:pt x="121" y="33"/>
                    <a:pt x="102" y="13"/>
                    <a:pt x="79" y="6"/>
                  </a:cubicBezTo>
                  <a:cubicBezTo>
                    <a:pt x="56" y="0"/>
                    <a:pt x="57" y="0"/>
                    <a:pt x="42" y="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898" name="Freeform 58">
              <a:extLst>
                <a:ext uri="{FF2B5EF4-FFF2-40B4-BE49-F238E27FC236}">
                  <a16:creationId xmlns:a16="http://schemas.microsoft.com/office/drawing/2014/main" id="{D1CDD4BA-AD9B-3B48-B8FC-25DD91AD65FA}"/>
                </a:ext>
              </a:extLst>
            </p:cNvPr>
            <p:cNvSpPr>
              <a:spLocks noChangeArrowheads="1"/>
            </p:cNvSpPr>
            <p:nvPr/>
          </p:nvSpPr>
          <p:spPr bwMode="auto">
            <a:xfrm>
              <a:off x="7461250" y="323850"/>
              <a:ext cx="39688" cy="47625"/>
            </a:xfrm>
            <a:custGeom>
              <a:avLst/>
              <a:gdLst>
                <a:gd name="T0" fmla="*/ 5006 w 111"/>
                <a:gd name="T1" fmla="*/ 8659 h 132"/>
                <a:gd name="T2" fmla="*/ 5006 w 111"/>
                <a:gd name="T3" fmla="*/ 8659 h 132"/>
                <a:gd name="T4" fmla="*/ 0 w 111"/>
                <a:gd name="T5" fmla="*/ 19483 h 132"/>
                <a:gd name="T6" fmla="*/ 0 w 111"/>
                <a:gd name="T7" fmla="*/ 19483 h 132"/>
                <a:gd name="T8" fmla="*/ 32537 w 111"/>
                <a:gd name="T9" fmla="*/ 34636 h 132"/>
                <a:gd name="T10" fmla="*/ 32537 w 111"/>
                <a:gd name="T11" fmla="*/ 34636 h 132"/>
                <a:gd name="T12" fmla="*/ 35397 w 111"/>
                <a:gd name="T13" fmla="*/ 15514 h 132"/>
                <a:gd name="T14" fmla="*/ 35397 w 111"/>
                <a:gd name="T15" fmla="*/ 15514 h 132"/>
                <a:gd name="T16" fmla="*/ 5006 w 111"/>
                <a:gd name="T17" fmla="*/ 8659 h 13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11" h="132">
                  <a:moveTo>
                    <a:pt x="14" y="24"/>
                  </a:moveTo>
                  <a:lnTo>
                    <a:pt x="14" y="24"/>
                  </a:lnTo>
                  <a:cubicBezTo>
                    <a:pt x="5" y="33"/>
                    <a:pt x="0" y="44"/>
                    <a:pt x="0" y="54"/>
                  </a:cubicBezTo>
                  <a:cubicBezTo>
                    <a:pt x="0" y="105"/>
                    <a:pt x="56" y="131"/>
                    <a:pt x="91" y="96"/>
                  </a:cubicBezTo>
                  <a:cubicBezTo>
                    <a:pt x="108" y="79"/>
                    <a:pt x="110" y="65"/>
                    <a:pt x="99" y="43"/>
                  </a:cubicBezTo>
                  <a:cubicBezTo>
                    <a:pt x="81" y="10"/>
                    <a:pt x="38" y="0"/>
                    <a:pt x="14" y="2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899" name="Freeform 60">
              <a:extLst>
                <a:ext uri="{FF2B5EF4-FFF2-40B4-BE49-F238E27FC236}">
                  <a16:creationId xmlns:a16="http://schemas.microsoft.com/office/drawing/2014/main" id="{FC34C493-1DE4-514B-87D5-4C701B2D6E46}"/>
                </a:ext>
              </a:extLst>
            </p:cNvPr>
            <p:cNvSpPr>
              <a:spLocks noChangeArrowheads="1"/>
            </p:cNvSpPr>
            <p:nvPr/>
          </p:nvSpPr>
          <p:spPr bwMode="auto">
            <a:xfrm>
              <a:off x="7540625" y="333375"/>
              <a:ext cx="609600" cy="23813"/>
            </a:xfrm>
            <a:custGeom>
              <a:avLst/>
              <a:gdLst>
                <a:gd name="T0" fmla="*/ 173452 w 1694"/>
                <a:gd name="T1" fmla="*/ 2133 h 67"/>
                <a:gd name="T2" fmla="*/ 8637 w 1694"/>
                <a:gd name="T3" fmla="*/ 2843 h 67"/>
                <a:gd name="T4" fmla="*/ 4678 w 1694"/>
                <a:gd name="T5" fmla="*/ 7464 h 67"/>
                <a:gd name="T6" fmla="*/ 4678 w 1694"/>
                <a:gd name="T7" fmla="*/ 7464 h 67"/>
                <a:gd name="T8" fmla="*/ 7557 w 1694"/>
                <a:gd name="T9" fmla="*/ 19903 h 67"/>
                <a:gd name="T10" fmla="*/ 7557 w 1694"/>
                <a:gd name="T11" fmla="*/ 19903 h 67"/>
                <a:gd name="T12" fmla="*/ 603842 w 1694"/>
                <a:gd name="T13" fmla="*/ 20614 h 67"/>
                <a:gd name="T14" fmla="*/ 603842 w 1694"/>
                <a:gd name="T15" fmla="*/ 20614 h 67"/>
                <a:gd name="T16" fmla="*/ 605642 w 1694"/>
                <a:gd name="T17" fmla="*/ 3554 h 67"/>
                <a:gd name="T18" fmla="*/ 605642 w 1694"/>
                <a:gd name="T19" fmla="*/ 3554 h 67"/>
                <a:gd name="T20" fmla="*/ 469975 w 1694"/>
                <a:gd name="T21" fmla="*/ 355 h 67"/>
                <a:gd name="T22" fmla="*/ 469975 w 1694"/>
                <a:gd name="T23" fmla="*/ 355 h 67"/>
                <a:gd name="T24" fmla="*/ 173452 w 1694"/>
                <a:gd name="T25" fmla="*/ 2133 h 6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94" h="67">
                  <a:moveTo>
                    <a:pt x="482" y="6"/>
                  </a:moveTo>
                  <a:lnTo>
                    <a:pt x="24" y="8"/>
                  </a:lnTo>
                  <a:lnTo>
                    <a:pt x="13" y="21"/>
                  </a:lnTo>
                  <a:cubicBezTo>
                    <a:pt x="0" y="38"/>
                    <a:pt x="2" y="49"/>
                    <a:pt x="21" y="56"/>
                  </a:cubicBezTo>
                  <a:cubicBezTo>
                    <a:pt x="44" y="64"/>
                    <a:pt x="1669" y="66"/>
                    <a:pt x="1678" y="58"/>
                  </a:cubicBezTo>
                  <a:cubicBezTo>
                    <a:pt x="1691" y="48"/>
                    <a:pt x="1693" y="21"/>
                    <a:pt x="1683" y="10"/>
                  </a:cubicBezTo>
                  <a:cubicBezTo>
                    <a:pt x="1673" y="1"/>
                    <a:pt x="1663" y="0"/>
                    <a:pt x="1306" y="1"/>
                  </a:cubicBezTo>
                  <a:cubicBezTo>
                    <a:pt x="1105" y="2"/>
                    <a:pt x="734" y="4"/>
                    <a:pt x="482" y="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900" name="Freeform 63">
              <a:extLst>
                <a:ext uri="{FF2B5EF4-FFF2-40B4-BE49-F238E27FC236}">
                  <a16:creationId xmlns:a16="http://schemas.microsoft.com/office/drawing/2014/main" id="{C2677C82-5951-A74C-A1D3-97F8C5EE9535}"/>
                </a:ext>
              </a:extLst>
            </p:cNvPr>
            <p:cNvSpPr>
              <a:spLocks noChangeArrowheads="1"/>
            </p:cNvSpPr>
            <p:nvPr/>
          </p:nvSpPr>
          <p:spPr bwMode="auto">
            <a:xfrm>
              <a:off x="7669213" y="395288"/>
              <a:ext cx="31750" cy="39687"/>
            </a:xfrm>
            <a:custGeom>
              <a:avLst/>
              <a:gdLst>
                <a:gd name="T0" fmla="*/ 5412 w 88"/>
                <a:gd name="T1" fmla="*/ 8504 h 112"/>
                <a:gd name="T2" fmla="*/ 5412 w 88"/>
                <a:gd name="T3" fmla="*/ 8504 h 112"/>
                <a:gd name="T4" fmla="*/ 722 w 88"/>
                <a:gd name="T5" fmla="*/ 19489 h 112"/>
                <a:gd name="T6" fmla="*/ 722 w 88"/>
                <a:gd name="T7" fmla="*/ 19489 h 112"/>
                <a:gd name="T8" fmla="*/ 5412 w 88"/>
                <a:gd name="T9" fmla="*/ 31183 h 112"/>
                <a:gd name="T10" fmla="*/ 5412 w 88"/>
                <a:gd name="T11" fmla="*/ 31183 h 112"/>
                <a:gd name="T12" fmla="*/ 31389 w 88"/>
                <a:gd name="T13" fmla="*/ 19844 h 112"/>
                <a:gd name="T14" fmla="*/ 31389 w 88"/>
                <a:gd name="T15" fmla="*/ 19844 h 112"/>
                <a:gd name="T16" fmla="*/ 5412 w 88"/>
                <a:gd name="T17" fmla="*/ 8504 h 11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8" h="112">
                  <a:moveTo>
                    <a:pt x="15" y="24"/>
                  </a:moveTo>
                  <a:lnTo>
                    <a:pt x="15" y="24"/>
                  </a:lnTo>
                  <a:cubicBezTo>
                    <a:pt x="9" y="30"/>
                    <a:pt x="4" y="44"/>
                    <a:pt x="2" y="55"/>
                  </a:cubicBezTo>
                  <a:cubicBezTo>
                    <a:pt x="0" y="73"/>
                    <a:pt x="2" y="77"/>
                    <a:pt x="15" y="88"/>
                  </a:cubicBezTo>
                  <a:cubicBezTo>
                    <a:pt x="43" y="111"/>
                    <a:pt x="87" y="91"/>
                    <a:pt x="87" y="56"/>
                  </a:cubicBezTo>
                  <a:cubicBezTo>
                    <a:pt x="87" y="22"/>
                    <a:pt x="36" y="0"/>
                    <a:pt x="15" y="2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901" name="Freeform 65">
              <a:extLst>
                <a:ext uri="{FF2B5EF4-FFF2-40B4-BE49-F238E27FC236}">
                  <a16:creationId xmlns:a16="http://schemas.microsoft.com/office/drawing/2014/main" id="{1DD6A298-3AB9-B841-8FFA-0D1140D981E8}"/>
                </a:ext>
              </a:extLst>
            </p:cNvPr>
            <p:cNvSpPr>
              <a:spLocks noChangeArrowheads="1"/>
            </p:cNvSpPr>
            <p:nvPr/>
          </p:nvSpPr>
          <p:spPr bwMode="auto">
            <a:xfrm>
              <a:off x="7731125" y="403225"/>
              <a:ext cx="752475" cy="752475"/>
            </a:xfrm>
            <a:custGeom>
              <a:avLst/>
              <a:gdLst>
                <a:gd name="T0" fmla="*/ 400337 w 2092"/>
                <a:gd name="T1" fmla="*/ 449255 h 2092"/>
                <a:gd name="T2" fmla="*/ 265812 w 2092"/>
                <a:gd name="T3" fmla="*/ 485943 h 2092"/>
                <a:gd name="T4" fmla="*/ 302860 w 2092"/>
                <a:gd name="T5" fmla="*/ 351419 h 2092"/>
                <a:gd name="T6" fmla="*/ 442421 w 2092"/>
                <a:gd name="T7" fmla="*/ 302141 h 2092"/>
                <a:gd name="T8" fmla="*/ 37768 w 2092"/>
                <a:gd name="T9" fmla="*/ 719 h 2092"/>
                <a:gd name="T10" fmla="*/ 3237 w 2092"/>
                <a:gd name="T11" fmla="*/ 14028 h 2092"/>
                <a:gd name="T12" fmla="*/ 260776 w 2092"/>
                <a:gd name="T13" fmla="*/ 24819 h 2092"/>
                <a:gd name="T14" fmla="*/ 315450 w 2092"/>
                <a:gd name="T15" fmla="*/ 36329 h 2092"/>
                <a:gd name="T16" fmla="*/ 457888 w 2092"/>
                <a:gd name="T17" fmla="*/ 192435 h 2092"/>
                <a:gd name="T18" fmla="*/ 504288 w 2092"/>
                <a:gd name="T19" fmla="*/ 205024 h 2092"/>
                <a:gd name="T20" fmla="*/ 332715 w 2092"/>
                <a:gd name="T21" fmla="*/ 199989 h 2092"/>
                <a:gd name="T22" fmla="*/ 132726 w 2092"/>
                <a:gd name="T23" fmla="*/ 71579 h 2092"/>
                <a:gd name="T24" fmla="*/ 83808 w 2092"/>
                <a:gd name="T25" fmla="*/ 61148 h 2092"/>
                <a:gd name="T26" fmla="*/ 115461 w 2092"/>
                <a:gd name="T27" fmla="*/ 109346 h 2092"/>
                <a:gd name="T28" fmla="*/ 53234 w 2092"/>
                <a:gd name="T29" fmla="*/ 164739 h 2092"/>
                <a:gd name="T30" fmla="*/ 187759 w 2092"/>
                <a:gd name="T31" fmla="*/ 172292 h 2092"/>
                <a:gd name="T32" fmla="*/ 423717 w 2092"/>
                <a:gd name="T33" fmla="*/ 242792 h 2092"/>
                <a:gd name="T34" fmla="*/ 376597 w 2092"/>
                <a:gd name="T35" fmla="*/ 258978 h 2092"/>
                <a:gd name="T36" fmla="*/ 158624 w 2092"/>
                <a:gd name="T37" fmla="*/ 263294 h 2092"/>
                <a:gd name="T38" fmla="*/ 48558 w 2092"/>
                <a:gd name="T39" fmla="*/ 324082 h 2092"/>
                <a:gd name="T40" fmla="*/ 104670 w 2092"/>
                <a:gd name="T41" fmla="*/ 447456 h 2092"/>
                <a:gd name="T42" fmla="*/ 217973 w 2092"/>
                <a:gd name="T43" fmla="*/ 390265 h 2092"/>
                <a:gd name="T44" fmla="*/ 159343 w 2092"/>
                <a:gd name="T45" fmla="*/ 378755 h 2092"/>
                <a:gd name="T46" fmla="*/ 84887 w 2092"/>
                <a:gd name="T47" fmla="*/ 407890 h 2092"/>
                <a:gd name="T48" fmla="*/ 135963 w 2092"/>
                <a:gd name="T49" fmla="*/ 293508 h 2092"/>
                <a:gd name="T50" fmla="*/ 429832 w 2092"/>
                <a:gd name="T51" fmla="*/ 269409 h 2092"/>
                <a:gd name="T52" fmla="*/ 473714 w 2092"/>
                <a:gd name="T53" fmla="*/ 253942 h 2092"/>
                <a:gd name="T54" fmla="*/ 312212 w 2092"/>
                <a:gd name="T55" fmla="*/ 319047 h 2092"/>
                <a:gd name="T56" fmla="*/ 273366 w 2092"/>
                <a:gd name="T57" fmla="*/ 360051 h 2092"/>
                <a:gd name="T58" fmla="*/ 207542 w 2092"/>
                <a:gd name="T59" fmla="*/ 556803 h 2092"/>
                <a:gd name="T60" fmla="*/ 425515 w 2092"/>
                <a:gd name="T61" fmla="*/ 469757 h 2092"/>
                <a:gd name="T62" fmla="*/ 474793 w 2092"/>
                <a:gd name="T63" fmla="*/ 314371 h 2092"/>
                <a:gd name="T64" fmla="*/ 492058 w 2092"/>
                <a:gd name="T65" fmla="*/ 292789 h 2092"/>
                <a:gd name="T66" fmla="*/ 470117 w 2092"/>
                <a:gd name="T67" fmla="*/ 470836 h 2092"/>
                <a:gd name="T68" fmla="*/ 387748 w 2092"/>
                <a:gd name="T69" fmla="*/ 683055 h 2092"/>
                <a:gd name="T70" fmla="*/ 338830 w 2092"/>
                <a:gd name="T71" fmla="*/ 643488 h 2092"/>
                <a:gd name="T72" fmla="*/ 388107 w 2092"/>
                <a:gd name="T73" fmla="*/ 548530 h 2092"/>
                <a:gd name="T74" fmla="*/ 326600 w 2092"/>
                <a:gd name="T75" fmla="*/ 548530 h 2092"/>
                <a:gd name="T76" fmla="*/ 328758 w 2092"/>
                <a:gd name="T77" fmla="*/ 685572 h 2092"/>
                <a:gd name="T78" fmla="*/ 449255 w 2092"/>
                <a:gd name="T79" fmla="*/ 686651 h 2092"/>
                <a:gd name="T80" fmla="*/ 491699 w 2092"/>
                <a:gd name="T81" fmla="*/ 485224 h 2092"/>
                <a:gd name="T82" fmla="*/ 506086 w 2092"/>
                <a:gd name="T83" fmla="*/ 308975 h 2092"/>
                <a:gd name="T84" fmla="*/ 549609 w 2092"/>
                <a:gd name="T85" fmla="*/ 480908 h 2092"/>
                <a:gd name="T86" fmla="*/ 589175 w 2092"/>
                <a:gd name="T87" fmla="*/ 668667 h 2092"/>
                <a:gd name="T88" fmla="*/ 598527 w 2092"/>
                <a:gd name="T89" fmla="*/ 699960 h 2092"/>
                <a:gd name="T90" fmla="*/ 656437 w 2092"/>
                <a:gd name="T91" fmla="*/ 642769 h 2092"/>
                <a:gd name="T92" fmla="*/ 692766 w 2092"/>
                <a:gd name="T93" fmla="*/ 654999 h 2092"/>
                <a:gd name="T94" fmla="*/ 625504 w 2092"/>
                <a:gd name="T95" fmla="*/ 535941 h 2092"/>
                <a:gd name="T96" fmla="*/ 534142 w 2092"/>
                <a:gd name="T97" fmla="*/ 327679 h 2092"/>
                <a:gd name="T98" fmla="*/ 554285 w 2092"/>
                <a:gd name="T99" fmla="*/ 254302 h 2092"/>
                <a:gd name="T100" fmla="*/ 633057 w 2092"/>
                <a:gd name="T101" fmla="*/ 401416 h 2092"/>
                <a:gd name="T102" fmla="*/ 720822 w 2092"/>
                <a:gd name="T103" fmla="*/ 438824 h 2092"/>
                <a:gd name="T104" fmla="*/ 733411 w 2092"/>
                <a:gd name="T105" fmla="*/ 643488 h 2092"/>
                <a:gd name="T106" fmla="*/ 750317 w 2092"/>
                <a:gd name="T107" fmla="*/ 744202 h 2092"/>
                <a:gd name="T108" fmla="*/ 737368 w 2092"/>
                <a:gd name="T109" fmla="*/ 406811 h 2092"/>
                <a:gd name="T110" fmla="*/ 586657 w 2092"/>
                <a:gd name="T111" fmla="*/ 283797 h 2092"/>
                <a:gd name="T112" fmla="*/ 595290 w 2092"/>
                <a:gd name="T113" fmla="*/ 167616 h 2092"/>
                <a:gd name="T114" fmla="*/ 584139 w 2092"/>
                <a:gd name="T115" fmla="*/ 156466 h 2092"/>
                <a:gd name="T116" fmla="*/ 467959 w 2092"/>
                <a:gd name="T117" fmla="*/ 165458 h 2092"/>
                <a:gd name="T118" fmla="*/ 345304 w 2092"/>
                <a:gd name="T119" fmla="*/ 14747 h 2092"/>
                <a:gd name="T120" fmla="*/ 199269 w 2092"/>
                <a:gd name="T121" fmla="*/ 360 h 209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2092" h="2092">
                  <a:moveTo>
                    <a:pt x="1250" y="860"/>
                  </a:moveTo>
                  <a:lnTo>
                    <a:pt x="1250" y="860"/>
                  </a:lnTo>
                  <a:cubicBezTo>
                    <a:pt x="1163" y="998"/>
                    <a:pt x="1116" y="1120"/>
                    <a:pt x="1114" y="1209"/>
                  </a:cubicBezTo>
                  <a:lnTo>
                    <a:pt x="1113" y="1249"/>
                  </a:lnTo>
                  <a:lnTo>
                    <a:pt x="1060" y="1258"/>
                  </a:lnTo>
                  <a:cubicBezTo>
                    <a:pt x="971" y="1274"/>
                    <a:pt x="829" y="1313"/>
                    <a:pt x="783" y="1332"/>
                  </a:cubicBezTo>
                  <a:lnTo>
                    <a:pt x="739" y="1351"/>
                  </a:lnTo>
                  <a:lnTo>
                    <a:pt x="758" y="1307"/>
                  </a:lnTo>
                  <a:cubicBezTo>
                    <a:pt x="778" y="1262"/>
                    <a:pt x="816" y="1119"/>
                    <a:pt x="832" y="1031"/>
                  </a:cubicBezTo>
                  <a:lnTo>
                    <a:pt x="842" y="977"/>
                  </a:lnTo>
                  <a:lnTo>
                    <a:pt x="882" y="977"/>
                  </a:lnTo>
                  <a:cubicBezTo>
                    <a:pt x="971" y="974"/>
                    <a:pt x="1097" y="925"/>
                    <a:pt x="1230" y="840"/>
                  </a:cubicBezTo>
                  <a:cubicBezTo>
                    <a:pt x="1259" y="821"/>
                    <a:pt x="1283" y="806"/>
                    <a:pt x="1284" y="806"/>
                  </a:cubicBezTo>
                  <a:cubicBezTo>
                    <a:pt x="1284" y="805"/>
                    <a:pt x="1269" y="830"/>
                    <a:pt x="1250" y="860"/>
                  </a:cubicBezTo>
                  <a:close/>
                  <a:moveTo>
                    <a:pt x="105" y="2"/>
                  </a:moveTo>
                  <a:lnTo>
                    <a:pt x="105" y="2"/>
                  </a:lnTo>
                  <a:cubicBezTo>
                    <a:pt x="64" y="3"/>
                    <a:pt x="25" y="5"/>
                    <a:pt x="19" y="6"/>
                  </a:cubicBezTo>
                  <a:cubicBezTo>
                    <a:pt x="5" y="9"/>
                    <a:pt x="0" y="26"/>
                    <a:pt x="9" y="39"/>
                  </a:cubicBezTo>
                  <a:cubicBezTo>
                    <a:pt x="16" y="48"/>
                    <a:pt x="35" y="49"/>
                    <a:pt x="302" y="51"/>
                  </a:cubicBezTo>
                  <a:cubicBezTo>
                    <a:pt x="570" y="54"/>
                    <a:pt x="595" y="55"/>
                    <a:pt x="725" y="69"/>
                  </a:cubicBezTo>
                  <a:cubicBezTo>
                    <a:pt x="801" y="77"/>
                    <a:pt x="866" y="85"/>
                    <a:pt x="870" y="86"/>
                  </a:cubicBezTo>
                  <a:cubicBezTo>
                    <a:pt x="874" y="87"/>
                    <a:pt x="877" y="94"/>
                    <a:pt x="877" y="101"/>
                  </a:cubicBezTo>
                  <a:cubicBezTo>
                    <a:pt x="877" y="122"/>
                    <a:pt x="903" y="198"/>
                    <a:pt x="927" y="251"/>
                  </a:cubicBezTo>
                  <a:cubicBezTo>
                    <a:pt x="989" y="383"/>
                    <a:pt x="1124" y="494"/>
                    <a:pt x="1273" y="535"/>
                  </a:cubicBezTo>
                  <a:cubicBezTo>
                    <a:pt x="1301" y="543"/>
                    <a:pt x="1338" y="547"/>
                    <a:pt x="1384" y="550"/>
                  </a:cubicBezTo>
                  <a:lnTo>
                    <a:pt x="1452" y="553"/>
                  </a:lnTo>
                  <a:lnTo>
                    <a:pt x="1402" y="570"/>
                  </a:lnTo>
                  <a:cubicBezTo>
                    <a:pt x="1316" y="599"/>
                    <a:pt x="1271" y="606"/>
                    <a:pt x="1179" y="605"/>
                  </a:cubicBezTo>
                  <a:cubicBezTo>
                    <a:pt x="1082" y="605"/>
                    <a:pt x="1016" y="592"/>
                    <a:pt x="925" y="556"/>
                  </a:cubicBezTo>
                  <a:cubicBezTo>
                    <a:pt x="822" y="515"/>
                    <a:pt x="755" y="473"/>
                    <a:pt x="601" y="351"/>
                  </a:cubicBezTo>
                  <a:cubicBezTo>
                    <a:pt x="487" y="261"/>
                    <a:pt x="454" y="240"/>
                    <a:pt x="369" y="199"/>
                  </a:cubicBezTo>
                  <a:cubicBezTo>
                    <a:pt x="317" y="174"/>
                    <a:pt x="297" y="167"/>
                    <a:pt x="269" y="164"/>
                  </a:cubicBezTo>
                  <a:cubicBezTo>
                    <a:pt x="243" y="162"/>
                    <a:pt x="236" y="163"/>
                    <a:pt x="233" y="170"/>
                  </a:cubicBezTo>
                  <a:cubicBezTo>
                    <a:pt x="229" y="180"/>
                    <a:pt x="253" y="212"/>
                    <a:pt x="304" y="266"/>
                  </a:cubicBezTo>
                  <a:lnTo>
                    <a:pt x="337" y="301"/>
                  </a:lnTo>
                  <a:lnTo>
                    <a:pt x="321" y="304"/>
                  </a:lnTo>
                  <a:cubicBezTo>
                    <a:pt x="231" y="323"/>
                    <a:pt x="158" y="374"/>
                    <a:pt x="144" y="427"/>
                  </a:cubicBezTo>
                  <a:cubicBezTo>
                    <a:pt x="139" y="447"/>
                    <a:pt x="140" y="451"/>
                    <a:pt x="148" y="458"/>
                  </a:cubicBezTo>
                  <a:cubicBezTo>
                    <a:pt x="158" y="466"/>
                    <a:pt x="160" y="466"/>
                    <a:pt x="232" y="453"/>
                  </a:cubicBezTo>
                  <a:cubicBezTo>
                    <a:pt x="317" y="436"/>
                    <a:pt x="413" y="445"/>
                    <a:pt x="522" y="479"/>
                  </a:cubicBezTo>
                  <a:cubicBezTo>
                    <a:pt x="557" y="488"/>
                    <a:pt x="660" y="527"/>
                    <a:pt x="753" y="563"/>
                  </a:cubicBezTo>
                  <a:cubicBezTo>
                    <a:pt x="1013" y="664"/>
                    <a:pt x="1052" y="675"/>
                    <a:pt x="1178" y="675"/>
                  </a:cubicBezTo>
                  <a:lnTo>
                    <a:pt x="1259" y="675"/>
                  </a:lnTo>
                  <a:lnTo>
                    <a:pt x="1232" y="684"/>
                  </a:lnTo>
                  <a:cubicBezTo>
                    <a:pt x="1189" y="699"/>
                    <a:pt x="1112" y="714"/>
                    <a:pt x="1047" y="720"/>
                  </a:cubicBezTo>
                  <a:cubicBezTo>
                    <a:pt x="1009" y="724"/>
                    <a:pt x="892" y="725"/>
                    <a:pt x="742" y="724"/>
                  </a:cubicBezTo>
                  <a:cubicBezTo>
                    <a:pt x="529" y="723"/>
                    <a:pt x="490" y="724"/>
                    <a:pt x="441" y="732"/>
                  </a:cubicBezTo>
                  <a:cubicBezTo>
                    <a:pt x="314" y="753"/>
                    <a:pt x="237" y="786"/>
                    <a:pt x="181" y="842"/>
                  </a:cubicBezTo>
                  <a:cubicBezTo>
                    <a:pt x="162" y="861"/>
                    <a:pt x="141" y="888"/>
                    <a:pt x="135" y="901"/>
                  </a:cubicBezTo>
                  <a:cubicBezTo>
                    <a:pt x="95" y="989"/>
                    <a:pt x="115" y="1104"/>
                    <a:pt x="184" y="1177"/>
                  </a:cubicBezTo>
                  <a:cubicBezTo>
                    <a:pt x="219" y="1213"/>
                    <a:pt x="246" y="1230"/>
                    <a:pt x="291" y="1244"/>
                  </a:cubicBezTo>
                  <a:cubicBezTo>
                    <a:pt x="392" y="1278"/>
                    <a:pt x="499" y="1254"/>
                    <a:pt x="565" y="1182"/>
                  </a:cubicBezTo>
                  <a:cubicBezTo>
                    <a:pt x="597" y="1148"/>
                    <a:pt x="606" y="1126"/>
                    <a:pt x="606" y="1085"/>
                  </a:cubicBezTo>
                  <a:cubicBezTo>
                    <a:pt x="606" y="1049"/>
                    <a:pt x="590" y="1020"/>
                    <a:pt x="565" y="1012"/>
                  </a:cubicBezTo>
                  <a:cubicBezTo>
                    <a:pt x="514" y="995"/>
                    <a:pt x="471" y="1009"/>
                    <a:pt x="443" y="1053"/>
                  </a:cubicBezTo>
                  <a:cubicBezTo>
                    <a:pt x="398" y="1123"/>
                    <a:pt x="367" y="1144"/>
                    <a:pt x="302" y="1149"/>
                  </a:cubicBezTo>
                  <a:cubicBezTo>
                    <a:pt x="259" y="1151"/>
                    <a:pt x="258" y="1151"/>
                    <a:pt x="236" y="1134"/>
                  </a:cubicBezTo>
                  <a:cubicBezTo>
                    <a:pt x="194" y="1104"/>
                    <a:pt x="181" y="1071"/>
                    <a:pt x="191" y="1013"/>
                  </a:cubicBezTo>
                  <a:cubicBezTo>
                    <a:pt x="207" y="917"/>
                    <a:pt x="269" y="851"/>
                    <a:pt x="378" y="816"/>
                  </a:cubicBezTo>
                  <a:cubicBezTo>
                    <a:pt x="457" y="791"/>
                    <a:pt x="493" y="788"/>
                    <a:pt x="782" y="784"/>
                  </a:cubicBezTo>
                  <a:cubicBezTo>
                    <a:pt x="1072" y="779"/>
                    <a:pt x="1084" y="778"/>
                    <a:pt x="1195" y="749"/>
                  </a:cubicBezTo>
                  <a:cubicBezTo>
                    <a:pt x="1221" y="742"/>
                    <a:pt x="1259" y="730"/>
                    <a:pt x="1277" y="722"/>
                  </a:cubicBezTo>
                  <a:cubicBezTo>
                    <a:pt x="1294" y="715"/>
                    <a:pt x="1313" y="708"/>
                    <a:pt x="1317" y="706"/>
                  </a:cubicBezTo>
                  <a:cubicBezTo>
                    <a:pt x="1331" y="702"/>
                    <a:pt x="1270" y="740"/>
                    <a:pt x="1217" y="770"/>
                  </a:cubicBezTo>
                  <a:cubicBezTo>
                    <a:pt x="1149" y="809"/>
                    <a:pt x="973" y="868"/>
                    <a:pt x="868" y="887"/>
                  </a:cubicBezTo>
                  <a:cubicBezTo>
                    <a:pt x="826" y="896"/>
                    <a:pt x="789" y="904"/>
                    <a:pt x="784" y="908"/>
                  </a:cubicBezTo>
                  <a:cubicBezTo>
                    <a:pt x="779" y="911"/>
                    <a:pt x="771" y="944"/>
                    <a:pt x="760" y="1001"/>
                  </a:cubicBezTo>
                  <a:cubicBezTo>
                    <a:pt x="720" y="1223"/>
                    <a:pt x="668" y="1345"/>
                    <a:pt x="542" y="1514"/>
                  </a:cubicBezTo>
                  <a:cubicBezTo>
                    <a:pt x="467" y="1615"/>
                    <a:pt x="476" y="1623"/>
                    <a:pt x="577" y="1548"/>
                  </a:cubicBezTo>
                  <a:cubicBezTo>
                    <a:pt x="746" y="1422"/>
                    <a:pt x="868" y="1371"/>
                    <a:pt x="1089" y="1331"/>
                  </a:cubicBezTo>
                  <a:cubicBezTo>
                    <a:pt x="1147" y="1320"/>
                    <a:pt x="1179" y="1312"/>
                    <a:pt x="1183" y="1306"/>
                  </a:cubicBezTo>
                  <a:cubicBezTo>
                    <a:pt x="1186" y="1301"/>
                    <a:pt x="1195" y="1264"/>
                    <a:pt x="1203" y="1223"/>
                  </a:cubicBezTo>
                  <a:cubicBezTo>
                    <a:pt x="1223" y="1118"/>
                    <a:pt x="1281" y="941"/>
                    <a:pt x="1320" y="874"/>
                  </a:cubicBezTo>
                  <a:cubicBezTo>
                    <a:pt x="1350" y="820"/>
                    <a:pt x="1389" y="760"/>
                    <a:pt x="1384" y="773"/>
                  </a:cubicBezTo>
                  <a:cubicBezTo>
                    <a:pt x="1383" y="777"/>
                    <a:pt x="1375" y="796"/>
                    <a:pt x="1368" y="814"/>
                  </a:cubicBezTo>
                  <a:cubicBezTo>
                    <a:pt x="1361" y="832"/>
                    <a:pt x="1349" y="868"/>
                    <a:pt x="1341" y="896"/>
                  </a:cubicBezTo>
                  <a:cubicBezTo>
                    <a:pt x="1312" y="1007"/>
                    <a:pt x="1311" y="1019"/>
                    <a:pt x="1307" y="1309"/>
                  </a:cubicBezTo>
                  <a:cubicBezTo>
                    <a:pt x="1302" y="1597"/>
                    <a:pt x="1300" y="1634"/>
                    <a:pt x="1274" y="1712"/>
                  </a:cubicBezTo>
                  <a:cubicBezTo>
                    <a:pt x="1239" y="1821"/>
                    <a:pt x="1173" y="1883"/>
                    <a:pt x="1078" y="1899"/>
                  </a:cubicBezTo>
                  <a:cubicBezTo>
                    <a:pt x="1020" y="1909"/>
                    <a:pt x="987" y="1897"/>
                    <a:pt x="956" y="1855"/>
                  </a:cubicBezTo>
                  <a:cubicBezTo>
                    <a:pt x="940" y="1833"/>
                    <a:pt x="939" y="1831"/>
                    <a:pt x="942" y="1789"/>
                  </a:cubicBezTo>
                  <a:cubicBezTo>
                    <a:pt x="946" y="1724"/>
                    <a:pt x="967" y="1692"/>
                    <a:pt x="1038" y="1647"/>
                  </a:cubicBezTo>
                  <a:cubicBezTo>
                    <a:pt x="1080" y="1620"/>
                    <a:pt x="1095" y="1576"/>
                    <a:pt x="1079" y="1525"/>
                  </a:cubicBezTo>
                  <a:cubicBezTo>
                    <a:pt x="1070" y="1500"/>
                    <a:pt x="1042" y="1485"/>
                    <a:pt x="1005" y="1485"/>
                  </a:cubicBezTo>
                  <a:cubicBezTo>
                    <a:pt x="964" y="1485"/>
                    <a:pt x="943" y="1494"/>
                    <a:pt x="908" y="1525"/>
                  </a:cubicBezTo>
                  <a:cubicBezTo>
                    <a:pt x="836" y="1591"/>
                    <a:pt x="812" y="1699"/>
                    <a:pt x="846" y="1800"/>
                  </a:cubicBezTo>
                  <a:cubicBezTo>
                    <a:pt x="861" y="1845"/>
                    <a:pt x="877" y="1871"/>
                    <a:pt x="914" y="1906"/>
                  </a:cubicBezTo>
                  <a:cubicBezTo>
                    <a:pt x="987" y="1976"/>
                    <a:pt x="1102" y="1996"/>
                    <a:pt x="1189" y="1956"/>
                  </a:cubicBezTo>
                  <a:cubicBezTo>
                    <a:pt x="1203" y="1949"/>
                    <a:pt x="1229" y="1929"/>
                    <a:pt x="1249" y="1909"/>
                  </a:cubicBezTo>
                  <a:cubicBezTo>
                    <a:pt x="1304" y="1854"/>
                    <a:pt x="1337" y="1777"/>
                    <a:pt x="1358" y="1649"/>
                  </a:cubicBezTo>
                  <a:cubicBezTo>
                    <a:pt x="1367" y="1600"/>
                    <a:pt x="1368" y="1562"/>
                    <a:pt x="1367" y="1349"/>
                  </a:cubicBezTo>
                  <a:cubicBezTo>
                    <a:pt x="1365" y="1199"/>
                    <a:pt x="1367" y="1081"/>
                    <a:pt x="1371" y="1043"/>
                  </a:cubicBezTo>
                  <a:cubicBezTo>
                    <a:pt x="1377" y="978"/>
                    <a:pt x="1392" y="902"/>
                    <a:pt x="1407" y="859"/>
                  </a:cubicBezTo>
                  <a:lnTo>
                    <a:pt x="1415" y="832"/>
                  </a:lnTo>
                  <a:lnTo>
                    <a:pt x="1415" y="912"/>
                  </a:lnTo>
                  <a:cubicBezTo>
                    <a:pt x="1416" y="1038"/>
                    <a:pt x="1426" y="1078"/>
                    <a:pt x="1528" y="1337"/>
                  </a:cubicBezTo>
                  <a:cubicBezTo>
                    <a:pt x="1564" y="1431"/>
                    <a:pt x="1602" y="1534"/>
                    <a:pt x="1612" y="1569"/>
                  </a:cubicBezTo>
                  <a:cubicBezTo>
                    <a:pt x="1646" y="1677"/>
                    <a:pt x="1654" y="1773"/>
                    <a:pt x="1638" y="1859"/>
                  </a:cubicBezTo>
                  <a:cubicBezTo>
                    <a:pt x="1624" y="1930"/>
                    <a:pt x="1624" y="1933"/>
                    <a:pt x="1633" y="1942"/>
                  </a:cubicBezTo>
                  <a:cubicBezTo>
                    <a:pt x="1640" y="1951"/>
                    <a:pt x="1643" y="1952"/>
                    <a:pt x="1664" y="1946"/>
                  </a:cubicBezTo>
                  <a:cubicBezTo>
                    <a:pt x="1716" y="1932"/>
                    <a:pt x="1767" y="1859"/>
                    <a:pt x="1786" y="1769"/>
                  </a:cubicBezTo>
                  <a:lnTo>
                    <a:pt x="1790" y="1754"/>
                  </a:lnTo>
                  <a:lnTo>
                    <a:pt x="1825" y="1787"/>
                  </a:lnTo>
                  <a:cubicBezTo>
                    <a:pt x="1879" y="1838"/>
                    <a:pt x="1911" y="1861"/>
                    <a:pt x="1920" y="1858"/>
                  </a:cubicBezTo>
                  <a:cubicBezTo>
                    <a:pt x="1927" y="1855"/>
                    <a:pt x="1929" y="1848"/>
                    <a:pt x="1926" y="1821"/>
                  </a:cubicBezTo>
                  <a:cubicBezTo>
                    <a:pt x="1924" y="1794"/>
                    <a:pt x="1917" y="1774"/>
                    <a:pt x="1892" y="1721"/>
                  </a:cubicBezTo>
                  <a:cubicBezTo>
                    <a:pt x="1850" y="1636"/>
                    <a:pt x="1829" y="1604"/>
                    <a:pt x="1739" y="1490"/>
                  </a:cubicBezTo>
                  <a:cubicBezTo>
                    <a:pt x="1617" y="1336"/>
                    <a:pt x="1575" y="1268"/>
                    <a:pt x="1534" y="1166"/>
                  </a:cubicBezTo>
                  <a:cubicBezTo>
                    <a:pt x="1498" y="1075"/>
                    <a:pt x="1485" y="1008"/>
                    <a:pt x="1485" y="911"/>
                  </a:cubicBezTo>
                  <a:cubicBezTo>
                    <a:pt x="1484" y="819"/>
                    <a:pt x="1491" y="775"/>
                    <a:pt x="1521" y="688"/>
                  </a:cubicBezTo>
                  <a:lnTo>
                    <a:pt x="1537" y="638"/>
                  </a:lnTo>
                  <a:lnTo>
                    <a:pt x="1541" y="707"/>
                  </a:lnTo>
                  <a:cubicBezTo>
                    <a:pt x="1546" y="810"/>
                    <a:pt x="1571" y="886"/>
                    <a:pt x="1627" y="974"/>
                  </a:cubicBezTo>
                  <a:cubicBezTo>
                    <a:pt x="1656" y="1019"/>
                    <a:pt x="1716" y="1083"/>
                    <a:pt x="1760" y="1116"/>
                  </a:cubicBezTo>
                  <a:cubicBezTo>
                    <a:pt x="1812" y="1156"/>
                    <a:pt x="1948" y="1213"/>
                    <a:pt x="1989" y="1213"/>
                  </a:cubicBezTo>
                  <a:cubicBezTo>
                    <a:pt x="1996" y="1213"/>
                    <a:pt x="2003" y="1217"/>
                    <a:pt x="2004" y="1220"/>
                  </a:cubicBezTo>
                  <a:cubicBezTo>
                    <a:pt x="2006" y="1224"/>
                    <a:pt x="2013" y="1289"/>
                    <a:pt x="2021" y="1365"/>
                  </a:cubicBezTo>
                  <a:cubicBezTo>
                    <a:pt x="2036" y="1495"/>
                    <a:pt x="2037" y="1520"/>
                    <a:pt x="2039" y="1789"/>
                  </a:cubicBezTo>
                  <a:cubicBezTo>
                    <a:pt x="2041" y="2055"/>
                    <a:pt x="2042" y="2075"/>
                    <a:pt x="2051" y="2081"/>
                  </a:cubicBezTo>
                  <a:cubicBezTo>
                    <a:pt x="2065" y="2091"/>
                    <a:pt x="2081" y="2085"/>
                    <a:pt x="2086" y="2069"/>
                  </a:cubicBezTo>
                  <a:cubicBezTo>
                    <a:pt x="2088" y="2061"/>
                    <a:pt x="2090" y="1855"/>
                    <a:pt x="2090" y="1609"/>
                  </a:cubicBezTo>
                  <a:cubicBezTo>
                    <a:pt x="2089" y="1104"/>
                    <a:pt x="2091" y="1132"/>
                    <a:pt x="2050" y="1131"/>
                  </a:cubicBezTo>
                  <a:cubicBezTo>
                    <a:pt x="2018" y="1129"/>
                    <a:pt x="1938" y="1112"/>
                    <a:pt x="1900" y="1098"/>
                  </a:cubicBezTo>
                  <a:cubicBezTo>
                    <a:pt x="1786" y="1055"/>
                    <a:pt x="1665" y="916"/>
                    <a:pt x="1631" y="789"/>
                  </a:cubicBezTo>
                  <a:cubicBezTo>
                    <a:pt x="1607" y="701"/>
                    <a:pt x="1603" y="598"/>
                    <a:pt x="1621" y="546"/>
                  </a:cubicBezTo>
                  <a:cubicBezTo>
                    <a:pt x="1626" y="530"/>
                    <a:pt x="1642" y="494"/>
                    <a:pt x="1655" y="466"/>
                  </a:cubicBezTo>
                  <a:cubicBezTo>
                    <a:pt x="1668" y="439"/>
                    <a:pt x="1678" y="416"/>
                    <a:pt x="1677" y="414"/>
                  </a:cubicBezTo>
                  <a:cubicBezTo>
                    <a:pt x="1675" y="413"/>
                    <a:pt x="1652" y="422"/>
                    <a:pt x="1624" y="435"/>
                  </a:cubicBezTo>
                  <a:cubicBezTo>
                    <a:pt x="1597" y="449"/>
                    <a:pt x="1561" y="464"/>
                    <a:pt x="1544" y="470"/>
                  </a:cubicBezTo>
                  <a:cubicBezTo>
                    <a:pt x="1493" y="487"/>
                    <a:pt x="1390" y="483"/>
                    <a:pt x="1301" y="460"/>
                  </a:cubicBezTo>
                  <a:cubicBezTo>
                    <a:pt x="1175" y="426"/>
                    <a:pt x="1036" y="303"/>
                    <a:pt x="993" y="190"/>
                  </a:cubicBezTo>
                  <a:cubicBezTo>
                    <a:pt x="979" y="152"/>
                    <a:pt x="961" y="73"/>
                    <a:pt x="960" y="41"/>
                  </a:cubicBezTo>
                  <a:cubicBezTo>
                    <a:pt x="959" y="20"/>
                    <a:pt x="957" y="16"/>
                    <a:pt x="944" y="10"/>
                  </a:cubicBezTo>
                  <a:cubicBezTo>
                    <a:pt x="933" y="5"/>
                    <a:pt x="852" y="3"/>
                    <a:pt x="554" y="1"/>
                  </a:cubicBezTo>
                  <a:cubicBezTo>
                    <a:pt x="348" y="0"/>
                    <a:pt x="146" y="0"/>
                    <a:pt x="105" y="2"/>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902" name="Freeform 67">
              <a:extLst>
                <a:ext uri="{FF2B5EF4-FFF2-40B4-BE49-F238E27FC236}">
                  <a16:creationId xmlns:a16="http://schemas.microsoft.com/office/drawing/2014/main" id="{1C6A7ABA-1082-D641-9180-81DDE5F91038}"/>
                </a:ext>
              </a:extLst>
            </p:cNvPr>
            <p:cNvSpPr>
              <a:spLocks noChangeArrowheads="1"/>
            </p:cNvSpPr>
            <p:nvPr/>
          </p:nvSpPr>
          <p:spPr bwMode="auto">
            <a:xfrm>
              <a:off x="7964488" y="458788"/>
              <a:ext cx="144462" cy="130175"/>
            </a:xfrm>
            <a:custGeom>
              <a:avLst/>
              <a:gdLst>
                <a:gd name="T0" fmla="*/ 3973 w 400"/>
                <a:gd name="T1" fmla="*/ 6130 h 361"/>
                <a:gd name="T2" fmla="*/ 3973 w 400"/>
                <a:gd name="T3" fmla="*/ 6130 h 361"/>
                <a:gd name="T4" fmla="*/ 3612 w 400"/>
                <a:gd name="T5" fmla="*/ 31372 h 361"/>
                <a:gd name="T6" fmla="*/ 3612 w 400"/>
                <a:gd name="T7" fmla="*/ 31372 h 361"/>
                <a:gd name="T8" fmla="*/ 108708 w 400"/>
                <a:gd name="T9" fmla="*/ 114309 h 361"/>
                <a:gd name="T10" fmla="*/ 108708 w 400"/>
                <a:gd name="T11" fmla="*/ 114309 h 361"/>
                <a:gd name="T12" fmla="*/ 141934 w 400"/>
                <a:gd name="T13" fmla="*/ 125127 h 361"/>
                <a:gd name="T14" fmla="*/ 141934 w 400"/>
                <a:gd name="T15" fmla="*/ 125127 h 361"/>
                <a:gd name="T16" fmla="*/ 141212 w 400"/>
                <a:gd name="T17" fmla="*/ 120800 h 361"/>
                <a:gd name="T18" fmla="*/ 141212 w 400"/>
                <a:gd name="T19" fmla="*/ 120800 h 361"/>
                <a:gd name="T20" fmla="*/ 134711 w 400"/>
                <a:gd name="T21" fmla="*/ 116112 h 361"/>
                <a:gd name="T22" fmla="*/ 134711 w 400"/>
                <a:gd name="T23" fmla="*/ 116112 h 361"/>
                <a:gd name="T24" fmla="*/ 83427 w 400"/>
                <a:gd name="T25" fmla="*/ 70316 h 361"/>
                <a:gd name="T26" fmla="*/ 83427 w 400"/>
                <a:gd name="T27" fmla="*/ 70316 h 361"/>
                <a:gd name="T28" fmla="*/ 53812 w 400"/>
                <a:gd name="T29" fmla="*/ 34257 h 361"/>
                <a:gd name="T30" fmla="*/ 53812 w 400"/>
                <a:gd name="T31" fmla="*/ 34257 h 361"/>
                <a:gd name="T32" fmla="*/ 27448 w 400"/>
                <a:gd name="T33" fmla="*/ 6851 h 361"/>
                <a:gd name="T34" fmla="*/ 27448 w 400"/>
                <a:gd name="T35" fmla="*/ 6851 h 361"/>
                <a:gd name="T36" fmla="*/ 3973 w 400"/>
                <a:gd name="T37" fmla="*/ 6130 h 36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400" h="361">
                  <a:moveTo>
                    <a:pt x="11" y="17"/>
                  </a:moveTo>
                  <a:lnTo>
                    <a:pt x="11" y="17"/>
                  </a:lnTo>
                  <a:cubicBezTo>
                    <a:pt x="1" y="32"/>
                    <a:pt x="0" y="63"/>
                    <a:pt x="10" y="87"/>
                  </a:cubicBezTo>
                  <a:cubicBezTo>
                    <a:pt x="34" y="145"/>
                    <a:pt x="177" y="258"/>
                    <a:pt x="301" y="317"/>
                  </a:cubicBezTo>
                  <a:cubicBezTo>
                    <a:pt x="376" y="353"/>
                    <a:pt x="399" y="360"/>
                    <a:pt x="393" y="347"/>
                  </a:cubicBezTo>
                  <a:cubicBezTo>
                    <a:pt x="392" y="342"/>
                    <a:pt x="391" y="336"/>
                    <a:pt x="391" y="335"/>
                  </a:cubicBezTo>
                  <a:cubicBezTo>
                    <a:pt x="391" y="332"/>
                    <a:pt x="383" y="327"/>
                    <a:pt x="373" y="322"/>
                  </a:cubicBezTo>
                  <a:cubicBezTo>
                    <a:pt x="351" y="311"/>
                    <a:pt x="271" y="240"/>
                    <a:pt x="231" y="195"/>
                  </a:cubicBezTo>
                  <a:cubicBezTo>
                    <a:pt x="214" y="175"/>
                    <a:pt x="177" y="130"/>
                    <a:pt x="149" y="95"/>
                  </a:cubicBezTo>
                  <a:cubicBezTo>
                    <a:pt x="120" y="61"/>
                    <a:pt x="87" y="26"/>
                    <a:pt x="76" y="19"/>
                  </a:cubicBezTo>
                  <a:cubicBezTo>
                    <a:pt x="50" y="1"/>
                    <a:pt x="22" y="0"/>
                    <a:pt x="11" y="1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903" name="Freeform 69">
              <a:extLst>
                <a:ext uri="{FF2B5EF4-FFF2-40B4-BE49-F238E27FC236}">
                  <a16:creationId xmlns:a16="http://schemas.microsoft.com/office/drawing/2014/main" id="{C4E2E2C0-FD9A-3D4B-850F-5D7B787CA6C5}"/>
                </a:ext>
              </a:extLst>
            </p:cNvPr>
            <p:cNvSpPr>
              <a:spLocks noChangeArrowheads="1"/>
            </p:cNvSpPr>
            <p:nvPr/>
          </p:nvSpPr>
          <p:spPr bwMode="auto">
            <a:xfrm>
              <a:off x="8531225" y="736600"/>
              <a:ext cx="22225" cy="609600"/>
            </a:xfrm>
            <a:custGeom>
              <a:avLst/>
              <a:gdLst>
                <a:gd name="T0" fmla="*/ 4586 w 63"/>
                <a:gd name="T1" fmla="*/ 3596 h 1695"/>
                <a:gd name="T2" fmla="*/ 0 w 63"/>
                <a:gd name="T3" fmla="*/ 5754 h 1695"/>
                <a:gd name="T4" fmla="*/ 0 w 63"/>
                <a:gd name="T5" fmla="*/ 300664 h 1695"/>
                <a:gd name="T6" fmla="*/ 0 w 63"/>
                <a:gd name="T7" fmla="*/ 300664 h 1695"/>
                <a:gd name="T8" fmla="*/ 2117 w 63"/>
                <a:gd name="T9" fmla="*/ 601328 h 1695"/>
                <a:gd name="T10" fmla="*/ 2117 w 63"/>
                <a:gd name="T11" fmla="*/ 601328 h 1695"/>
                <a:gd name="T12" fmla="*/ 14111 w 63"/>
                <a:gd name="T13" fmla="*/ 604565 h 1695"/>
                <a:gd name="T14" fmla="*/ 18697 w 63"/>
                <a:gd name="T15" fmla="*/ 600609 h 1695"/>
                <a:gd name="T16" fmla="*/ 20461 w 63"/>
                <a:gd name="T17" fmla="*/ 304620 h 1695"/>
                <a:gd name="T18" fmla="*/ 20461 w 63"/>
                <a:gd name="T19" fmla="*/ 304620 h 1695"/>
                <a:gd name="T20" fmla="*/ 18697 w 63"/>
                <a:gd name="T21" fmla="*/ 4675 h 1695"/>
                <a:gd name="T22" fmla="*/ 18697 w 63"/>
                <a:gd name="T23" fmla="*/ 4675 h 1695"/>
                <a:gd name="T24" fmla="*/ 4586 w 63"/>
                <a:gd name="T25" fmla="*/ 3596 h 169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63" h="1695">
                  <a:moveTo>
                    <a:pt x="13" y="10"/>
                  </a:moveTo>
                  <a:lnTo>
                    <a:pt x="0" y="16"/>
                  </a:lnTo>
                  <a:lnTo>
                    <a:pt x="0" y="836"/>
                  </a:lnTo>
                  <a:cubicBezTo>
                    <a:pt x="0" y="1395"/>
                    <a:pt x="2" y="1661"/>
                    <a:pt x="6" y="1672"/>
                  </a:cubicBezTo>
                  <a:cubicBezTo>
                    <a:pt x="13" y="1691"/>
                    <a:pt x="24" y="1694"/>
                    <a:pt x="40" y="1681"/>
                  </a:cubicBezTo>
                  <a:lnTo>
                    <a:pt x="53" y="1670"/>
                  </a:lnTo>
                  <a:lnTo>
                    <a:pt x="58" y="847"/>
                  </a:lnTo>
                  <a:cubicBezTo>
                    <a:pt x="62" y="63"/>
                    <a:pt x="62" y="22"/>
                    <a:pt x="53" y="13"/>
                  </a:cubicBezTo>
                  <a:cubicBezTo>
                    <a:pt x="42" y="1"/>
                    <a:pt x="32" y="0"/>
                    <a:pt x="13" y="1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904" name="Freeform 71">
              <a:extLst>
                <a:ext uri="{FF2B5EF4-FFF2-40B4-BE49-F238E27FC236}">
                  <a16:creationId xmlns:a16="http://schemas.microsoft.com/office/drawing/2014/main" id="{1F5DE149-7DB1-6047-B95E-6D752E318E2B}"/>
                </a:ext>
              </a:extLst>
            </p:cNvPr>
            <p:cNvSpPr>
              <a:spLocks noChangeArrowheads="1"/>
            </p:cNvSpPr>
            <p:nvPr/>
          </p:nvSpPr>
          <p:spPr bwMode="auto">
            <a:xfrm>
              <a:off x="8299450" y="779463"/>
              <a:ext cx="127000" cy="146050"/>
            </a:xfrm>
            <a:custGeom>
              <a:avLst/>
              <a:gdLst>
                <a:gd name="T0" fmla="*/ 1443 w 352"/>
                <a:gd name="T1" fmla="*/ 5409 h 405"/>
                <a:gd name="T2" fmla="*/ 1443 w 352"/>
                <a:gd name="T3" fmla="*/ 5409 h 405"/>
                <a:gd name="T4" fmla="*/ 35719 w 352"/>
                <a:gd name="T5" fmla="*/ 73566 h 405"/>
                <a:gd name="T6" fmla="*/ 35719 w 352"/>
                <a:gd name="T7" fmla="*/ 73566 h 405"/>
                <a:gd name="T8" fmla="*/ 96693 w 352"/>
                <a:gd name="T9" fmla="*/ 139198 h 405"/>
                <a:gd name="T10" fmla="*/ 96693 w 352"/>
                <a:gd name="T11" fmla="*/ 139198 h 405"/>
                <a:gd name="T12" fmla="*/ 126639 w 352"/>
                <a:gd name="T13" fmla="*/ 129462 h 405"/>
                <a:gd name="T14" fmla="*/ 126639 w 352"/>
                <a:gd name="T15" fmla="*/ 129462 h 405"/>
                <a:gd name="T16" fmla="*/ 89116 w 352"/>
                <a:gd name="T17" fmla="*/ 85466 h 405"/>
                <a:gd name="T18" fmla="*/ 89116 w 352"/>
                <a:gd name="T19" fmla="*/ 85466 h 405"/>
                <a:gd name="T20" fmla="*/ 18401 w 352"/>
                <a:gd name="T21" fmla="*/ 17670 h 405"/>
                <a:gd name="T22" fmla="*/ 18401 w 352"/>
                <a:gd name="T23" fmla="*/ 17670 h 405"/>
                <a:gd name="T24" fmla="*/ 9381 w 352"/>
                <a:gd name="T25" fmla="*/ 4688 h 405"/>
                <a:gd name="T26" fmla="*/ 9381 w 352"/>
                <a:gd name="T27" fmla="*/ 4688 h 405"/>
                <a:gd name="T28" fmla="*/ 4330 w 352"/>
                <a:gd name="T29" fmla="*/ 1442 h 405"/>
                <a:gd name="T30" fmla="*/ 4330 w 352"/>
                <a:gd name="T31" fmla="*/ 1442 h 405"/>
                <a:gd name="T32" fmla="*/ 1443 w 352"/>
                <a:gd name="T33" fmla="*/ 5409 h 40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52" h="405">
                  <a:moveTo>
                    <a:pt x="4" y="15"/>
                  </a:moveTo>
                  <a:lnTo>
                    <a:pt x="4" y="15"/>
                  </a:lnTo>
                  <a:cubicBezTo>
                    <a:pt x="10" y="43"/>
                    <a:pt x="69" y="159"/>
                    <a:pt x="99" y="204"/>
                  </a:cubicBezTo>
                  <a:cubicBezTo>
                    <a:pt x="160" y="294"/>
                    <a:pt x="232" y="371"/>
                    <a:pt x="268" y="386"/>
                  </a:cubicBezTo>
                  <a:cubicBezTo>
                    <a:pt x="312" y="404"/>
                    <a:pt x="351" y="391"/>
                    <a:pt x="351" y="359"/>
                  </a:cubicBezTo>
                  <a:cubicBezTo>
                    <a:pt x="351" y="330"/>
                    <a:pt x="329" y="304"/>
                    <a:pt x="247" y="237"/>
                  </a:cubicBezTo>
                  <a:cubicBezTo>
                    <a:pt x="159" y="166"/>
                    <a:pt x="86" y="95"/>
                    <a:pt x="51" y="49"/>
                  </a:cubicBezTo>
                  <a:cubicBezTo>
                    <a:pt x="39" y="31"/>
                    <a:pt x="27" y="15"/>
                    <a:pt x="26" y="13"/>
                  </a:cubicBezTo>
                  <a:cubicBezTo>
                    <a:pt x="25" y="10"/>
                    <a:pt x="19" y="6"/>
                    <a:pt x="12" y="4"/>
                  </a:cubicBezTo>
                  <a:cubicBezTo>
                    <a:pt x="1" y="0"/>
                    <a:pt x="0" y="1"/>
                    <a:pt x="4" y="1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905" name="Freeform 73">
              <a:extLst>
                <a:ext uri="{FF2B5EF4-FFF2-40B4-BE49-F238E27FC236}">
                  <a16:creationId xmlns:a16="http://schemas.microsoft.com/office/drawing/2014/main" id="{E159A083-DA89-4145-91B7-C9A698EEE177}"/>
                </a:ext>
              </a:extLst>
            </p:cNvPr>
            <p:cNvSpPr>
              <a:spLocks noChangeArrowheads="1"/>
            </p:cNvSpPr>
            <p:nvPr/>
          </p:nvSpPr>
          <p:spPr bwMode="auto">
            <a:xfrm>
              <a:off x="8453438" y="1184275"/>
              <a:ext cx="34925" cy="33338"/>
            </a:xfrm>
            <a:custGeom>
              <a:avLst/>
              <a:gdLst>
                <a:gd name="T0" fmla="*/ 12005 w 96"/>
                <a:gd name="T1" fmla="*/ 3192 h 94"/>
                <a:gd name="T2" fmla="*/ 12005 w 96"/>
                <a:gd name="T3" fmla="*/ 3192 h 94"/>
                <a:gd name="T4" fmla="*/ 6548 w 96"/>
                <a:gd name="T5" fmla="*/ 27663 h 94"/>
                <a:gd name="T6" fmla="*/ 6548 w 96"/>
                <a:gd name="T7" fmla="*/ 27663 h 94"/>
                <a:gd name="T8" fmla="*/ 18190 w 96"/>
                <a:gd name="T9" fmla="*/ 31919 h 94"/>
                <a:gd name="T10" fmla="*/ 18190 w 96"/>
                <a:gd name="T11" fmla="*/ 31919 h 94"/>
                <a:gd name="T12" fmla="*/ 29468 w 96"/>
                <a:gd name="T13" fmla="*/ 27663 h 94"/>
                <a:gd name="T14" fmla="*/ 29468 w 96"/>
                <a:gd name="T15" fmla="*/ 27663 h 94"/>
                <a:gd name="T16" fmla="*/ 29104 w 96"/>
                <a:gd name="T17" fmla="*/ 7448 h 94"/>
                <a:gd name="T18" fmla="*/ 29104 w 96"/>
                <a:gd name="T19" fmla="*/ 7448 h 94"/>
                <a:gd name="T20" fmla="*/ 12005 w 96"/>
                <a:gd name="T21" fmla="*/ 3192 h 9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6" h="94">
                  <a:moveTo>
                    <a:pt x="33" y="9"/>
                  </a:moveTo>
                  <a:lnTo>
                    <a:pt x="33" y="9"/>
                  </a:lnTo>
                  <a:cubicBezTo>
                    <a:pt x="7" y="22"/>
                    <a:pt x="0" y="54"/>
                    <a:pt x="18" y="78"/>
                  </a:cubicBezTo>
                  <a:cubicBezTo>
                    <a:pt x="28" y="91"/>
                    <a:pt x="32" y="93"/>
                    <a:pt x="50" y="90"/>
                  </a:cubicBezTo>
                  <a:cubicBezTo>
                    <a:pt x="62" y="89"/>
                    <a:pt x="75" y="83"/>
                    <a:pt x="81" y="78"/>
                  </a:cubicBezTo>
                  <a:cubicBezTo>
                    <a:pt x="95" y="65"/>
                    <a:pt x="95" y="38"/>
                    <a:pt x="80" y="21"/>
                  </a:cubicBezTo>
                  <a:cubicBezTo>
                    <a:pt x="64" y="4"/>
                    <a:pt x="50" y="0"/>
                    <a:pt x="33" y="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906" name="Freeform 75">
              <a:extLst>
                <a:ext uri="{FF2B5EF4-FFF2-40B4-BE49-F238E27FC236}">
                  <a16:creationId xmlns:a16="http://schemas.microsoft.com/office/drawing/2014/main" id="{BAA2B91A-52D4-114D-B042-186D4E81A801}"/>
                </a:ext>
              </a:extLst>
            </p:cNvPr>
            <p:cNvSpPr>
              <a:spLocks noChangeArrowheads="1"/>
            </p:cNvSpPr>
            <p:nvPr/>
          </p:nvSpPr>
          <p:spPr bwMode="auto">
            <a:xfrm>
              <a:off x="8516938" y="1385888"/>
              <a:ext cx="42862" cy="39687"/>
            </a:xfrm>
            <a:custGeom>
              <a:avLst/>
              <a:gdLst>
                <a:gd name="T0" fmla="*/ 12398 w 121"/>
                <a:gd name="T1" fmla="*/ 7151 h 111"/>
                <a:gd name="T2" fmla="*/ 12398 w 121"/>
                <a:gd name="T3" fmla="*/ 7151 h 111"/>
                <a:gd name="T4" fmla="*/ 27984 w 121"/>
                <a:gd name="T5" fmla="*/ 39329 h 111"/>
                <a:gd name="T6" fmla="*/ 27984 w 121"/>
                <a:gd name="T7" fmla="*/ 39329 h 111"/>
                <a:gd name="T8" fmla="*/ 42508 w 121"/>
                <a:gd name="T9" fmla="*/ 22883 h 111"/>
                <a:gd name="T10" fmla="*/ 42508 w 121"/>
                <a:gd name="T11" fmla="*/ 22883 h 111"/>
                <a:gd name="T12" fmla="*/ 31527 w 121"/>
                <a:gd name="T13" fmla="*/ 4290 h 111"/>
                <a:gd name="T14" fmla="*/ 31527 w 121"/>
                <a:gd name="T15" fmla="*/ 4290 h 111"/>
                <a:gd name="T16" fmla="*/ 12398 w 121"/>
                <a:gd name="T17" fmla="*/ 7151 h 1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21" h="111">
                  <a:moveTo>
                    <a:pt x="35" y="20"/>
                  </a:moveTo>
                  <a:lnTo>
                    <a:pt x="35" y="20"/>
                  </a:lnTo>
                  <a:cubicBezTo>
                    <a:pt x="0" y="54"/>
                    <a:pt x="27" y="110"/>
                    <a:pt x="79" y="110"/>
                  </a:cubicBezTo>
                  <a:cubicBezTo>
                    <a:pt x="102" y="110"/>
                    <a:pt x="120" y="90"/>
                    <a:pt x="120" y="64"/>
                  </a:cubicBezTo>
                  <a:cubicBezTo>
                    <a:pt x="120" y="40"/>
                    <a:pt x="110" y="23"/>
                    <a:pt x="89" y="12"/>
                  </a:cubicBezTo>
                  <a:cubicBezTo>
                    <a:pt x="66" y="0"/>
                    <a:pt x="53" y="2"/>
                    <a:pt x="35" y="2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907" name="Freeform 77">
              <a:extLst>
                <a:ext uri="{FF2B5EF4-FFF2-40B4-BE49-F238E27FC236}">
                  <a16:creationId xmlns:a16="http://schemas.microsoft.com/office/drawing/2014/main" id="{6FA9E005-4CBA-9847-9B58-0BE8E0D15272}"/>
                </a:ext>
              </a:extLst>
            </p:cNvPr>
            <p:cNvSpPr>
              <a:spLocks noChangeArrowheads="1"/>
            </p:cNvSpPr>
            <p:nvPr/>
          </p:nvSpPr>
          <p:spPr bwMode="auto">
            <a:xfrm>
              <a:off x="8524875" y="1471613"/>
              <a:ext cx="41275" cy="44450"/>
            </a:xfrm>
            <a:custGeom>
              <a:avLst/>
              <a:gdLst>
                <a:gd name="T0" fmla="*/ 8184 w 116"/>
                <a:gd name="T1" fmla="*/ 6558 h 122"/>
                <a:gd name="T2" fmla="*/ 8184 w 116"/>
                <a:gd name="T3" fmla="*/ 6558 h 122"/>
                <a:gd name="T4" fmla="*/ 6049 w 116"/>
                <a:gd name="T5" fmla="*/ 31334 h 122"/>
                <a:gd name="T6" fmla="*/ 6049 w 116"/>
                <a:gd name="T7" fmla="*/ 31334 h 122"/>
                <a:gd name="T8" fmla="*/ 35582 w 116"/>
                <a:gd name="T9" fmla="*/ 28055 h 122"/>
                <a:gd name="T10" fmla="*/ 35582 w 116"/>
                <a:gd name="T11" fmla="*/ 28055 h 122"/>
                <a:gd name="T12" fmla="*/ 19570 w 116"/>
                <a:gd name="T13" fmla="*/ 0 h 122"/>
                <a:gd name="T14" fmla="*/ 19570 w 116"/>
                <a:gd name="T15" fmla="*/ 0 h 122"/>
                <a:gd name="T16" fmla="*/ 8184 w 116"/>
                <a:gd name="T17" fmla="*/ 6558 h 12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16" h="122">
                  <a:moveTo>
                    <a:pt x="23" y="18"/>
                  </a:moveTo>
                  <a:lnTo>
                    <a:pt x="23" y="18"/>
                  </a:lnTo>
                  <a:cubicBezTo>
                    <a:pt x="2" y="39"/>
                    <a:pt x="0" y="59"/>
                    <a:pt x="17" y="86"/>
                  </a:cubicBezTo>
                  <a:cubicBezTo>
                    <a:pt x="37" y="121"/>
                    <a:pt x="81" y="116"/>
                    <a:pt x="100" y="77"/>
                  </a:cubicBezTo>
                  <a:cubicBezTo>
                    <a:pt x="115" y="48"/>
                    <a:pt x="87" y="0"/>
                    <a:pt x="55" y="0"/>
                  </a:cubicBezTo>
                  <a:cubicBezTo>
                    <a:pt x="48" y="0"/>
                    <a:pt x="34" y="7"/>
                    <a:pt x="23" y="1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sp>
        <p:nvSpPr>
          <p:cNvPr id="908" name="Freeform 79">
            <a:extLst>
              <a:ext uri="{FF2B5EF4-FFF2-40B4-BE49-F238E27FC236}">
                <a16:creationId xmlns:a16="http://schemas.microsoft.com/office/drawing/2014/main" id="{8DEFB720-ABA5-6C45-9A40-228CA5AA1750}"/>
              </a:ext>
            </a:extLst>
          </p:cNvPr>
          <p:cNvSpPr>
            <a:spLocks noChangeAspect="1" noChangeArrowheads="1"/>
          </p:cNvSpPr>
          <p:nvPr/>
        </p:nvSpPr>
        <p:spPr bwMode="auto">
          <a:xfrm>
            <a:off x="11867899" y="1460313"/>
            <a:ext cx="24483" cy="3957536"/>
          </a:xfrm>
          <a:custGeom>
            <a:avLst/>
            <a:gdLst>
              <a:gd name="T0" fmla="*/ 6285 w 73"/>
              <a:gd name="T1" fmla="*/ 4680 h 12118"/>
              <a:gd name="T2" fmla="*/ 6285 w 73"/>
              <a:gd name="T3" fmla="*/ 4680 h 12118"/>
              <a:gd name="T4" fmla="*/ 1109 w 73"/>
              <a:gd name="T5" fmla="*/ 45360 h 12118"/>
              <a:gd name="T6" fmla="*/ 1109 w 73"/>
              <a:gd name="T7" fmla="*/ 45360 h 12118"/>
              <a:gd name="T8" fmla="*/ 370 w 73"/>
              <a:gd name="T9" fmla="*/ 2216145 h 12118"/>
              <a:gd name="T10" fmla="*/ 370 w 73"/>
              <a:gd name="T11" fmla="*/ 2216145 h 12118"/>
              <a:gd name="T12" fmla="*/ 3327 w 73"/>
              <a:gd name="T13" fmla="*/ 4354890 h 12118"/>
              <a:gd name="T14" fmla="*/ 3327 w 73"/>
              <a:gd name="T15" fmla="*/ 4354890 h 12118"/>
              <a:gd name="T16" fmla="*/ 17745 w 73"/>
              <a:gd name="T17" fmla="*/ 4358130 h 12118"/>
              <a:gd name="T18" fmla="*/ 17745 w 73"/>
              <a:gd name="T19" fmla="*/ 4358130 h 12118"/>
              <a:gd name="T20" fmla="*/ 23290 w 73"/>
              <a:gd name="T21" fmla="*/ 4318170 h 12118"/>
              <a:gd name="T22" fmla="*/ 23290 w 73"/>
              <a:gd name="T23" fmla="*/ 4318170 h 12118"/>
              <a:gd name="T24" fmla="*/ 23290 w 73"/>
              <a:gd name="T25" fmla="*/ 43920 h 12118"/>
              <a:gd name="T26" fmla="*/ 23290 w 73"/>
              <a:gd name="T27" fmla="*/ 43920 h 12118"/>
              <a:gd name="T28" fmla="*/ 18115 w 73"/>
              <a:gd name="T29" fmla="*/ 4680 h 12118"/>
              <a:gd name="T30" fmla="*/ 18115 w 73"/>
              <a:gd name="T31" fmla="*/ 4680 h 12118"/>
              <a:gd name="T32" fmla="*/ 6285 w 73"/>
              <a:gd name="T33" fmla="*/ 4680 h 1211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73" h="12118">
                <a:moveTo>
                  <a:pt x="17" y="13"/>
                </a:moveTo>
                <a:lnTo>
                  <a:pt x="17" y="13"/>
                </a:lnTo>
                <a:cubicBezTo>
                  <a:pt x="7" y="22"/>
                  <a:pt x="6" y="35"/>
                  <a:pt x="3" y="126"/>
                </a:cubicBezTo>
                <a:cubicBezTo>
                  <a:pt x="1" y="182"/>
                  <a:pt x="0" y="2896"/>
                  <a:pt x="1" y="6156"/>
                </a:cubicBezTo>
                <a:cubicBezTo>
                  <a:pt x="2" y="10884"/>
                  <a:pt x="4" y="12087"/>
                  <a:pt x="9" y="12097"/>
                </a:cubicBezTo>
                <a:cubicBezTo>
                  <a:pt x="19" y="12113"/>
                  <a:pt x="36" y="12117"/>
                  <a:pt x="48" y="12106"/>
                </a:cubicBezTo>
                <a:cubicBezTo>
                  <a:pt x="55" y="12097"/>
                  <a:pt x="58" y="12079"/>
                  <a:pt x="63" y="11995"/>
                </a:cubicBezTo>
                <a:cubicBezTo>
                  <a:pt x="72" y="11851"/>
                  <a:pt x="72" y="265"/>
                  <a:pt x="63" y="122"/>
                </a:cubicBezTo>
                <a:cubicBezTo>
                  <a:pt x="59" y="46"/>
                  <a:pt x="55" y="19"/>
                  <a:pt x="49" y="13"/>
                </a:cubicBezTo>
                <a:cubicBezTo>
                  <a:pt x="39" y="0"/>
                  <a:pt x="29" y="0"/>
                  <a:pt x="17" y="13"/>
                </a:cubicBezTo>
              </a:path>
            </a:pathLst>
          </a:custGeom>
          <a:solidFill>
            <a:schemeClr val="accent3"/>
          </a:solidFill>
          <a:ln>
            <a:noFill/>
          </a:ln>
          <a:effectLst/>
        </p:spPr>
        <p:txBody>
          <a:bodyPr wrap="none" anchor="ctr"/>
          <a:lstStyle/>
          <a:p>
            <a:endParaRPr lang="es-ES_tradnl" sz="1633"/>
          </a:p>
        </p:txBody>
      </p:sp>
      <p:grpSp>
        <p:nvGrpSpPr>
          <p:cNvPr id="909" name="Group 3">
            <a:extLst>
              <a:ext uri="{FF2B5EF4-FFF2-40B4-BE49-F238E27FC236}">
                <a16:creationId xmlns:a16="http://schemas.microsoft.com/office/drawing/2014/main" id="{0700892C-7B12-754F-A9D4-B8543C735EBA}"/>
              </a:ext>
            </a:extLst>
          </p:cNvPr>
          <p:cNvGrpSpPr>
            <a:grpSpLocks noChangeAspect="1"/>
          </p:cNvGrpSpPr>
          <p:nvPr/>
        </p:nvGrpSpPr>
        <p:grpSpPr bwMode="auto">
          <a:xfrm>
            <a:off x="10819469" y="5505699"/>
            <a:ext cx="1095956" cy="1093075"/>
            <a:chOff x="7370763" y="6069013"/>
            <a:chExt cx="1208087" cy="1204912"/>
          </a:xfrm>
          <a:solidFill>
            <a:schemeClr val="accent3"/>
          </a:solidFill>
        </p:grpSpPr>
        <p:sp>
          <p:nvSpPr>
            <p:cNvPr id="910" name="Freeform 81">
              <a:extLst>
                <a:ext uri="{FF2B5EF4-FFF2-40B4-BE49-F238E27FC236}">
                  <a16:creationId xmlns:a16="http://schemas.microsoft.com/office/drawing/2014/main" id="{FFE354A2-3264-FC45-A701-E6F60B0BEAF7}"/>
                </a:ext>
              </a:extLst>
            </p:cNvPr>
            <p:cNvSpPr>
              <a:spLocks noChangeArrowheads="1"/>
            </p:cNvSpPr>
            <p:nvPr/>
          </p:nvSpPr>
          <p:spPr bwMode="auto">
            <a:xfrm>
              <a:off x="8526463" y="6069013"/>
              <a:ext cx="38100" cy="42862"/>
            </a:xfrm>
            <a:custGeom>
              <a:avLst/>
              <a:gdLst>
                <a:gd name="T0" fmla="*/ 10583 w 108"/>
                <a:gd name="T1" fmla="*/ 3632 h 118"/>
                <a:gd name="T2" fmla="*/ 10583 w 108"/>
                <a:gd name="T3" fmla="*/ 3632 h 118"/>
                <a:gd name="T4" fmla="*/ 0 w 108"/>
                <a:gd name="T5" fmla="*/ 23610 h 118"/>
                <a:gd name="T6" fmla="*/ 0 w 108"/>
                <a:gd name="T7" fmla="*/ 23610 h 118"/>
                <a:gd name="T8" fmla="*/ 17286 w 108"/>
                <a:gd name="T9" fmla="*/ 42499 h 118"/>
                <a:gd name="T10" fmla="*/ 17286 w 108"/>
                <a:gd name="T11" fmla="*/ 42499 h 118"/>
                <a:gd name="T12" fmla="*/ 33867 w 108"/>
                <a:gd name="T13" fmla="*/ 14893 h 118"/>
                <a:gd name="T14" fmla="*/ 33867 w 108"/>
                <a:gd name="T15" fmla="*/ 14893 h 118"/>
                <a:gd name="T16" fmla="*/ 10583 w 108"/>
                <a:gd name="T17" fmla="*/ 3632 h 11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08" h="118">
                  <a:moveTo>
                    <a:pt x="30" y="10"/>
                  </a:moveTo>
                  <a:lnTo>
                    <a:pt x="30" y="10"/>
                  </a:lnTo>
                  <a:cubicBezTo>
                    <a:pt x="17" y="16"/>
                    <a:pt x="0" y="46"/>
                    <a:pt x="0" y="65"/>
                  </a:cubicBezTo>
                  <a:cubicBezTo>
                    <a:pt x="0" y="86"/>
                    <a:pt x="30" y="117"/>
                    <a:pt x="49" y="117"/>
                  </a:cubicBezTo>
                  <a:cubicBezTo>
                    <a:pt x="79" y="117"/>
                    <a:pt x="107" y="72"/>
                    <a:pt x="96" y="41"/>
                  </a:cubicBezTo>
                  <a:cubicBezTo>
                    <a:pt x="86" y="15"/>
                    <a:pt x="55" y="0"/>
                    <a:pt x="30" y="1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911" name="Freeform 83">
              <a:extLst>
                <a:ext uri="{FF2B5EF4-FFF2-40B4-BE49-F238E27FC236}">
                  <a16:creationId xmlns:a16="http://schemas.microsoft.com/office/drawing/2014/main" id="{70D795BA-1026-2740-9175-00439E0A1503}"/>
                </a:ext>
              </a:extLst>
            </p:cNvPr>
            <p:cNvSpPr>
              <a:spLocks noChangeArrowheads="1"/>
            </p:cNvSpPr>
            <p:nvPr/>
          </p:nvSpPr>
          <p:spPr bwMode="auto">
            <a:xfrm>
              <a:off x="8520113" y="6153150"/>
              <a:ext cx="39687" cy="44450"/>
            </a:xfrm>
            <a:custGeom>
              <a:avLst/>
              <a:gdLst>
                <a:gd name="T0" fmla="*/ 13229 w 111"/>
                <a:gd name="T1" fmla="*/ 6923 h 122"/>
                <a:gd name="T2" fmla="*/ 13229 w 111"/>
                <a:gd name="T3" fmla="*/ 6923 h 122"/>
                <a:gd name="T4" fmla="*/ 8939 w 111"/>
                <a:gd name="T5" fmla="*/ 37527 h 122"/>
                <a:gd name="T6" fmla="*/ 8939 w 111"/>
                <a:gd name="T7" fmla="*/ 37527 h 122"/>
                <a:gd name="T8" fmla="*/ 28246 w 111"/>
                <a:gd name="T9" fmla="*/ 40078 h 122"/>
                <a:gd name="T10" fmla="*/ 28246 w 111"/>
                <a:gd name="T11" fmla="*/ 40078 h 122"/>
                <a:gd name="T12" fmla="*/ 39329 w 111"/>
                <a:gd name="T13" fmla="*/ 21132 h 122"/>
                <a:gd name="T14" fmla="*/ 39329 w 111"/>
                <a:gd name="T15" fmla="*/ 21132 h 122"/>
                <a:gd name="T16" fmla="*/ 13229 w 111"/>
                <a:gd name="T17" fmla="*/ 6923 h 12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11" h="122">
                  <a:moveTo>
                    <a:pt x="37" y="19"/>
                  </a:moveTo>
                  <a:lnTo>
                    <a:pt x="37" y="19"/>
                  </a:lnTo>
                  <a:cubicBezTo>
                    <a:pt x="6" y="36"/>
                    <a:pt x="0" y="78"/>
                    <a:pt x="25" y="103"/>
                  </a:cubicBezTo>
                  <a:cubicBezTo>
                    <a:pt x="43" y="120"/>
                    <a:pt x="56" y="121"/>
                    <a:pt x="79" y="110"/>
                  </a:cubicBezTo>
                  <a:cubicBezTo>
                    <a:pt x="100" y="99"/>
                    <a:pt x="110" y="82"/>
                    <a:pt x="110" y="58"/>
                  </a:cubicBezTo>
                  <a:cubicBezTo>
                    <a:pt x="110" y="20"/>
                    <a:pt x="72" y="0"/>
                    <a:pt x="37" y="1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912" name="Freeform 85">
              <a:extLst>
                <a:ext uri="{FF2B5EF4-FFF2-40B4-BE49-F238E27FC236}">
                  <a16:creationId xmlns:a16="http://schemas.microsoft.com/office/drawing/2014/main" id="{721719DC-33A5-F04B-BB1E-EB894F76B399}"/>
                </a:ext>
              </a:extLst>
            </p:cNvPr>
            <p:cNvSpPr>
              <a:spLocks noChangeArrowheads="1"/>
            </p:cNvSpPr>
            <p:nvPr/>
          </p:nvSpPr>
          <p:spPr bwMode="auto">
            <a:xfrm>
              <a:off x="8531225" y="6235700"/>
              <a:ext cx="23813" cy="609600"/>
            </a:xfrm>
            <a:custGeom>
              <a:avLst/>
              <a:gdLst>
                <a:gd name="T0" fmla="*/ 5051 w 66"/>
                <a:gd name="T1" fmla="*/ 2881 h 1693"/>
                <a:gd name="T2" fmla="*/ 5051 w 66"/>
                <a:gd name="T3" fmla="*/ 2881 h 1693"/>
                <a:gd name="T4" fmla="*/ 0 w 66"/>
                <a:gd name="T5" fmla="*/ 315782 h 1693"/>
                <a:gd name="T6" fmla="*/ 0 w 66"/>
                <a:gd name="T7" fmla="*/ 315782 h 1693"/>
                <a:gd name="T8" fmla="*/ 2526 w 66"/>
                <a:gd name="T9" fmla="*/ 604559 h 1693"/>
                <a:gd name="T10" fmla="*/ 2526 w 66"/>
                <a:gd name="T11" fmla="*/ 604559 h 1693"/>
                <a:gd name="T12" fmla="*/ 19844 w 66"/>
                <a:gd name="T13" fmla="*/ 604919 h 1693"/>
                <a:gd name="T14" fmla="*/ 19844 w 66"/>
                <a:gd name="T15" fmla="*/ 604919 h 1693"/>
                <a:gd name="T16" fmla="*/ 22009 w 66"/>
                <a:gd name="T17" fmla="*/ 304620 h 1693"/>
                <a:gd name="T18" fmla="*/ 20205 w 66"/>
                <a:gd name="T19" fmla="*/ 8282 h 1693"/>
                <a:gd name="T20" fmla="*/ 15515 w 66"/>
                <a:gd name="T21" fmla="*/ 4681 h 1693"/>
                <a:gd name="T22" fmla="*/ 15515 w 66"/>
                <a:gd name="T23" fmla="*/ 4681 h 1693"/>
                <a:gd name="T24" fmla="*/ 5051 w 66"/>
                <a:gd name="T25" fmla="*/ 2881 h 169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66" h="1693">
                  <a:moveTo>
                    <a:pt x="14" y="8"/>
                  </a:moveTo>
                  <a:lnTo>
                    <a:pt x="14" y="8"/>
                  </a:lnTo>
                  <a:cubicBezTo>
                    <a:pt x="2" y="27"/>
                    <a:pt x="0" y="133"/>
                    <a:pt x="0" y="877"/>
                  </a:cubicBezTo>
                  <a:cubicBezTo>
                    <a:pt x="0" y="1538"/>
                    <a:pt x="2" y="1674"/>
                    <a:pt x="7" y="1679"/>
                  </a:cubicBezTo>
                  <a:cubicBezTo>
                    <a:pt x="22" y="1691"/>
                    <a:pt x="45" y="1692"/>
                    <a:pt x="55" y="1680"/>
                  </a:cubicBezTo>
                  <a:cubicBezTo>
                    <a:pt x="65" y="1670"/>
                    <a:pt x="65" y="1642"/>
                    <a:pt x="61" y="846"/>
                  </a:cubicBezTo>
                  <a:lnTo>
                    <a:pt x="56" y="23"/>
                  </a:lnTo>
                  <a:lnTo>
                    <a:pt x="43" y="13"/>
                  </a:lnTo>
                  <a:cubicBezTo>
                    <a:pt x="30" y="2"/>
                    <a:pt x="19" y="0"/>
                    <a:pt x="14" y="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913" name="Freeform 87">
              <a:extLst>
                <a:ext uri="{FF2B5EF4-FFF2-40B4-BE49-F238E27FC236}">
                  <a16:creationId xmlns:a16="http://schemas.microsoft.com/office/drawing/2014/main" id="{C6C3C058-EE15-554B-8AA9-D7D0C374B28A}"/>
                </a:ext>
              </a:extLst>
            </p:cNvPr>
            <p:cNvSpPr>
              <a:spLocks noChangeArrowheads="1"/>
            </p:cNvSpPr>
            <p:nvPr/>
          </p:nvSpPr>
          <p:spPr bwMode="auto">
            <a:xfrm>
              <a:off x="8451850" y="6364288"/>
              <a:ext cx="39688" cy="31750"/>
            </a:xfrm>
            <a:custGeom>
              <a:avLst/>
              <a:gdLst>
                <a:gd name="T0" fmla="*/ 8224 w 111"/>
                <a:gd name="T1" fmla="*/ 5051 h 88"/>
                <a:gd name="T2" fmla="*/ 8224 w 111"/>
                <a:gd name="T3" fmla="*/ 5051 h 88"/>
                <a:gd name="T4" fmla="*/ 19665 w 111"/>
                <a:gd name="T5" fmla="*/ 31389 h 88"/>
                <a:gd name="T6" fmla="*/ 19665 w 111"/>
                <a:gd name="T7" fmla="*/ 31389 h 88"/>
                <a:gd name="T8" fmla="*/ 30749 w 111"/>
                <a:gd name="T9" fmla="*/ 5051 h 88"/>
                <a:gd name="T10" fmla="*/ 30749 w 111"/>
                <a:gd name="T11" fmla="*/ 5051 h 88"/>
                <a:gd name="T12" fmla="*/ 19665 w 111"/>
                <a:gd name="T13" fmla="*/ 722 h 88"/>
                <a:gd name="T14" fmla="*/ 19665 w 111"/>
                <a:gd name="T15" fmla="*/ 722 h 88"/>
                <a:gd name="T16" fmla="*/ 8224 w 111"/>
                <a:gd name="T17" fmla="*/ 5051 h 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11" h="88">
                  <a:moveTo>
                    <a:pt x="23" y="14"/>
                  </a:moveTo>
                  <a:lnTo>
                    <a:pt x="23" y="14"/>
                  </a:lnTo>
                  <a:cubicBezTo>
                    <a:pt x="0" y="43"/>
                    <a:pt x="19" y="87"/>
                    <a:pt x="55" y="87"/>
                  </a:cubicBezTo>
                  <a:cubicBezTo>
                    <a:pt x="89" y="87"/>
                    <a:pt x="110" y="36"/>
                    <a:pt x="86" y="14"/>
                  </a:cubicBezTo>
                  <a:cubicBezTo>
                    <a:pt x="80" y="8"/>
                    <a:pt x="67" y="4"/>
                    <a:pt x="55" y="2"/>
                  </a:cubicBezTo>
                  <a:cubicBezTo>
                    <a:pt x="37" y="0"/>
                    <a:pt x="33" y="1"/>
                    <a:pt x="23" y="1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914" name="Freeform 89">
              <a:extLst>
                <a:ext uri="{FF2B5EF4-FFF2-40B4-BE49-F238E27FC236}">
                  <a16:creationId xmlns:a16="http://schemas.microsoft.com/office/drawing/2014/main" id="{2BB982FC-1228-8C43-878D-F916E28CE427}"/>
                </a:ext>
              </a:extLst>
            </p:cNvPr>
            <p:cNvSpPr>
              <a:spLocks noChangeArrowheads="1"/>
            </p:cNvSpPr>
            <p:nvPr/>
          </p:nvSpPr>
          <p:spPr bwMode="auto">
            <a:xfrm>
              <a:off x="7731125" y="6427788"/>
              <a:ext cx="754063" cy="754062"/>
            </a:xfrm>
            <a:custGeom>
              <a:avLst/>
              <a:gdLst>
                <a:gd name="T0" fmla="*/ 401350 w 2093"/>
                <a:gd name="T1" fmla="*/ 303354 h 2093"/>
                <a:gd name="T2" fmla="*/ 462598 w 2093"/>
                <a:gd name="T3" fmla="*/ 462597 h 2093"/>
                <a:gd name="T4" fmla="*/ 303715 w 2093"/>
                <a:gd name="T5" fmla="*/ 401350 h 2093"/>
                <a:gd name="T6" fmla="*/ 266606 w 2093"/>
                <a:gd name="T7" fmla="*/ 266606 h 2093"/>
                <a:gd name="T8" fmla="*/ 739292 w 2093"/>
                <a:gd name="T9" fmla="*/ 3603 h 2093"/>
                <a:gd name="T10" fmla="*/ 728483 w 2093"/>
                <a:gd name="T11" fmla="*/ 261562 h 2093"/>
                <a:gd name="T12" fmla="*/ 716954 w 2093"/>
                <a:gd name="T13" fmla="*/ 315964 h 2093"/>
                <a:gd name="T14" fmla="*/ 560954 w 2093"/>
                <a:gd name="T15" fmla="*/ 458634 h 2093"/>
                <a:gd name="T16" fmla="*/ 548344 w 2093"/>
                <a:gd name="T17" fmla="*/ 505470 h 2093"/>
                <a:gd name="T18" fmla="*/ 553028 w 2093"/>
                <a:gd name="T19" fmla="*/ 333617 h 2093"/>
                <a:gd name="T20" fmla="*/ 682007 w 2093"/>
                <a:gd name="T21" fmla="*/ 133303 h 2093"/>
                <a:gd name="T22" fmla="*/ 692095 w 2093"/>
                <a:gd name="T23" fmla="*/ 83945 h 2093"/>
                <a:gd name="T24" fmla="*/ 643818 w 2093"/>
                <a:gd name="T25" fmla="*/ 115649 h 2093"/>
                <a:gd name="T26" fmla="*/ 588695 w 2093"/>
                <a:gd name="T27" fmla="*/ 53681 h 2093"/>
                <a:gd name="T28" fmla="*/ 581129 w 2093"/>
                <a:gd name="T29" fmla="*/ 188425 h 2093"/>
                <a:gd name="T30" fmla="*/ 510154 w 2093"/>
                <a:gd name="T31" fmla="*/ 424408 h 2093"/>
                <a:gd name="T32" fmla="*/ 494302 w 2093"/>
                <a:gd name="T33" fmla="*/ 377211 h 2093"/>
                <a:gd name="T34" fmla="*/ 489619 w 2093"/>
                <a:gd name="T35" fmla="*/ 159243 h 2093"/>
                <a:gd name="T36" fmla="*/ 428731 w 2093"/>
                <a:gd name="T37" fmla="*/ 48998 h 2093"/>
                <a:gd name="T38" fmla="*/ 305156 w 2093"/>
                <a:gd name="T39" fmla="*/ 104841 h 2093"/>
                <a:gd name="T40" fmla="*/ 362440 w 2093"/>
                <a:gd name="T41" fmla="*/ 218689 h 2093"/>
                <a:gd name="T42" fmla="*/ 374329 w 2093"/>
                <a:gd name="T43" fmla="*/ 159963 h 2093"/>
                <a:gd name="T44" fmla="*/ 344787 w 2093"/>
                <a:gd name="T45" fmla="*/ 85026 h 2093"/>
                <a:gd name="T46" fmla="*/ 459355 w 2093"/>
                <a:gd name="T47" fmla="*/ 136545 h 2093"/>
                <a:gd name="T48" fmla="*/ 483494 w 2093"/>
                <a:gd name="T49" fmla="*/ 430532 h 2093"/>
                <a:gd name="T50" fmla="*/ 498986 w 2093"/>
                <a:gd name="T51" fmla="*/ 474846 h 2093"/>
                <a:gd name="T52" fmla="*/ 433775 w 2093"/>
                <a:gd name="T53" fmla="*/ 313082 h 2093"/>
                <a:gd name="T54" fmla="*/ 392704 w 2093"/>
                <a:gd name="T55" fmla="*/ 274172 h 2093"/>
                <a:gd name="T56" fmla="*/ 195631 w 2093"/>
                <a:gd name="T57" fmla="*/ 208241 h 2093"/>
                <a:gd name="T58" fmla="*/ 282819 w 2093"/>
                <a:gd name="T59" fmla="*/ 426569 h 2093"/>
                <a:gd name="T60" fmla="*/ 438819 w 2093"/>
                <a:gd name="T61" fmla="*/ 475567 h 2093"/>
                <a:gd name="T62" fmla="*/ 460436 w 2093"/>
                <a:gd name="T63" fmla="*/ 493221 h 2093"/>
                <a:gd name="T64" fmla="*/ 282098 w 2093"/>
                <a:gd name="T65" fmla="*/ 471244 h 2093"/>
                <a:gd name="T66" fmla="*/ 69173 w 2093"/>
                <a:gd name="T67" fmla="*/ 388380 h 2093"/>
                <a:gd name="T68" fmla="*/ 109164 w 2093"/>
                <a:gd name="T69" fmla="*/ 339382 h 2093"/>
                <a:gd name="T70" fmla="*/ 203918 w 2093"/>
                <a:gd name="T71" fmla="*/ 388740 h 2093"/>
                <a:gd name="T72" fmla="*/ 203918 w 2093"/>
                <a:gd name="T73" fmla="*/ 327493 h 2093"/>
                <a:gd name="T74" fmla="*/ 66652 w 2093"/>
                <a:gd name="T75" fmla="*/ 329654 h 2093"/>
                <a:gd name="T76" fmla="*/ 65571 w 2093"/>
                <a:gd name="T77" fmla="*/ 449987 h 2093"/>
                <a:gd name="T78" fmla="*/ 267687 w 2093"/>
                <a:gd name="T79" fmla="*/ 492500 h 2093"/>
                <a:gd name="T80" fmla="*/ 444223 w 2093"/>
                <a:gd name="T81" fmla="*/ 506911 h 2093"/>
                <a:gd name="T82" fmla="*/ 271650 w 2093"/>
                <a:gd name="T83" fmla="*/ 550505 h 2093"/>
                <a:gd name="T84" fmla="*/ 83945 w 2093"/>
                <a:gd name="T85" fmla="*/ 590496 h 2093"/>
                <a:gd name="T86" fmla="*/ 52240 w 2093"/>
                <a:gd name="T87" fmla="*/ 599503 h 2093"/>
                <a:gd name="T88" fmla="*/ 109885 w 2093"/>
                <a:gd name="T89" fmla="*/ 657868 h 2093"/>
                <a:gd name="T90" fmla="*/ 97275 w 2093"/>
                <a:gd name="T91" fmla="*/ 694256 h 2093"/>
                <a:gd name="T92" fmla="*/ 216888 w 2093"/>
                <a:gd name="T93" fmla="*/ 626884 h 2093"/>
                <a:gd name="T94" fmla="*/ 425129 w 2093"/>
                <a:gd name="T95" fmla="*/ 535013 h 2093"/>
                <a:gd name="T96" fmla="*/ 498986 w 2093"/>
                <a:gd name="T97" fmla="*/ 555189 h 2093"/>
                <a:gd name="T98" fmla="*/ 351272 w 2093"/>
                <a:gd name="T99" fmla="*/ 634450 h 2093"/>
                <a:gd name="T100" fmla="*/ 313803 w 2093"/>
                <a:gd name="T101" fmla="*/ 722358 h 2093"/>
                <a:gd name="T102" fmla="*/ 109164 w 2093"/>
                <a:gd name="T103" fmla="*/ 734967 h 2093"/>
                <a:gd name="T104" fmla="*/ 7926 w 2093"/>
                <a:gd name="T105" fmla="*/ 751540 h 2093"/>
                <a:gd name="T106" fmla="*/ 346228 w 2093"/>
                <a:gd name="T107" fmla="*/ 738570 h 2093"/>
                <a:gd name="T108" fmla="*/ 469083 w 2093"/>
                <a:gd name="T109" fmla="*/ 587974 h 2093"/>
                <a:gd name="T110" fmla="*/ 585453 w 2093"/>
                <a:gd name="T111" fmla="*/ 596620 h 2093"/>
                <a:gd name="T112" fmla="*/ 596621 w 2093"/>
                <a:gd name="T113" fmla="*/ 585452 h 2093"/>
                <a:gd name="T114" fmla="*/ 587975 w 2093"/>
                <a:gd name="T115" fmla="*/ 469082 h 2093"/>
                <a:gd name="T116" fmla="*/ 738931 w 2093"/>
                <a:gd name="T117" fmla="*/ 345867 h 2093"/>
                <a:gd name="T118" fmla="*/ 751901 w 2093"/>
                <a:gd name="T119" fmla="*/ 7926 h 2093"/>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2093" h="2093">
                  <a:moveTo>
                    <a:pt x="918" y="800"/>
                  </a:moveTo>
                  <a:lnTo>
                    <a:pt x="918" y="800"/>
                  </a:lnTo>
                  <a:cubicBezTo>
                    <a:pt x="967" y="813"/>
                    <a:pt x="1032" y="827"/>
                    <a:pt x="1061" y="832"/>
                  </a:cubicBezTo>
                  <a:lnTo>
                    <a:pt x="1114" y="842"/>
                  </a:lnTo>
                  <a:lnTo>
                    <a:pt x="1115" y="882"/>
                  </a:lnTo>
                  <a:cubicBezTo>
                    <a:pt x="1117" y="971"/>
                    <a:pt x="1164" y="1093"/>
                    <a:pt x="1251" y="1230"/>
                  </a:cubicBezTo>
                  <a:lnTo>
                    <a:pt x="1284" y="1284"/>
                  </a:lnTo>
                  <a:lnTo>
                    <a:pt x="1231" y="1250"/>
                  </a:lnTo>
                  <a:cubicBezTo>
                    <a:pt x="1093" y="1164"/>
                    <a:pt x="971" y="1117"/>
                    <a:pt x="883" y="1114"/>
                  </a:cubicBezTo>
                  <a:lnTo>
                    <a:pt x="843" y="1114"/>
                  </a:lnTo>
                  <a:lnTo>
                    <a:pt x="833" y="1061"/>
                  </a:lnTo>
                  <a:cubicBezTo>
                    <a:pt x="817" y="972"/>
                    <a:pt x="779" y="829"/>
                    <a:pt x="759" y="784"/>
                  </a:cubicBezTo>
                  <a:lnTo>
                    <a:pt x="740" y="740"/>
                  </a:lnTo>
                  <a:lnTo>
                    <a:pt x="784" y="759"/>
                  </a:lnTo>
                  <a:cubicBezTo>
                    <a:pt x="808" y="769"/>
                    <a:pt x="868" y="788"/>
                    <a:pt x="918" y="800"/>
                  </a:cubicBezTo>
                  <a:close/>
                  <a:moveTo>
                    <a:pt x="2052" y="10"/>
                  </a:moveTo>
                  <a:lnTo>
                    <a:pt x="2052" y="10"/>
                  </a:lnTo>
                  <a:cubicBezTo>
                    <a:pt x="2043" y="16"/>
                    <a:pt x="2042" y="35"/>
                    <a:pt x="2040" y="303"/>
                  </a:cubicBezTo>
                  <a:cubicBezTo>
                    <a:pt x="2038" y="571"/>
                    <a:pt x="2037" y="596"/>
                    <a:pt x="2022" y="726"/>
                  </a:cubicBezTo>
                  <a:cubicBezTo>
                    <a:pt x="2014" y="802"/>
                    <a:pt x="2007" y="867"/>
                    <a:pt x="2005" y="871"/>
                  </a:cubicBezTo>
                  <a:cubicBezTo>
                    <a:pt x="2004" y="874"/>
                    <a:pt x="1997" y="877"/>
                    <a:pt x="1990" y="877"/>
                  </a:cubicBezTo>
                  <a:cubicBezTo>
                    <a:pt x="1970" y="877"/>
                    <a:pt x="1893" y="903"/>
                    <a:pt x="1841" y="927"/>
                  </a:cubicBezTo>
                  <a:cubicBezTo>
                    <a:pt x="1708" y="990"/>
                    <a:pt x="1597" y="1125"/>
                    <a:pt x="1557" y="1273"/>
                  </a:cubicBezTo>
                  <a:cubicBezTo>
                    <a:pt x="1549" y="1301"/>
                    <a:pt x="1544" y="1339"/>
                    <a:pt x="1542" y="1384"/>
                  </a:cubicBezTo>
                  <a:lnTo>
                    <a:pt x="1538" y="1453"/>
                  </a:lnTo>
                  <a:lnTo>
                    <a:pt x="1522" y="1403"/>
                  </a:lnTo>
                  <a:cubicBezTo>
                    <a:pt x="1492" y="1316"/>
                    <a:pt x="1485" y="1272"/>
                    <a:pt x="1486" y="1180"/>
                  </a:cubicBezTo>
                  <a:cubicBezTo>
                    <a:pt x="1486" y="1083"/>
                    <a:pt x="1499" y="1016"/>
                    <a:pt x="1535" y="926"/>
                  </a:cubicBezTo>
                  <a:cubicBezTo>
                    <a:pt x="1576" y="823"/>
                    <a:pt x="1618" y="755"/>
                    <a:pt x="1740" y="601"/>
                  </a:cubicBezTo>
                  <a:cubicBezTo>
                    <a:pt x="1830" y="488"/>
                    <a:pt x="1851" y="455"/>
                    <a:pt x="1893" y="370"/>
                  </a:cubicBezTo>
                  <a:cubicBezTo>
                    <a:pt x="1918" y="317"/>
                    <a:pt x="1925" y="297"/>
                    <a:pt x="1927" y="270"/>
                  </a:cubicBezTo>
                  <a:cubicBezTo>
                    <a:pt x="1930" y="243"/>
                    <a:pt x="1928" y="236"/>
                    <a:pt x="1921" y="233"/>
                  </a:cubicBezTo>
                  <a:cubicBezTo>
                    <a:pt x="1912" y="230"/>
                    <a:pt x="1880" y="254"/>
                    <a:pt x="1826" y="304"/>
                  </a:cubicBezTo>
                  <a:lnTo>
                    <a:pt x="1791" y="337"/>
                  </a:lnTo>
                  <a:lnTo>
                    <a:pt x="1787" y="321"/>
                  </a:lnTo>
                  <a:cubicBezTo>
                    <a:pt x="1768" y="232"/>
                    <a:pt x="1717" y="159"/>
                    <a:pt x="1665" y="145"/>
                  </a:cubicBezTo>
                  <a:cubicBezTo>
                    <a:pt x="1644" y="140"/>
                    <a:pt x="1641" y="140"/>
                    <a:pt x="1634" y="149"/>
                  </a:cubicBezTo>
                  <a:cubicBezTo>
                    <a:pt x="1625" y="159"/>
                    <a:pt x="1625" y="161"/>
                    <a:pt x="1639" y="233"/>
                  </a:cubicBezTo>
                  <a:cubicBezTo>
                    <a:pt x="1655" y="317"/>
                    <a:pt x="1647" y="414"/>
                    <a:pt x="1613" y="523"/>
                  </a:cubicBezTo>
                  <a:cubicBezTo>
                    <a:pt x="1603" y="557"/>
                    <a:pt x="1565" y="661"/>
                    <a:pt x="1529" y="754"/>
                  </a:cubicBezTo>
                  <a:cubicBezTo>
                    <a:pt x="1427" y="1014"/>
                    <a:pt x="1417" y="1053"/>
                    <a:pt x="1416" y="1178"/>
                  </a:cubicBezTo>
                  <a:lnTo>
                    <a:pt x="1416" y="1259"/>
                  </a:lnTo>
                  <a:lnTo>
                    <a:pt x="1408" y="1232"/>
                  </a:lnTo>
                  <a:cubicBezTo>
                    <a:pt x="1393" y="1189"/>
                    <a:pt x="1378" y="1113"/>
                    <a:pt x="1372" y="1047"/>
                  </a:cubicBezTo>
                  <a:cubicBezTo>
                    <a:pt x="1368" y="1010"/>
                    <a:pt x="1366" y="892"/>
                    <a:pt x="1368" y="742"/>
                  </a:cubicBezTo>
                  <a:cubicBezTo>
                    <a:pt x="1369" y="529"/>
                    <a:pt x="1368" y="490"/>
                    <a:pt x="1359" y="442"/>
                  </a:cubicBezTo>
                  <a:cubicBezTo>
                    <a:pt x="1338" y="314"/>
                    <a:pt x="1305" y="237"/>
                    <a:pt x="1250" y="182"/>
                  </a:cubicBezTo>
                  <a:cubicBezTo>
                    <a:pt x="1230" y="163"/>
                    <a:pt x="1204" y="142"/>
                    <a:pt x="1190" y="136"/>
                  </a:cubicBezTo>
                  <a:cubicBezTo>
                    <a:pt x="1103" y="95"/>
                    <a:pt x="988" y="116"/>
                    <a:pt x="915" y="185"/>
                  </a:cubicBezTo>
                  <a:cubicBezTo>
                    <a:pt x="878" y="220"/>
                    <a:pt x="862" y="246"/>
                    <a:pt x="847" y="291"/>
                  </a:cubicBezTo>
                  <a:cubicBezTo>
                    <a:pt x="813" y="392"/>
                    <a:pt x="837" y="499"/>
                    <a:pt x="909" y="566"/>
                  </a:cubicBezTo>
                  <a:cubicBezTo>
                    <a:pt x="944" y="598"/>
                    <a:pt x="965" y="607"/>
                    <a:pt x="1006" y="607"/>
                  </a:cubicBezTo>
                  <a:cubicBezTo>
                    <a:pt x="1043" y="607"/>
                    <a:pt x="1071" y="591"/>
                    <a:pt x="1080" y="566"/>
                  </a:cubicBezTo>
                  <a:cubicBezTo>
                    <a:pt x="1096" y="515"/>
                    <a:pt x="1081" y="471"/>
                    <a:pt x="1039" y="444"/>
                  </a:cubicBezTo>
                  <a:cubicBezTo>
                    <a:pt x="968" y="399"/>
                    <a:pt x="947" y="367"/>
                    <a:pt x="943" y="303"/>
                  </a:cubicBezTo>
                  <a:cubicBezTo>
                    <a:pt x="940" y="260"/>
                    <a:pt x="941" y="258"/>
                    <a:pt x="957" y="236"/>
                  </a:cubicBezTo>
                  <a:cubicBezTo>
                    <a:pt x="988" y="195"/>
                    <a:pt x="1021" y="182"/>
                    <a:pt x="1079" y="192"/>
                  </a:cubicBezTo>
                  <a:cubicBezTo>
                    <a:pt x="1174" y="207"/>
                    <a:pt x="1240" y="270"/>
                    <a:pt x="1275" y="379"/>
                  </a:cubicBezTo>
                  <a:cubicBezTo>
                    <a:pt x="1301" y="458"/>
                    <a:pt x="1303" y="493"/>
                    <a:pt x="1308" y="782"/>
                  </a:cubicBezTo>
                  <a:cubicBezTo>
                    <a:pt x="1312" y="1072"/>
                    <a:pt x="1313" y="1085"/>
                    <a:pt x="1342" y="1195"/>
                  </a:cubicBezTo>
                  <a:cubicBezTo>
                    <a:pt x="1350" y="1222"/>
                    <a:pt x="1362" y="1259"/>
                    <a:pt x="1369" y="1277"/>
                  </a:cubicBezTo>
                  <a:cubicBezTo>
                    <a:pt x="1376" y="1295"/>
                    <a:pt x="1384" y="1313"/>
                    <a:pt x="1385" y="1318"/>
                  </a:cubicBezTo>
                  <a:cubicBezTo>
                    <a:pt x="1390" y="1332"/>
                    <a:pt x="1351" y="1271"/>
                    <a:pt x="1321" y="1217"/>
                  </a:cubicBezTo>
                  <a:cubicBezTo>
                    <a:pt x="1282" y="1149"/>
                    <a:pt x="1224" y="974"/>
                    <a:pt x="1204" y="869"/>
                  </a:cubicBezTo>
                  <a:cubicBezTo>
                    <a:pt x="1196" y="827"/>
                    <a:pt x="1187" y="790"/>
                    <a:pt x="1184" y="785"/>
                  </a:cubicBezTo>
                  <a:cubicBezTo>
                    <a:pt x="1180" y="780"/>
                    <a:pt x="1148" y="771"/>
                    <a:pt x="1090" y="761"/>
                  </a:cubicBezTo>
                  <a:cubicBezTo>
                    <a:pt x="869" y="720"/>
                    <a:pt x="747" y="669"/>
                    <a:pt x="578" y="543"/>
                  </a:cubicBezTo>
                  <a:cubicBezTo>
                    <a:pt x="477" y="468"/>
                    <a:pt x="468" y="477"/>
                    <a:pt x="543" y="578"/>
                  </a:cubicBezTo>
                  <a:cubicBezTo>
                    <a:pt x="669" y="747"/>
                    <a:pt x="721" y="869"/>
                    <a:pt x="761" y="1089"/>
                  </a:cubicBezTo>
                  <a:cubicBezTo>
                    <a:pt x="772" y="1148"/>
                    <a:pt x="780" y="1179"/>
                    <a:pt x="785" y="1184"/>
                  </a:cubicBezTo>
                  <a:cubicBezTo>
                    <a:pt x="790" y="1187"/>
                    <a:pt x="827" y="1196"/>
                    <a:pt x="869" y="1204"/>
                  </a:cubicBezTo>
                  <a:cubicBezTo>
                    <a:pt x="974" y="1223"/>
                    <a:pt x="1150" y="1282"/>
                    <a:pt x="1218" y="1320"/>
                  </a:cubicBezTo>
                  <a:cubicBezTo>
                    <a:pt x="1271" y="1351"/>
                    <a:pt x="1332" y="1390"/>
                    <a:pt x="1318" y="1385"/>
                  </a:cubicBezTo>
                  <a:cubicBezTo>
                    <a:pt x="1314" y="1383"/>
                    <a:pt x="1295" y="1376"/>
                    <a:pt x="1278" y="1369"/>
                  </a:cubicBezTo>
                  <a:cubicBezTo>
                    <a:pt x="1260" y="1361"/>
                    <a:pt x="1222" y="1349"/>
                    <a:pt x="1196" y="1342"/>
                  </a:cubicBezTo>
                  <a:cubicBezTo>
                    <a:pt x="1085" y="1313"/>
                    <a:pt x="1073" y="1312"/>
                    <a:pt x="783" y="1308"/>
                  </a:cubicBezTo>
                  <a:cubicBezTo>
                    <a:pt x="494" y="1303"/>
                    <a:pt x="458" y="1300"/>
                    <a:pt x="379" y="1275"/>
                  </a:cubicBezTo>
                  <a:cubicBezTo>
                    <a:pt x="270" y="1240"/>
                    <a:pt x="208" y="1174"/>
                    <a:pt x="192" y="1078"/>
                  </a:cubicBezTo>
                  <a:cubicBezTo>
                    <a:pt x="182" y="1021"/>
                    <a:pt x="195" y="987"/>
                    <a:pt x="237" y="956"/>
                  </a:cubicBezTo>
                  <a:cubicBezTo>
                    <a:pt x="259" y="940"/>
                    <a:pt x="260" y="940"/>
                    <a:pt x="303" y="942"/>
                  </a:cubicBezTo>
                  <a:cubicBezTo>
                    <a:pt x="368" y="946"/>
                    <a:pt x="399" y="967"/>
                    <a:pt x="444" y="1038"/>
                  </a:cubicBezTo>
                  <a:cubicBezTo>
                    <a:pt x="472" y="1081"/>
                    <a:pt x="515" y="1096"/>
                    <a:pt x="566" y="1079"/>
                  </a:cubicBezTo>
                  <a:cubicBezTo>
                    <a:pt x="591" y="1071"/>
                    <a:pt x="607" y="1043"/>
                    <a:pt x="607" y="1006"/>
                  </a:cubicBezTo>
                  <a:cubicBezTo>
                    <a:pt x="607" y="965"/>
                    <a:pt x="598" y="943"/>
                    <a:pt x="566" y="909"/>
                  </a:cubicBezTo>
                  <a:cubicBezTo>
                    <a:pt x="500" y="837"/>
                    <a:pt x="393" y="813"/>
                    <a:pt x="292" y="846"/>
                  </a:cubicBezTo>
                  <a:cubicBezTo>
                    <a:pt x="247" y="862"/>
                    <a:pt x="220" y="878"/>
                    <a:pt x="185" y="915"/>
                  </a:cubicBezTo>
                  <a:cubicBezTo>
                    <a:pt x="116" y="987"/>
                    <a:pt x="96" y="1102"/>
                    <a:pt x="136" y="1189"/>
                  </a:cubicBezTo>
                  <a:cubicBezTo>
                    <a:pt x="142" y="1203"/>
                    <a:pt x="163" y="1230"/>
                    <a:pt x="182" y="1249"/>
                  </a:cubicBezTo>
                  <a:cubicBezTo>
                    <a:pt x="238" y="1305"/>
                    <a:pt x="315" y="1338"/>
                    <a:pt x="442" y="1359"/>
                  </a:cubicBezTo>
                  <a:cubicBezTo>
                    <a:pt x="491" y="1368"/>
                    <a:pt x="530" y="1368"/>
                    <a:pt x="743" y="1367"/>
                  </a:cubicBezTo>
                  <a:cubicBezTo>
                    <a:pt x="893" y="1366"/>
                    <a:pt x="1010" y="1368"/>
                    <a:pt x="1048" y="1371"/>
                  </a:cubicBezTo>
                  <a:cubicBezTo>
                    <a:pt x="1113" y="1377"/>
                    <a:pt x="1190" y="1392"/>
                    <a:pt x="1233" y="1407"/>
                  </a:cubicBezTo>
                  <a:lnTo>
                    <a:pt x="1260" y="1416"/>
                  </a:lnTo>
                  <a:lnTo>
                    <a:pt x="1179" y="1416"/>
                  </a:lnTo>
                  <a:cubicBezTo>
                    <a:pt x="1053" y="1416"/>
                    <a:pt x="1014" y="1427"/>
                    <a:pt x="754" y="1528"/>
                  </a:cubicBezTo>
                  <a:cubicBezTo>
                    <a:pt x="661" y="1564"/>
                    <a:pt x="558" y="1602"/>
                    <a:pt x="523" y="1613"/>
                  </a:cubicBezTo>
                  <a:cubicBezTo>
                    <a:pt x="414" y="1646"/>
                    <a:pt x="318" y="1655"/>
                    <a:pt x="233" y="1639"/>
                  </a:cubicBezTo>
                  <a:cubicBezTo>
                    <a:pt x="161" y="1625"/>
                    <a:pt x="159" y="1625"/>
                    <a:pt x="149" y="1633"/>
                  </a:cubicBezTo>
                  <a:cubicBezTo>
                    <a:pt x="141" y="1640"/>
                    <a:pt x="140" y="1644"/>
                    <a:pt x="145" y="1664"/>
                  </a:cubicBezTo>
                  <a:cubicBezTo>
                    <a:pt x="159" y="1717"/>
                    <a:pt x="232" y="1767"/>
                    <a:pt x="322" y="1787"/>
                  </a:cubicBezTo>
                  <a:lnTo>
                    <a:pt x="338" y="1790"/>
                  </a:lnTo>
                  <a:lnTo>
                    <a:pt x="305" y="1826"/>
                  </a:lnTo>
                  <a:cubicBezTo>
                    <a:pt x="254" y="1879"/>
                    <a:pt x="230" y="1911"/>
                    <a:pt x="234" y="1921"/>
                  </a:cubicBezTo>
                  <a:cubicBezTo>
                    <a:pt x="237" y="1928"/>
                    <a:pt x="244" y="1929"/>
                    <a:pt x="270" y="1927"/>
                  </a:cubicBezTo>
                  <a:cubicBezTo>
                    <a:pt x="298" y="1925"/>
                    <a:pt x="318" y="1918"/>
                    <a:pt x="370" y="1892"/>
                  </a:cubicBezTo>
                  <a:cubicBezTo>
                    <a:pt x="455" y="1851"/>
                    <a:pt x="488" y="1830"/>
                    <a:pt x="602" y="1740"/>
                  </a:cubicBezTo>
                  <a:cubicBezTo>
                    <a:pt x="756" y="1618"/>
                    <a:pt x="823" y="1575"/>
                    <a:pt x="926" y="1535"/>
                  </a:cubicBezTo>
                  <a:cubicBezTo>
                    <a:pt x="1017" y="1499"/>
                    <a:pt x="1083" y="1486"/>
                    <a:pt x="1180" y="1485"/>
                  </a:cubicBezTo>
                  <a:cubicBezTo>
                    <a:pt x="1272" y="1485"/>
                    <a:pt x="1317" y="1492"/>
                    <a:pt x="1403" y="1521"/>
                  </a:cubicBezTo>
                  <a:lnTo>
                    <a:pt x="1453" y="1538"/>
                  </a:lnTo>
                  <a:lnTo>
                    <a:pt x="1385" y="1541"/>
                  </a:lnTo>
                  <a:cubicBezTo>
                    <a:pt x="1281" y="1546"/>
                    <a:pt x="1205" y="1571"/>
                    <a:pt x="1117" y="1628"/>
                  </a:cubicBezTo>
                  <a:cubicBezTo>
                    <a:pt x="1073" y="1656"/>
                    <a:pt x="1008" y="1717"/>
                    <a:pt x="975" y="1761"/>
                  </a:cubicBezTo>
                  <a:cubicBezTo>
                    <a:pt x="935" y="1813"/>
                    <a:pt x="878" y="1948"/>
                    <a:pt x="878" y="1989"/>
                  </a:cubicBezTo>
                  <a:cubicBezTo>
                    <a:pt x="878" y="1997"/>
                    <a:pt x="875" y="2003"/>
                    <a:pt x="871" y="2005"/>
                  </a:cubicBezTo>
                  <a:cubicBezTo>
                    <a:pt x="867" y="2006"/>
                    <a:pt x="802" y="2013"/>
                    <a:pt x="726" y="2022"/>
                  </a:cubicBezTo>
                  <a:cubicBezTo>
                    <a:pt x="596" y="2037"/>
                    <a:pt x="571" y="2038"/>
                    <a:pt x="303" y="2040"/>
                  </a:cubicBezTo>
                  <a:cubicBezTo>
                    <a:pt x="36" y="2042"/>
                    <a:pt x="17" y="2043"/>
                    <a:pt x="10" y="2052"/>
                  </a:cubicBezTo>
                  <a:cubicBezTo>
                    <a:pt x="0" y="2065"/>
                    <a:pt x="6" y="2082"/>
                    <a:pt x="22" y="2086"/>
                  </a:cubicBezTo>
                  <a:cubicBezTo>
                    <a:pt x="30" y="2089"/>
                    <a:pt x="237" y="2090"/>
                    <a:pt x="482" y="2090"/>
                  </a:cubicBezTo>
                  <a:cubicBezTo>
                    <a:pt x="988" y="2090"/>
                    <a:pt x="959" y="2092"/>
                    <a:pt x="961" y="2050"/>
                  </a:cubicBezTo>
                  <a:cubicBezTo>
                    <a:pt x="962" y="2018"/>
                    <a:pt x="980" y="1939"/>
                    <a:pt x="994" y="1901"/>
                  </a:cubicBezTo>
                  <a:cubicBezTo>
                    <a:pt x="1037" y="1787"/>
                    <a:pt x="1176" y="1665"/>
                    <a:pt x="1302" y="1632"/>
                  </a:cubicBezTo>
                  <a:cubicBezTo>
                    <a:pt x="1391" y="1608"/>
                    <a:pt x="1494" y="1604"/>
                    <a:pt x="1545" y="1621"/>
                  </a:cubicBezTo>
                  <a:cubicBezTo>
                    <a:pt x="1562" y="1627"/>
                    <a:pt x="1598" y="1642"/>
                    <a:pt x="1625" y="1656"/>
                  </a:cubicBezTo>
                  <a:cubicBezTo>
                    <a:pt x="1653" y="1669"/>
                    <a:pt x="1676" y="1679"/>
                    <a:pt x="1678" y="1677"/>
                  </a:cubicBezTo>
                  <a:cubicBezTo>
                    <a:pt x="1679" y="1676"/>
                    <a:pt x="1669" y="1652"/>
                    <a:pt x="1656" y="1625"/>
                  </a:cubicBezTo>
                  <a:cubicBezTo>
                    <a:pt x="1643" y="1598"/>
                    <a:pt x="1627" y="1562"/>
                    <a:pt x="1622" y="1545"/>
                  </a:cubicBezTo>
                  <a:cubicBezTo>
                    <a:pt x="1604" y="1494"/>
                    <a:pt x="1608" y="1390"/>
                    <a:pt x="1632" y="1302"/>
                  </a:cubicBezTo>
                  <a:cubicBezTo>
                    <a:pt x="1666" y="1176"/>
                    <a:pt x="1787" y="1037"/>
                    <a:pt x="1901" y="994"/>
                  </a:cubicBezTo>
                  <a:cubicBezTo>
                    <a:pt x="1939" y="980"/>
                    <a:pt x="2019" y="962"/>
                    <a:pt x="2051" y="960"/>
                  </a:cubicBezTo>
                  <a:cubicBezTo>
                    <a:pt x="2092" y="959"/>
                    <a:pt x="2090" y="987"/>
                    <a:pt x="2091" y="482"/>
                  </a:cubicBezTo>
                  <a:cubicBezTo>
                    <a:pt x="2091" y="237"/>
                    <a:pt x="2089" y="30"/>
                    <a:pt x="2087" y="22"/>
                  </a:cubicBezTo>
                  <a:cubicBezTo>
                    <a:pt x="2082" y="5"/>
                    <a:pt x="2066" y="0"/>
                    <a:pt x="2052" y="10"/>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915" name="Freeform 91">
              <a:extLst>
                <a:ext uri="{FF2B5EF4-FFF2-40B4-BE49-F238E27FC236}">
                  <a16:creationId xmlns:a16="http://schemas.microsoft.com/office/drawing/2014/main" id="{4BCBFA76-EB0C-F24C-8748-DCABBE4F0283}"/>
                </a:ext>
              </a:extLst>
            </p:cNvPr>
            <p:cNvSpPr>
              <a:spLocks noChangeArrowheads="1"/>
            </p:cNvSpPr>
            <p:nvPr/>
          </p:nvSpPr>
          <p:spPr bwMode="auto">
            <a:xfrm>
              <a:off x="8299450" y="6661150"/>
              <a:ext cx="128588" cy="142875"/>
            </a:xfrm>
            <a:custGeom>
              <a:avLst/>
              <a:gdLst>
                <a:gd name="T0" fmla="*/ 96441 w 356"/>
                <a:gd name="T1" fmla="*/ 3599 h 397"/>
                <a:gd name="T2" fmla="*/ 96441 w 356"/>
                <a:gd name="T3" fmla="*/ 3599 h 397"/>
                <a:gd name="T4" fmla="*/ 35759 w 356"/>
                <a:gd name="T5" fmla="*/ 69098 h 397"/>
                <a:gd name="T6" fmla="*/ 35759 w 356"/>
                <a:gd name="T7" fmla="*/ 69098 h 397"/>
                <a:gd name="T8" fmla="*/ 1445 w 356"/>
                <a:gd name="T9" fmla="*/ 137117 h 397"/>
                <a:gd name="T10" fmla="*/ 1445 w 356"/>
                <a:gd name="T11" fmla="*/ 137117 h 397"/>
                <a:gd name="T12" fmla="*/ 4334 w 356"/>
                <a:gd name="T13" fmla="*/ 141076 h 397"/>
                <a:gd name="T14" fmla="*/ 4334 w 356"/>
                <a:gd name="T15" fmla="*/ 141076 h 397"/>
                <a:gd name="T16" fmla="*/ 9391 w 356"/>
                <a:gd name="T17" fmla="*/ 137837 h 397"/>
                <a:gd name="T18" fmla="*/ 9391 w 356"/>
                <a:gd name="T19" fmla="*/ 137837 h 397"/>
                <a:gd name="T20" fmla="*/ 18060 w 356"/>
                <a:gd name="T21" fmla="*/ 125600 h 397"/>
                <a:gd name="T22" fmla="*/ 18060 w 356"/>
                <a:gd name="T23" fmla="*/ 125600 h 397"/>
                <a:gd name="T24" fmla="*/ 88856 w 356"/>
                <a:gd name="T25" fmla="*/ 57222 h 397"/>
                <a:gd name="T26" fmla="*/ 88856 w 356"/>
                <a:gd name="T27" fmla="*/ 57222 h 397"/>
                <a:gd name="T28" fmla="*/ 121725 w 356"/>
                <a:gd name="T29" fmla="*/ 27351 h 397"/>
                <a:gd name="T30" fmla="*/ 121725 w 356"/>
                <a:gd name="T31" fmla="*/ 27351 h 397"/>
                <a:gd name="T32" fmla="*/ 122448 w 356"/>
                <a:gd name="T33" fmla="*/ 3599 h 397"/>
                <a:gd name="T34" fmla="*/ 122448 w 356"/>
                <a:gd name="T35" fmla="*/ 3599 h 397"/>
                <a:gd name="T36" fmla="*/ 96441 w 356"/>
                <a:gd name="T37" fmla="*/ 3599 h 39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356" h="397">
                  <a:moveTo>
                    <a:pt x="267" y="10"/>
                  </a:moveTo>
                  <a:lnTo>
                    <a:pt x="267" y="10"/>
                  </a:lnTo>
                  <a:cubicBezTo>
                    <a:pt x="231" y="26"/>
                    <a:pt x="160" y="104"/>
                    <a:pt x="99" y="192"/>
                  </a:cubicBezTo>
                  <a:cubicBezTo>
                    <a:pt x="69" y="237"/>
                    <a:pt x="10" y="353"/>
                    <a:pt x="4" y="381"/>
                  </a:cubicBezTo>
                  <a:cubicBezTo>
                    <a:pt x="0" y="395"/>
                    <a:pt x="1" y="396"/>
                    <a:pt x="12" y="392"/>
                  </a:cubicBezTo>
                  <a:cubicBezTo>
                    <a:pt x="19" y="390"/>
                    <a:pt x="25" y="386"/>
                    <a:pt x="26" y="383"/>
                  </a:cubicBezTo>
                  <a:cubicBezTo>
                    <a:pt x="27" y="381"/>
                    <a:pt x="38" y="365"/>
                    <a:pt x="50" y="349"/>
                  </a:cubicBezTo>
                  <a:cubicBezTo>
                    <a:pt x="85" y="301"/>
                    <a:pt x="160" y="229"/>
                    <a:pt x="246" y="159"/>
                  </a:cubicBezTo>
                  <a:cubicBezTo>
                    <a:pt x="289" y="124"/>
                    <a:pt x="329" y="87"/>
                    <a:pt x="337" y="76"/>
                  </a:cubicBezTo>
                  <a:cubicBezTo>
                    <a:pt x="355" y="50"/>
                    <a:pt x="355" y="22"/>
                    <a:pt x="339" y="10"/>
                  </a:cubicBezTo>
                  <a:cubicBezTo>
                    <a:pt x="324" y="0"/>
                    <a:pt x="290" y="0"/>
                    <a:pt x="267" y="1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916" name="Freeform 93">
              <a:extLst>
                <a:ext uri="{FF2B5EF4-FFF2-40B4-BE49-F238E27FC236}">
                  <a16:creationId xmlns:a16="http://schemas.microsoft.com/office/drawing/2014/main" id="{B59B4391-1E67-494A-8F62-71E79F2D0B21}"/>
                </a:ext>
              </a:extLst>
            </p:cNvPr>
            <p:cNvSpPr>
              <a:spLocks noChangeArrowheads="1"/>
            </p:cNvSpPr>
            <p:nvPr/>
          </p:nvSpPr>
          <p:spPr bwMode="auto">
            <a:xfrm>
              <a:off x="8147050" y="6846888"/>
              <a:ext cx="431800" cy="427037"/>
            </a:xfrm>
            <a:custGeom>
              <a:avLst/>
              <a:gdLst>
                <a:gd name="T0" fmla="*/ 311155 w 1199"/>
                <a:gd name="T1" fmla="*/ 1438 h 1188"/>
                <a:gd name="T2" fmla="*/ 246331 w 1199"/>
                <a:gd name="T3" fmla="*/ 31632 h 1188"/>
                <a:gd name="T4" fmla="*/ 200954 w 1199"/>
                <a:gd name="T5" fmla="*/ 146659 h 1188"/>
                <a:gd name="T6" fmla="*/ 224003 w 1199"/>
                <a:gd name="T7" fmla="*/ 219629 h 1188"/>
                <a:gd name="T8" fmla="*/ 218601 w 1199"/>
                <a:gd name="T9" fmla="*/ 216754 h 1188"/>
                <a:gd name="T10" fmla="*/ 151256 w 1199"/>
                <a:gd name="T11" fmla="*/ 196624 h 1188"/>
                <a:gd name="T12" fmla="*/ 53300 w 1199"/>
                <a:gd name="T13" fmla="*/ 224302 h 1188"/>
                <a:gd name="T14" fmla="*/ 5042 w 1199"/>
                <a:gd name="T15" fmla="*/ 308416 h 1188"/>
                <a:gd name="T16" fmla="*/ 83911 w 1199"/>
                <a:gd name="T17" fmla="*/ 400437 h 1188"/>
                <a:gd name="T18" fmla="*/ 165661 w 1199"/>
                <a:gd name="T19" fmla="*/ 364491 h 1188"/>
                <a:gd name="T20" fmla="*/ 169983 w 1199"/>
                <a:gd name="T21" fmla="*/ 343283 h 1188"/>
                <a:gd name="T22" fmla="*/ 160620 w 1199"/>
                <a:gd name="T23" fmla="*/ 321356 h 1188"/>
                <a:gd name="T24" fmla="*/ 121365 w 1199"/>
                <a:gd name="T25" fmla="*/ 294397 h 1188"/>
                <a:gd name="T26" fmla="*/ 91474 w 1199"/>
                <a:gd name="T27" fmla="*/ 308775 h 1188"/>
                <a:gd name="T28" fmla="*/ 90033 w 1199"/>
                <a:gd name="T29" fmla="*/ 322794 h 1188"/>
                <a:gd name="T30" fmla="*/ 115243 w 1199"/>
                <a:gd name="T31" fmla="*/ 337532 h 1188"/>
                <a:gd name="T32" fmla="*/ 145854 w 1199"/>
                <a:gd name="T33" fmla="*/ 357661 h 1188"/>
                <a:gd name="T34" fmla="*/ 121725 w 1199"/>
                <a:gd name="T35" fmla="*/ 379948 h 1188"/>
                <a:gd name="T36" fmla="*/ 72027 w 1199"/>
                <a:gd name="T37" fmla="*/ 379588 h 1188"/>
                <a:gd name="T38" fmla="*/ 29531 w 1199"/>
                <a:gd name="T39" fmla="*/ 317043 h 1188"/>
                <a:gd name="T40" fmla="*/ 108400 w 1199"/>
                <a:gd name="T41" fmla="*/ 221067 h 1188"/>
                <a:gd name="T42" fmla="*/ 220402 w 1199"/>
                <a:gd name="T43" fmla="*/ 247667 h 1188"/>
                <a:gd name="T44" fmla="*/ 284866 w 1199"/>
                <a:gd name="T45" fmla="*/ 296553 h 1188"/>
                <a:gd name="T46" fmla="*/ 332043 w 1199"/>
                <a:gd name="T47" fmla="*/ 342924 h 1188"/>
                <a:gd name="T48" fmla="*/ 317638 w 1199"/>
                <a:gd name="T49" fmla="*/ 338610 h 1188"/>
                <a:gd name="T50" fmla="*/ 229405 w 1199"/>
                <a:gd name="T51" fmla="*/ 337532 h 1188"/>
                <a:gd name="T52" fmla="*/ 190150 w 1199"/>
                <a:gd name="T53" fmla="*/ 361256 h 1188"/>
                <a:gd name="T54" fmla="*/ 184028 w 1199"/>
                <a:gd name="T55" fmla="*/ 373478 h 1188"/>
                <a:gd name="T56" fmla="*/ 204916 w 1199"/>
                <a:gd name="T57" fmla="*/ 400437 h 1188"/>
                <a:gd name="T58" fmla="*/ 227964 w 1199"/>
                <a:gd name="T59" fmla="*/ 387137 h 1188"/>
                <a:gd name="T60" fmla="*/ 244891 w 1199"/>
                <a:gd name="T61" fmla="*/ 373837 h 1188"/>
                <a:gd name="T62" fmla="*/ 346088 w 1199"/>
                <a:gd name="T63" fmla="*/ 372759 h 1188"/>
                <a:gd name="T64" fmla="*/ 395787 w 1199"/>
                <a:gd name="T65" fmla="*/ 403672 h 1188"/>
                <a:gd name="T66" fmla="*/ 408751 w 1199"/>
                <a:gd name="T67" fmla="*/ 390732 h 1188"/>
                <a:gd name="T68" fmla="*/ 377780 w 1199"/>
                <a:gd name="T69" fmla="*/ 341126 h 1188"/>
                <a:gd name="T70" fmla="*/ 378860 w 1199"/>
                <a:gd name="T71" fmla="*/ 240478 h 1188"/>
                <a:gd name="T72" fmla="*/ 392185 w 1199"/>
                <a:gd name="T73" fmla="*/ 223583 h 1188"/>
                <a:gd name="T74" fmla="*/ 405510 w 1199"/>
                <a:gd name="T75" fmla="*/ 200219 h 1188"/>
                <a:gd name="T76" fmla="*/ 378140 w 1199"/>
                <a:gd name="T77" fmla="*/ 179370 h 1188"/>
                <a:gd name="T78" fmla="*/ 365896 w 1199"/>
                <a:gd name="T79" fmla="*/ 185481 h 1188"/>
                <a:gd name="T80" fmla="*/ 342127 w 1199"/>
                <a:gd name="T81" fmla="*/ 225021 h 1188"/>
                <a:gd name="T82" fmla="*/ 343567 w 1199"/>
                <a:gd name="T83" fmla="*/ 312729 h 1188"/>
                <a:gd name="T84" fmla="*/ 347529 w 1199"/>
                <a:gd name="T85" fmla="*/ 327467 h 1188"/>
                <a:gd name="T86" fmla="*/ 301432 w 1199"/>
                <a:gd name="T87" fmla="*/ 280378 h 1188"/>
                <a:gd name="T88" fmla="*/ 252093 w 1199"/>
                <a:gd name="T89" fmla="*/ 216035 h 1188"/>
                <a:gd name="T90" fmla="*/ 225444 w 1199"/>
                <a:gd name="T91" fmla="*/ 103884 h 1188"/>
                <a:gd name="T92" fmla="*/ 321599 w 1199"/>
                <a:gd name="T93" fmla="*/ 25162 h 1188"/>
                <a:gd name="T94" fmla="*/ 384623 w 1199"/>
                <a:gd name="T95" fmla="*/ 67938 h 1188"/>
                <a:gd name="T96" fmla="*/ 384623 w 1199"/>
                <a:gd name="T97" fmla="*/ 117543 h 1188"/>
                <a:gd name="T98" fmla="*/ 362294 w 1199"/>
                <a:gd name="T99" fmla="*/ 141627 h 1188"/>
                <a:gd name="T100" fmla="*/ 342127 w 1199"/>
                <a:gd name="T101" fmla="*/ 110713 h 1188"/>
                <a:gd name="T102" fmla="*/ 327361 w 1199"/>
                <a:gd name="T103" fmla="*/ 85911 h 1188"/>
                <a:gd name="T104" fmla="*/ 313676 w 1199"/>
                <a:gd name="T105" fmla="*/ 86989 h 1188"/>
                <a:gd name="T106" fmla="*/ 298911 w 1199"/>
                <a:gd name="T107" fmla="*/ 117184 h 1188"/>
                <a:gd name="T108" fmla="*/ 325921 w 1199"/>
                <a:gd name="T109" fmla="*/ 156365 h 1188"/>
                <a:gd name="T110" fmla="*/ 347889 w 1199"/>
                <a:gd name="T111" fmla="*/ 165710 h 1188"/>
                <a:gd name="T112" fmla="*/ 369137 w 1199"/>
                <a:gd name="T113" fmla="*/ 161038 h 1188"/>
                <a:gd name="T114" fmla="*/ 405510 w 1199"/>
                <a:gd name="T115" fmla="*/ 79800 h 1188"/>
                <a:gd name="T116" fmla="*/ 334564 w 1199"/>
                <a:gd name="T117" fmla="*/ 2876 h 1188"/>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1199" h="1188">
                  <a:moveTo>
                    <a:pt x="864" y="4"/>
                  </a:moveTo>
                  <a:lnTo>
                    <a:pt x="864" y="4"/>
                  </a:lnTo>
                  <a:cubicBezTo>
                    <a:pt x="811" y="11"/>
                    <a:pt x="734" y="47"/>
                    <a:pt x="684" y="88"/>
                  </a:cubicBezTo>
                  <a:cubicBezTo>
                    <a:pt x="599" y="157"/>
                    <a:pt x="544" y="296"/>
                    <a:pt x="558" y="408"/>
                  </a:cubicBezTo>
                  <a:cubicBezTo>
                    <a:pt x="563" y="451"/>
                    <a:pt x="597" y="562"/>
                    <a:pt x="615" y="596"/>
                  </a:cubicBezTo>
                  <a:lnTo>
                    <a:pt x="622" y="611"/>
                  </a:lnTo>
                  <a:lnTo>
                    <a:pt x="607" y="603"/>
                  </a:lnTo>
                  <a:cubicBezTo>
                    <a:pt x="573" y="586"/>
                    <a:pt x="462" y="552"/>
                    <a:pt x="420" y="547"/>
                  </a:cubicBezTo>
                  <a:cubicBezTo>
                    <a:pt x="333" y="536"/>
                    <a:pt x="228" y="566"/>
                    <a:pt x="148" y="624"/>
                  </a:cubicBezTo>
                  <a:cubicBezTo>
                    <a:pt x="85" y="671"/>
                    <a:pt x="27" y="773"/>
                    <a:pt x="14" y="858"/>
                  </a:cubicBezTo>
                  <a:cubicBezTo>
                    <a:pt x="0" y="962"/>
                    <a:pt x="117" y="1098"/>
                    <a:pt x="233" y="1114"/>
                  </a:cubicBezTo>
                  <a:cubicBezTo>
                    <a:pt x="330" y="1128"/>
                    <a:pt x="419" y="1089"/>
                    <a:pt x="460" y="1014"/>
                  </a:cubicBezTo>
                  <a:cubicBezTo>
                    <a:pt x="472" y="990"/>
                    <a:pt x="474" y="982"/>
                    <a:pt x="472" y="955"/>
                  </a:cubicBezTo>
                  <a:cubicBezTo>
                    <a:pt x="470" y="928"/>
                    <a:pt x="467" y="920"/>
                    <a:pt x="446" y="894"/>
                  </a:cubicBezTo>
                  <a:cubicBezTo>
                    <a:pt x="413" y="851"/>
                    <a:pt x="370" y="822"/>
                    <a:pt x="337" y="819"/>
                  </a:cubicBezTo>
                  <a:cubicBezTo>
                    <a:pt x="304" y="816"/>
                    <a:pt x="269" y="834"/>
                    <a:pt x="254" y="859"/>
                  </a:cubicBezTo>
                  <a:cubicBezTo>
                    <a:pt x="245" y="875"/>
                    <a:pt x="245" y="879"/>
                    <a:pt x="250" y="898"/>
                  </a:cubicBezTo>
                  <a:cubicBezTo>
                    <a:pt x="260" y="934"/>
                    <a:pt x="270" y="939"/>
                    <a:pt x="320" y="939"/>
                  </a:cubicBezTo>
                  <a:cubicBezTo>
                    <a:pt x="385" y="939"/>
                    <a:pt x="411" y="956"/>
                    <a:pt x="405" y="995"/>
                  </a:cubicBezTo>
                  <a:cubicBezTo>
                    <a:pt x="402" y="1012"/>
                    <a:pt x="368" y="1044"/>
                    <a:pt x="338" y="1057"/>
                  </a:cubicBezTo>
                  <a:cubicBezTo>
                    <a:pt x="300" y="1073"/>
                    <a:pt x="234" y="1073"/>
                    <a:pt x="200" y="1056"/>
                  </a:cubicBezTo>
                  <a:cubicBezTo>
                    <a:pt x="136" y="1025"/>
                    <a:pt x="87" y="952"/>
                    <a:pt x="82" y="882"/>
                  </a:cubicBezTo>
                  <a:cubicBezTo>
                    <a:pt x="74" y="765"/>
                    <a:pt x="178" y="637"/>
                    <a:pt x="301" y="615"/>
                  </a:cubicBezTo>
                  <a:cubicBezTo>
                    <a:pt x="379" y="601"/>
                    <a:pt x="519" y="633"/>
                    <a:pt x="612" y="689"/>
                  </a:cubicBezTo>
                  <a:cubicBezTo>
                    <a:pt x="656" y="714"/>
                    <a:pt x="738" y="777"/>
                    <a:pt x="791" y="825"/>
                  </a:cubicBezTo>
                  <a:cubicBezTo>
                    <a:pt x="849" y="877"/>
                    <a:pt x="925" y="952"/>
                    <a:pt x="922" y="954"/>
                  </a:cubicBezTo>
                  <a:cubicBezTo>
                    <a:pt x="922" y="955"/>
                    <a:pt x="904" y="949"/>
                    <a:pt x="882" y="942"/>
                  </a:cubicBezTo>
                  <a:cubicBezTo>
                    <a:pt x="797" y="915"/>
                    <a:pt x="703" y="914"/>
                    <a:pt x="637" y="939"/>
                  </a:cubicBezTo>
                  <a:cubicBezTo>
                    <a:pt x="604" y="952"/>
                    <a:pt x="542" y="988"/>
                    <a:pt x="528" y="1005"/>
                  </a:cubicBezTo>
                  <a:cubicBezTo>
                    <a:pt x="522" y="1011"/>
                    <a:pt x="514" y="1026"/>
                    <a:pt x="511" y="1039"/>
                  </a:cubicBezTo>
                  <a:cubicBezTo>
                    <a:pt x="500" y="1080"/>
                    <a:pt x="526" y="1114"/>
                    <a:pt x="569" y="1114"/>
                  </a:cubicBezTo>
                  <a:cubicBezTo>
                    <a:pt x="591" y="1114"/>
                    <a:pt x="600" y="1109"/>
                    <a:pt x="633" y="1077"/>
                  </a:cubicBezTo>
                  <a:cubicBezTo>
                    <a:pt x="648" y="1062"/>
                    <a:pt x="669" y="1046"/>
                    <a:pt x="680" y="1040"/>
                  </a:cubicBezTo>
                  <a:cubicBezTo>
                    <a:pt x="751" y="1004"/>
                    <a:pt x="851" y="1003"/>
                    <a:pt x="961" y="1037"/>
                  </a:cubicBezTo>
                  <a:cubicBezTo>
                    <a:pt x="1000" y="1050"/>
                    <a:pt x="1034" y="1071"/>
                    <a:pt x="1099" y="1123"/>
                  </a:cubicBezTo>
                  <a:cubicBezTo>
                    <a:pt x="1176" y="1187"/>
                    <a:pt x="1198" y="1165"/>
                    <a:pt x="1135" y="1087"/>
                  </a:cubicBezTo>
                  <a:cubicBezTo>
                    <a:pt x="1082" y="1022"/>
                    <a:pt x="1061" y="989"/>
                    <a:pt x="1049" y="949"/>
                  </a:cubicBezTo>
                  <a:cubicBezTo>
                    <a:pt x="1015" y="839"/>
                    <a:pt x="1015" y="740"/>
                    <a:pt x="1052" y="669"/>
                  </a:cubicBezTo>
                  <a:cubicBezTo>
                    <a:pt x="1057" y="657"/>
                    <a:pt x="1074" y="637"/>
                    <a:pt x="1089" y="622"/>
                  </a:cubicBezTo>
                  <a:cubicBezTo>
                    <a:pt x="1121" y="589"/>
                    <a:pt x="1126" y="579"/>
                    <a:pt x="1126" y="557"/>
                  </a:cubicBezTo>
                  <a:cubicBezTo>
                    <a:pt x="1126" y="515"/>
                    <a:pt x="1091" y="488"/>
                    <a:pt x="1050" y="499"/>
                  </a:cubicBezTo>
                  <a:cubicBezTo>
                    <a:pt x="1038" y="502"/>
                    <a:pt x="1022" y="510"/>
                    <a:pt x="1016" y="516"/>
                  </a:cubicBezTo>
                  <a:cubicBezTo>
                    <a:pt x="1000" y="531"/>
                    <a:pt x="963" y="593"/>
                    <a:pt x="950" y="626"/>
                  </a:cubicBezTo>
                  <a:cubicBezTo>
                    <a:pt x="925" y="692"/>
                    <a:pt x="927" y="785"/>
                    <a:pt x="954" y="870"/>
                  </a:cubicBezTo>
                  <a:cubicBezTo>
                    <a:pt x="961" y="892"/>
                    <a:pt x="966" y="910"/>
                    <a:pt x="965" y="911"/>
                  </a:cubicBezTo>
                  <a:cubicBezTo>
                    <a:pt x="963" y="914"/>
                    <a:pt x="888" y="837"/>
                    <a:pt x="837" y="780"/>
                  </a:cubicBezTo>
                  <a:cubicBezTo>
                    <a:pt x="788" y="727"/>
                    <a:pt x="726" y="644"/>
                    <a:pt x="700" y="601"/>
                  </a:cubicBezTo>
                  <a:cubicBezTo>
                    <a:pt x="645" y="507"/>
                    <a:pt x="612" y="368"/>
                    <a:pt x="626" y="289"/>
                  </a:cubicBezTo>
                  <a:cubicBezTo>
                    <a:pt x="649" y="166"/>
                    <a:pt x="777" y="62"/>
                    <a:pt x="893" y="70"/>
                  </a:cubicBezTo>
                  <a:cubicBezTo>
                    <a:pt x="964" y="75"/>
                    <a:pt x="1037" y="125"/>
                    <a:pt x="1068" y="189"/>
                  </a:cubicBezTo>
                  <a:cubicBezTo>
                    <a:pt x="1084" y="223"/>
                    <a:pt x="1084" y="289"/>
                    <a:pt x="1068" y="327"/>
                  </a:cubicBezTo>
                  <a:cubicBezTo>
                    <a:pt x="1055" y="357"/>
                    <a:pt x="1023" y="391"/>
                    <a:pt x="1006" y="394"/>
                  </a:cubicBezTo>
                  <a:cubicBezTo>
                    <a:pt x="967" y="399"/>
                    <a:pt x="950" y="374"/>
                    <a:pt x="950" y="308"/>
                  </a:cubicBezTo>
                  <a:cubicBezTo>
                    <a:pt x="950" y="259"/>
                    <a:pt x="945" y="249"/>
                    <a:pt x="909" y="239"/>
                  </a:cubicBezTo>
                  <a:cubicBezTo>
                    <a:pt x="891" y="233"/>
                    <a:pt x="886" y="233"/>
                    <a:pt x="871" y="242"/>
                  </a:cubicBezTo>
                  <a:cubicBezTo>
                    <a:pt x="845" y="257"/>
                    <a:pt x="828" y="293"/>
                    <a:pt x="830" y="326"/>
                  </a:cubicBezTo>
                  <a:cubicBezTo>
                    <a:pt x="833" y="358"/>
                    <a:pt x="863" y="402"/>
                    <a:pt x="905" y="435"/>
                  </a:cubicBezTo>
                  <a:cubicBezTo>
                    <a:pt x="931" y="455"/>
                    <a:pt x="939" y="458"/>
                    <a:pt x="966" y="461"/>
                  </a:cubicBezTo>
                  <a:cubicBezTo>
                    <a:pt x="993" y="462"/>
                    <a:pt x="1001" y="461"/>
                    <a:pt x="1025" y="448"/>
                  </a:cubicBezTo>
                  <a:cubicBezTo>
                    <a:pt x="1100" y="407"/>
                    <a:pt x="1140" y="319"/>
                    <a:pt x="1126" y="222"/>
                  </a:cubicBezTo>
                  <a:cubicBezTo>
                    <a:pt x="1112" y="129"/>
                    <a:pt x="1021" y="30"/>
                    <a:pt x="929" y="8"/>
                  </a:cubicBezTo>
                  <a:cubicBezTo>
                    <a:pt x="895" y="0"/>
                    <a:pt x="892" y="0"/>
                    <a:pt x="864" y="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917" name="Freeform 95">
              <a:extLst>
                <a:ext uri="{FF2B5EF4-FFF2-40B4-BE49-F238E27FC236}">
                  <a16:creationId xmlns:a16="http://schemas.microsoft.com/office/drawing/2014/main" id="{AFE626E5-19D2-2F48-9B84-DBC0E61E54C4}"/>
                </a:ext>
              </a:extLst>
            </p:cNvPr>
            <p:cNvSpPr>
              <a:spLocks noChangeArrowheads="1"/>
            </p:cNvSpPr>
            <p:nvPr/>
          </p:nvSpPr>
          <p:spPr bwMode="auto">
            <a:xfrm>
              <a:off x="7961313" y="6996113"/>
              <a:ext cx="146050" cy="127000"/>
            </a:xfrm>
            <a:custGeom>
              <a:avLst/>
              <a:gdLst>
                <a:gd name="T0" fmla="*/ 137797 w 407"/>
                <a:gd name="T1" fmla="*/ 1447 h 351"/>
                <a:gd name="T2" fmla="*/ 137797 w 407"/>
                <a:gd name="T3" fmla="*/ 1447 h 351"/>
                <a:gd name="T4" fmla="*/ 72128 w 407"/>
                <a:gd name="T5" fmla="*/ 35821 h 351"/>
                <a:gd name="T6" fmla="*/ 72128 w 407"/>
                <a:gd name="T7" fmla="*/ 35821 h 351"/>
                <a:gd name="T8" fmla="*/ 6459 w 407"/>
                <a:gd name="T9" fmla="*/ 96969 h 351"/>
                <a:gd name="T10" fmla="*/ 6459 w 407"/>
                <a:gd name="T11" fmla="*/ 96969 h 351"/>
                <a:gd name="T12" fmla="*/ 16507 w 407"/>
                <a:gd name="T13" fmla="*/ 126638 h 351"/>
                <a:gd name="T14" fmla="*/ 16507 w 407"/>
                <a:gd name="T15" fmla="*/ 126638 h 351"/>
                <a:gd name="T16" fmla="*/ 60286 w 407"/>
                <a:gd name="T17" fmla="*/ 88647 h 351"/>
                <a:gd name="T18" fmla="*/ 60286 w 407"/>
                <a:gd name="T19" fmla="*/ 88647 h 351"/>
                <a:gd name="T20" fmla="*/ 128108 w 407"/>
                <a:gd name="T21" fmla="*/ 18091 h 351"/>
                <a:gd name="T22" fmla="*/ 128108 w 407"/>
                <a:gd name="T23" fmla="*/ 18091 h 351"/>
                <a:gd name="T24" fmla="*/ 140308 w 407"/>
                <a:gd name="T25" fmla="*/ 9407 h 351"/>
                <a:gd name="T26" fmla="*/ 140308 w 407"/>
                <a:gd name="T27" fmla="*/ 9407 h 351"/>
                <a:gd name="T28" fmla="*/ 143538 w 407"/>
                <a:gd name="T29" fmla="*/ 0 h 351"/>
                <a:gd name="T30" fmla="*/ 143538 w 407"/>
                <a:gd name="T31" fmla="*/ 0 h 351"/>
                <a:gd name="T32" fmla="*/ 137797 w 407"/>
                <a:gd name="T33" fmla="*/ 1447 h 35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07" h="351">
                  <a:moveTo>
                    <a:pt x="384" y="4"/>
                  </a:moveTo>
                  <a:lnTo>
                    <a:pt x="384" y="4"/>
                  </a:lnTo>
                  <a:cubicBezTo>
                    <a:pt x="360" y="10"/>
                    <a:pt x="242" y="71"/>
                    <a:pt x="201" y="99"/>
                  </a:cubicBezTo>
                  <a:cubicBezTo>
                    <a:pt x="111" y="160"/>
                    <a:pt x="33" y="232"/>
                    <a:pt x="18" y="268"/>
                  </a:cubicBezTo>
                  <a:cubicBezTo>
                    <a:pt x="0" y="310"/>
                    <a:pt x="13" y="350"/>
                    <a:pt x="46" y="350"/>
                  </a:cubicBezTo>
                  <a:cubicBezTo>
                    <a:pt x="75" y="350"/>
                    <a:pt x="100" y="328"/>
                    <a:pt x="168" y="245"/>
                  </a:cubicBezTo>
                  <a:cubicBezTo>
                    <a:pt x="237" y="159"/>
                    <a:pt x="310" y="84"/>
                    <a:pt x="357" y="50"/>
                  </a:cubicBezTo>
                  <a:cubicBezTo>
                    <a:pt x="373" y="37"/>
                    <a:pt x="389" y="27"/>
                    <a:pt x="391" y="26"/>
                  </a:cubicBezTo>
                  <a:cubicBezTo>
                    <a:pt x="398" y="23"/>
                    <a:pt x="406" y="0"/>
                    <a:pt x="400" y="0"/>
                  </a:cubicBezTo>
                  <a:cubicBezTo>
                    <a:pt x="397" y="1"/>
                    <a:pt x="391" y="2"/>
                    <a:pt x="384" y="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918" name="Freeform 97">
              <a:extLst>
                <a:ext uri="{FF2B5EF4-FFF2-40B4-BE49-F238E27FC236}">
                  <a16:creationId xmlns:a16="http://schemas.microsoft.com/office/drawing/2014/main" id="{60AE104D-49F8-8A4E-AE30-C1FA2284341F}"/>
                </a:ext>
              </a:extLst>
            </p:cNvPr>
            <p:cNvSpPr>
              <a:spLocks noChangeArrowheads="1"/>
            </p:cNvSpPr>
            <p:nvPr/>
          </p:nvSpPr>
          <p:spPr bwMode="auto">
            <a:xfrm>
              <a:off x="7669213" y="7148513"/>
              <a:ext cx="31750" cy="39687"/>
            </a:xfrm>
            <a:custGeom>
              <a:avLst/>
              <a:gdLst>
                <a:gd name="T0" fmla="*/ 5412 w 88"/>
                <a:gd name="T1" fmla="*/ 7866 h 111"/>
                <a:gd name="T2" fmla="*/ 5412 w 88"/>
                <a:gd name="T3" fmla="*/ 7866 h 111"/>
                <a:gd name="T4" fmla="*/ 722 w 88"/>
                <a:gd name="T5" fmla="*/ 19665 h 111"/>
                <a:gd name="T6" fmla="*/ 722 w 88"/>
                <a:gd name="T7" fmla="*/ 19665 h 111"/>
                <a:gd name="T8" fmla="*/ 5412 w 88"/>
                <a:gd name="T9" fmla="*/ 30748 h 111"/>
                <a:gd name="T10" fmla="*/ 5412 w 88"/>
                <a:gd name="T11" fmla="*/ 30748 h 111"/>
                <a:gd name="T12" fmla="*/ 31389 w 88"/>
                <a:gd name="T13" fmla="*/ 19307 h 111"/>
                <a:gd name="T14" fmla="*/ 31389 w 88"/>
                <a:gd name="T15" fmla="*/ 19307 h 111"/>
                <a:gd name="T16" fmla="*/ 5412 w 88"/>
                <a:gd name="T17" fmla="*/ 7866 h 1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8" h="111">
                  <a:moveTo>
                    <a:pt x="15" y="22"/>
                  </a:moveTo>
                  <a:lnTo>
                    <a:pt x="15" y="22"/>
                  </a:lnTo>
                  <a:cubicBezTo>
                    <a:pt x="2" y="33"/>
                    <a:pt x="0" y="37"/>
                    <a:pt x="2" y="55"/>
                  </a:cubicBezTo>
                  <a:cubicBezTo>
                    <a:pt x="4" y="67"/>
                    <a:pt x="9" y="80"/>
                    <a:pt x="15" y="86"/>
                  </a:cubicBezTo>
                  <a:cubicBezTo>
                    <a:pt x="36" y="110"/>
                    <a:pt x="87" y="88"/>
                    <a:pt x="87" y="54"/>
                  </a:cubicBezTo>
                  <a:cubicBezTo>
                    <a:pt x="87" y="19"/>
                    <a:pt x="43" y="0"/>
                    <a:pt x="15" y="2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919" name="Freeform 99">
              <a:extLst>
                <a:ext uri="{FF2B5EF4-FFF2-40B4-BE49-F238E27FC236}">
                  <a16:creationId xmlns:a16="http://schemas.microsoft.com/office/drawing/2014/main" id="{1D39BF6B-04A4-2F4E-823A-C9AFF16B4116}"/>
                </a:ext>
              </a:extLst>
            </p:cNvPr>
            <p:cNvSpPr>
              <a:spLocks noChangeArrowheads="1"/>
            </p:cNvSpPr>
            <p:nvPr/>
          </p:nvSpPr>
          <p:spPr bwMode="auto">
            <a:xfrm>
              <a:off x="7458075" y="7216775"/>
              <a:ext cx="42863" cy="42863"/>
            </a:xfrm>
            <a:custGeom>
              <a:avLst/>
              <a:gdLst>
                <a:gd name="T0" fmla="*/ 12859 w 120"/>
                <a:gd name="T1" fmla="*/ 4722 h 118"/>
                <a:gd name="T2" fmla="*/ 12859 w 120"/>
                <a:gd name="T3" fmla="*/ 4722 h 118"/>
                <a:gd name="T4" fmla="*/ 8215 w 120"/>
                <a:gd name="T5" fmla="*/ 33782 h 118"/>
                <a:gd name="T6" fmla="*/ 8215 w 120"/>
                <a:gd name="T7" fmla="*/ 33782 h 118"/>
                <a:gd name="T8" fmla="*/ 38577 w 120"/>
                <a:gd name="T9" fmla="*/ 26880 h 118"/>
                <a:gd name="T10" fmla="*/ 38577 w 120"/>
                <a:gd name="T11" fmla="*/ 26880 h 118"/>
                <a:gd name="T12" fmla="*/ 35719 w 120"/>
                <a:gd name="T13" fmla="*/ 7265 h 118"/>
                <a:gd name="T14" fmla="*/ 35719 w 120"/>
                <a:gd name="T15" fmla="*/ 7265 h 118"/>
                <a:gd name="T16" fmla="*/ 12859 w 120"/>
                <a:gd name="T17" fmla="*/ 4722 h 11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20" h="118">
                  <a:moveTo>
                    <a:pt x="36" y="13"/>
                  </a:moveTo>
                  <a:lnTo>
                    <a:pt x="36" y="13"/>
                  </a:lnTo>
                  <a:cubicBezTo>
                    <a:pt x="7" y="29"/>
                    <a:pt x="0" y="70"/>
                    <a:pt x="23" y="93"/>
                  </a:cubicBezTo>
                  <a:cubicBezTo>
                    <a:pt x="47" y="117"/>
                    <a:pt x="90" y="107"/>
                    <a:pt x="108" y="74"/>
                  </a:cubicBezTo>
                  <a:cubicBezTo>
                    <a:pt x="119" y="51"/>
                    <a:pt x="117" y="38"/>
                    <a:pt x="100" y="20"/>
                  </a:cubicBezTo>
                  <a:cubicBezTo>
                    <a:pt x="82" y="3"/>
                    <a:pt x="58" y="0"/>
                    <a:pt x="36" y="1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920" name="Freeform 102">
              <a:extLst>
                <a:ext uri="{FF2B5EF4-FFF2-40B4-BE49-F238E27FC236}">
                  <a16:creationId xmlns:a16="http://schemas.microsoft.com/office/drawing/2014/main" id="{EDD49567-7AD4-2246-972E-4FBA0057C44F}"/>
                </a:ext>
              </a:extLst>
            </p:cNvPr>
            <p:cNvSpPr>
              <a:spLocks noChangeArrowheads="1"/>
            </p:cNvSpPr>
            <p:nvPr/>
          </p:nvSpPr>
          <p:spPr bwMode="auto">
            <a:xfrm>
              <a:off x="7370763" y="7221538"/>
              <a:ext cx="44450" cy="41275"/>
            </a:xfrm>
            <a:custGeom>
              <a:avLst/>
              <a:gdLst>
                <a:gd name="T0" fmla="*/ 11659 w 122"/>
                <a:gd name="T1" fmla="*/ 6102 h 115"/>
                <a:gd name="T2" fmla="*/ 11659 w 122"/>
                <a:gd name="T3" fmla="*/ 6102 h 115"/>
                <a:gd name="T4" fmla="*/ 15667 w 122"/>
                <a:gd name="T5" fmla="*/ 35891 h 115"/>
                <a:gd name="T6" fmla="*/ 15667 w 122"/>
                <a:gd name="T7" fmla="*/ 35891 h 115"/>
                <a:gd name="T8" fmla="*/ 44086 w 122"/>
                <a:gd name="T9" fmla="*/ 19381 h 115"/>
                <a:gd name="T10" fmla="*/ 44086 w 122"/>
                <a:gd name="T11" fmla="*/ 19381 h 115"/>
                <a:gd name="T12" fmla="*/ 37527 w 122"/>
                <a:gd name="T13" fmla="*/ 8255 h 115"/>
                <a:gd name="T14" fmla="*/ 37527 w 122"/>
                <a:gd name="T15" fmla="*/ 8255 h 115"/>
                <a:gd name="T16" fmla="*/ 11659 w 122"/>
                <a:gd name="T17" fmla="*/ 6102 h 1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22" h="115">
                  <a:moveTo>
                    <a:pt x="32" y="17"/>
                  </a:moveTo>
                  <a:lnTo>
                    <a:pt x="32" y="17"/>
                  </a:lnTo>
                  <a:cubicBezTo>
                    <a:pt x="0" y="37"/>
                    <a:pt x="5" y="81"/>
                    <a:pt x="43" y="100"/>
                  </a:cubicBezTo>
                  <a:cubicBezTo>
                    <a:pt x="73" y="114"/>
                    <a:pt x="121" y="87"/>
                    <a:pt x="121" y="54"/>
                  </a:cubicBezTo>
                  <a:cubicBezTo>
                    <a:pt x="121" y="47"/>
                    <a:pt x="114" y="34"/>
                    <a:pt x="103" y="23"/>
                  </a:cubicBezTo>
                  <a:cubicBezTo>
                    <a:pt x="82" y="2"/>
                    <a:pt x="59" y="0"/>
                    <a:pt x="32" y="1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921" name="Freeform 104">
              <a:extLst>
                <a:ext uri="{FF2B5EF4-FFF2-40B4-BE49-F238E27FC236}">
                  <a16:creationId xmlns:a16="http://schemas.microsoft.com/office/drawing/2014/main" id="{BA24C539-C0D8-8C41-A9C8-DE22533C7D4F}"/>
                </a:ext>
              </a:extLst>
            </p:cNvPr>
            <p:cNvSpPr>
              <a:spLocks noChangeArrowheads="1"/>
            </p:cNvSpPr>
            <p:nvPr/>
          </p:nvSpPr>
          <p:spPr bwMode="auto">
            <a:xfrm>
              <a:off x="7539038" y="7226300"/>
              <a:ext cx="609600" cy="23813"/>
            </a:xfrm>
            <a:custGeom>
              <a:avLst/>
              <a:gdLst>
                <a:gd name="T0" fmla="*/ 15114 w 1694"/>
                <a:gd name="T1" fmla="*/ 2165 h 66"/>
                <a:gd name="T2" fmla="*/ 15114 w 1694"/>
                <a:gd name="T3" fmla="*/ 2165 h 66"/>
                <a:gd name="T4" fmla="*/ 3599 w 1694"/>
                <a:gd name="T5" fmla="*/ 13350 h 66"/>
                <a:gd name="T6" fmla="*/ 3599 w 1694"/>
                <a:gd name="T7" fmla="*/ 13350 h 66"/>
                <a:gd name="T8" fmla="*/ 15114 w 1694"/>
                <a:gd name="T9" fmla="*/ 19483 h 66"/>
                <a:gd name="T10" fmla="*/ 15114 w 1694"/>
                <a:gd name="T11" fmla="*/ 19483 h 66"/>
                <a:gd name="T12" fmla="*/ 312717 w 1694"/>
                <a:gd name="T13" fmla="*/ 22009 h 66"/>
                <a:gd name="T14" fmla="*/ 602043 w 1694"/>
                <a:gd name="T15" fmla="*/ 23452 h 66"/>
                <a:gd name="T16" fmla="*/ 605642 w 1694"/>
                <a:gd name="T17" fmla="*/ 19483 h 66"/>
                <a:gd name="T18" fmla="*/ 605642 w 1694"/>
                <a:gd name="T19" fmla="*/ 19483 h 66"/>
                <a:gd name="T20" fmla="*/ 604562 w 1694"/>
                <a:gd name="T21" fmla="*/ 2526 h 66"/>
                <a:gd name="T22" fmla="*/ 604562 w 1694"/>
                <a:gd name="T23" fmla="*/ 2526 h 66"/>
                <a:gd name="T24" fmla="*/ 314156 w 1694"/>
                <a:gd name="T25" fmla="*/ 361 h 66"/>
                <a:gd name="T26" fmla="*/ 314156 w 1694"/>
                <a:gd name="T27" fmla="*/ 361 h 66"/>
                <a:gd name="T28" fmla="*/ 15114 w 1694"/>
                <a:gd name="T29" fmla="*/ 2165 h 6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694" h="66">
                  <a:moveTo>
                    <a:pt x="42" y="6"/>
                  </a:moveTo>
                  <a:lnTo>
                    <a:pt x="42" y="6"/>
                  </a:lnTo>
                  <a:cubicBezTo>
                    <a:pt x="5" y="13"/>
                    <a:pt x="0" y="18"/>
                    <a:pt x="10" y="37"/>
                  </a:cubicBezTo>
                  <a:cubicBezTo>
                    <a:pt x="16" y="47"/>
                    <a:pt x="23" y="51"/>
                    <a:pt x="42" y="54"/>
                  </a:cubicBezTo>
                  <a:cubicBezTo>
                    <a:pt x="55" y="56"/>
                    <a:pt x="427" y="59"/>
                    <a:pt x="869" y="61"/>
                  </a:cubicBezTo>
                  <a:lnTo>
                    <a:pt x="1673" y="65"/>
                  </a:lnTo>
                  <a:lnTo>
                    <a:pt x="1683" y="54"/>
                  </a:lnTo>
                  <a:cubicBezTo>
                    <a:pt x="1693" y="42"/>
                    <a:pt x="1692" y="21"/>
                    <a:pt x="1680" y="7"/>
                  </a:cubicBezTo>
                  <a:cubicBezTo>
                    <a:pt x="1676" y="1"/>
                    <a:pt x="1511" y="0"/>
                    <a:pt x="873" y="1"/>
                  </a:cubicBezTo>
                  <a:cubicBezTo>
                    <a:pt x="420" y="1"/>
                    <a:pt x="58" y="3"/>
                    <a:pt x="42" y="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sp>
        <p:nvSpPr>
          <p:cNvPr id="922" name="Freeform 79">
            <a:extLst>
              <a:ext uri="{FF2B5EF4-FFF2-40B4-BE49-F238E27FC236}">
                <a16:creationId xmlns:a16="http://schemas.microsoft.com/office/drawing/2014/main" id="{49252CFD-D649-9047-9902-ED89E5C5FA3F}"/>
              </a:ext>
            </a:extLst>
          </p:cNvPr>
          <p:cNvSpPr>
            <a:spLocks noChangeAspect="1" noChangeArrowheads="1"/>
          </p:cNvSpPr>
          <p:nvPr/>
        </p:nvSpPr>
        <p:spPr bwMode="auto">
          <a:xfrm>
            <a:off x="317049" y="1447352"/>
            <a:ext cx="24483" cy="3957536"/>
          </a:xfrm>
          <a:custGeom>
            <a:avLst/>
            <a:gdLst>
              <a:gd name="T0" fmla="*/ 6285 w 73"/>
              <a:gd name="T1" fmla="*/ 4680 h 12118"/>
              <a:gd name="T2" fmla="*/ 6285 w 73"/>
              <a:gd name="T3" fmla="*/ 4680 h 12118"/>
              <a:gd name="T4" fmla="*/ 1109 w 73"/>
              <a:gd name="T5" fmla="*/ 45360 h 12118"/>
              <a:gd name="T6" fmla="*/ 1109 w 73"/>
              <a:gd name="T7" fmla="*/ 45360 h 12118"/>
              <a:gd name="T8" fmla="*/ 370 w 73"/>
              <a:gd name="T9" fmla="*/ 2216145 h 12118"/>
              <a:gd name="T10" fmla="*/ 370 w 73"/>
              <a:gd name="T11" fmla="*/ 2216145 h 12118"/>
              <a:gd name="T12" fmla="*/ 3327 w 73"/>
              <a:gd name="T13" fmla="*/ 4354890 h 12118"/>
              <a:gd name="T14" fmla="*/ 3327 w 73"/>
              <a:gd name="T15" fmla="*/ 4354890 h 12118"/>
              <a:gd name="T16" fmla="*/ 17745 w 73"/>
              <a:gd name="T17" fmla="*/ 4358130 h 12118"/>
              <a:gd name="T18" fmla="*/ 17745 w 73"/>
              <a:gd name="T19" fmla="*/ 4358130 h 12118"/>
              <a:gd name="T20" fmla="*/ 23290 w 73"/>
              <a:gd name="T21" fmla="*/ 4318170 h 12118"/>
              <a:gd name="T22" fmla="*/ 23290 w 73"/>
              <a:gd name="T23" fmla="*/ 4318170 h 12118"/>
              <a:gd name="T24" fmla="*/ 23290 w 73"/>
              <a:gd name="T25" fmla="*/ 43920 h 12118"/>
              <a:gd name="T26" fmla="*/ 23290 w 73"/>
              <a:gd name="T27" fmla="*/ 43920 h 12118"/>
              <a:gd name="T28" fmla="*/ 18115 w 73"/>
              <a:gd name="T29" fmla="*/ 4680 h 12118"/>
              <a:gd name="T30" fmla="*/ 18115 w 73"/>
              <a:gd name="T31" fmla="*/ 4680 h 12118"/>
              <a:gd name="T32" fmla="*/ 6285 w 73"/>
              <a:gd name="T33" fmla="*/ 4680 h 1211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73" h="12118">
                <a:moveTo>
                  <a:pt x="17" y="13"/>
                </a:moveTo>
                <a:lnTo>
                  <a:pt x="17" y="13"/>
                </a:lnTo>
                <a:cubicBezTo>
                  <a:pt x="7" y="22"/>
                  <a:pt x="6" y="35"/>
                  <a:pt x="3" y="126"/>
                </a:cubicBezTo>
                <a:cubicBezTo>
                  <a:pt x="1" y="182"/>
                  <a:pt x="0" y="2896"/>
                  <a:pt x="1" y="6156"/>
                </a:cubicBezTo>
                <a:cubicBezTo>
                  <a:pt x="2" y="10884"/>
                  <a:pt x="4" y="12087"/>
                  <a:pt x="9" y="12097"/>
                </a:cubicBezTo>
                <a:cubicBezTo>
                  <a:pt x="19" y="12113"/>
                  <a:pt x="36" y="12117"/>
                  <a:pt x="48" y="12106"/>
                </a:cubicBezTo>
                <a:cubicBezTo>
                  <a:pt x="55" y="12097"/>
                  <a:pt x="58" y="12079"/>
                  <a:pt x="63" y="11995"/>
                </a:cubicBezTo>
                <a:cubicBezTo>
                  <a:pt x="72" y="11851"/>
                  <a:pt x="72" y="265"/>
                  <a:pt x="63" y="122"/>
                </a:cubicBezTo>
                <a:cubicBezTo>
                  <a:pt x="59" y="46"/>
                  <a:pt x="55" y="19"/>
                  <a:pt x="49" y="13"/>
                </a:cubicBezTo>
                <a:cubicBezTo>
                  <a:pt x="39" y="0"/>
                  <a:pt x="29" y="0"/>
                  <a:pt x="17" y="13"/>
                </a:cubicBezTo>
              </a:path>
            </a:pathLst>
          </a:custGeom>
          <a:solidFill>
            <a:schemeClr val="accent3"/>
          </a:solidFill>
          <a:ln>
            <a:noFill/>
          </a:ln>
          <a:effectLst/>
        </p:spPr>
        <p:txBody>
          <a:bodyPr wrap="none" anchor="ctr"/>
          <a:lstStyle/>
          <a:p>
            <a:endParaRPr lang="es-ES_tradnl" sz="1633"/>
          </a:p>
        </p:txBody>
      </p:sp>
      <p:grpSp>
        <p:nvGrpSpPr>
          <p:cNvPr id="923" name="Group 130">
            <a:extLst>
              <a:ext uri="{FF2B5EF4-FFF2-40B4-BE49-F238E27FC236}">
                <a16:creationId xmlns:a16="http://schemas.microsoft.com/office/drawing/2014/main" id="{7B2F484C-A1BE-6E4E-882D-DAFC9195ED87}"/>
              </a:ext>
            </a:extLst>
          </p:cNvPr>
          <p:cNvGrpSpPr>
            <a:grpSpLocks noChangeAspect="1"/>
          </p:cNvGrpSpPr>
          <p:nvPr/>
        </p:nvGrpSpPr>
        <p:grpSpPr bwMode="auto">
          <a:xfrm rot="5400000">
            <a:off x="288247" y="5491297"/>
            <a:ext cx="1095956" cy="1093075"/>
            <a:chOff x="7370763" y="6069013"/>
            <a:chExt cx="1208087" cy="1204912"/>
          </a:xfrm>
          <a:solidFill>
            <a:schemeClr val="accent3"/>
          </a:solidFill>
        </p:grpSpPr>
        <p:sp>
          <p:nvSpPr>
            <p:cNvPr id="924" name="Freeform 81">
              <a:extLst>
                <a:ext uri="{FF2B5EF4-FFF2-40B4-BE49-F238E27FC236}">
                  <a16:creationId xmlns:a16="http://schemas.microsoft.com/office/drawing/2014/main" id="{271C0E72-73B9-7442-BA86-4B983D002F4E}"/>
                </a:ext>
              </a:extLst>
            </p:cNvPr>
            <p:cNvSpPr>
              <a:spLocks noChangeArrowheads="1"/>
            </p:cNvSpPr>
            <p:nvPr/>
          </p:nvSpPr>
          <p:spPr bwMode="auto">
            <a:xfrm>
              <a:off x="8526463" y="6069013"/>
              <a:ext cx="38100" cy="42862"/>
            </a:xfrm>
            <a:custGeom>
              <a:avLst/>
              <a:gdLst>
                <a:gd name="T0" fmla="*/ 10583 w 108"/>
                <a:gd name="T1" fmla="*/ 3632 h 118"/>
                <a:gd name="T2" fmla="*/ 10583 w 108"/>
                <a:gd name="T3" fmla="*/ 3632 h 118"/>
                <a:gd name="T4" fmla="*/ 0 w 108"/>
                <a:gd name="T5" fmla="*/ 23610 h 118"/>
                <a:gd name="T6" fmla="*/ 0 w 108"/>
                <a:gd name="T7" fmla="*/ 23610 h 118"/>
                <a:gd name="T8" fmla="*/ 17286 w 108"/>
                <a:gd name="T9" fmla="*/ 42499 h 118"/>
                <a:gd name="T10" fmla="*/ 17286 w 108"/>
                <a:gd name="T11" fmla="*/ 42499 h 118"/>
                <a:gd name="T12" fmla="*/ 33867 w 108"/>
                <a:gd name="T13" fmla="*/ 14893 h 118"/>
                <a:gd name="T14" fmla="*/ 33867 w 108"/>
                <a:gd name="T15" fmla="*/ 14893 h 118"/>
                <a:gd name="T16" fmla="*/ 10583 w 108"/>
                <a:gd name="T17" fmla="*/ 3632 h 11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08" h="118">
                  <a:moveTo>
                    <a:pt x="30" y="10"/>
                  </a:moveTo>
                  <a:lnTo>
                    <a:pt x="30" y="10"/>
                  </a:lnTo>
                  <a:cubicBezTo>
                    <a:pt x="17" y="16"/>
                    <a:pt x="0" y="46"/>
                    <a:pt x="0" y="65"/>
                  </a:cubicBezTo>
                  <a:cubicBezTo>
                    <a:pt x="0" y="86"/>
                    <a:pt x="30" y="117"/>
                    <a:pt x="49" y="117"/>
                  </a:cubicBezTo>
                  <a:cubicBezTo>
                    <a:pt x="79" y="117"/>
                    <a:pt x="107" y="72"/>
                    <a:pt x="96" y="41"/>
                  </a:cubicBezTo>
                  <a:cubicBezTo>
                    <a:pt x="86" y="15"/>
                    <a:pt x="55" y="0"/>
                    <a:pt x="30" y="1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925" name="Freeform 83">
              <a:extLst>
                <a:ext uri="{FF2B5EF4-FFF2-40B4-BE49-F238E27FC236}">
                  <a16:creationId xmlns:a16="http://schemas.microsoft.com/office/drawing/2014/main" id="{17F42C13-496F-E148-A04D-AB957B765B89}"/>
                </a:ext>
              </a:extLst>
            </p:cNvPr>
            <p:cNvSpPr>
              <a:spLocks noChangeArrowheads="1"/>
            </p:cNvSpPr>
            <p:nvPr/>
          </p:nvSpPr>
          <p:spPr bwMode="auto">
            <a:xfrm>
              <a:off x="8520113" y="6153150"/>
              <a:ext cx="39687" cy="44450"/>
            </a:xfrm>
            <a:custGeom>
              <a:avLst/>
              <a:gdLst>
                <a:gd name="T0" fmla="*/ 13229 w 111"/>
                <a:gd name="T1" fmla="*/ 6923 h 122"/>
                <a:gd name="T2" fmla="*/ 13229 w 111"/>
                <a:gd name="T3" fmla="*/ 6923 h 122"/>
                <a:gd name="T4" fmla="*/ 8939 w 111"/>
                <a:gd name="T5" fmla="*/ 37527 h 122"/>
                <a:gd name="T6" fmla="*/ 8939 w 111"/>
                <a:gd name="T7" fmla="*/ 37527 h 122"/>
                <a:gd name="T8" fmla="*/ 28246 w 111"/>
                <a:gd name="T9" fmla="*/ 40078 h 122"/>
                <a:gd name="T10" fmla="*/ 28246 w 111"/>
                <a:gd name="T11" fmla="*/ 40078 h 122"/>
                <a:gd name="T12" fmla="*/ 39329 w 111"/>
                <a:gd name="T13" fmla="*/ 21132 h 122"/>
                <a:gd name="T14" fmla="*/ 39329 w 111"/>
                <a:gd name="T15" fmla="*/ 21132 h 122"/>
                <a:gd name="T16" fmla="*/ 13229 w 111"/>
                <a:gd name="T17" fmla="*/ 6923 h 12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11" h="122">
                  <a:moveTo>
                    <a:pt x="37" y="19"/>
                  </a:moveTo>
                  <a:lnTo>
                    <a:pt x="37" y="19"/>
                  </a:lnTo>
                  <a:cubicBezTo>
                    <a:pt x="6" y="36"/>
                    <a:pt x="0" y="78"/>
                    <a:pt x="25" y="103"/>
                  </a:cubicBezTo>
                  <a:cubicBezTo>
                    <a:pt x="43" y="120"/>
                    <a:pt x="56" y="121"/>
                    <a:pt x="79" y="110"/>
                  </a:cubicBezTo>
                  <a:cubicBezTo>
                    <a:pt x="100" y="99"/>
                    <a:pt x="110" y="82"/>
                    <a:pt x="110" y="58"/>
                  </a:cubicBezTo>
                  <a:cubicBezTo>
                    <a:pt x="110" y="20"/>
                    <a:pt x="72" y="0"/>
                    <a:pt x="37" y="1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926" name="Freeform 85">
              <a:extLst>
                <a:ext uri="{FF2B5EF4-FFF2-40B4-BE49-F238E27FC236}">
                  <a16:creationId xmlns:a16="http://schemas.microsoft.com/office/drawing/2014/main" id="{6741BA31-0CD4-B14C-BEF8-327717CCF70E}"/>
                </a:ext>
              </a:extLst>
            </p:cNvPr>
            <p:cNvSpPr>
              <a:spLocks noChangeArrowheads="1"/>
            </p:cNvSpPr>
            <p:nvPr/>
          </p:nvSpPr>
          <p:spPr bwMode="auto">
            <a:xfrm>
              <a:off x="8531225" y="6235700"/>
              <a:ext cx="23813" cy="609600"/>
            </a:xfrm>
            <a:custGeom>
              <a:avLst/>
              <a:gdLst>
                <a:gd name="T0" fmla="*/ 5051 w 66"/>
                <a:gd name="T1" fmla="*/ 2881 h 1693"/>
                <a:gd name="T2" fmla="*/ 5051 w 66"/>
                <a:gd name="T3" fmla="*/ 2881 h 1693"/>
                <a:gd name="T4" fmla="*/ 0 w 66"/>
                <a:gd name="T5" fmla="*/ 315782 h 1693"/>
                <a:gd name="T6" fmla="*/ 0 w 66"/>
                <a:gd name="T7" fmla="*/ 315782 h 1693"/>
                <a:gd name="T8" fmla="*/ 2526 w 66"/>
                <a:gd name="T9" fmla="*/ 604559 h 1693"/>
                <a:gd name="T10" fmla="*/ 2526 w 66"/>
                <a:gd name="T11" fmla="*/ 604559 h 1693"/>
                <a:gd name="T12" fmla="*/ 19844 w 66"/>
                <a:gd name="T13" fmla="*/ 604919 h 1693"/>
                <a:gd name="T14" fmla="*/ 19844 w 66"/>
                <a:gd name="T15" fmla="*/ 604919 h 1693"/>
                <a:gd name="T16" fmla="*/ 22009 w 66"/>
                <a:gd name="T17" fmla="*/ 304620 h 1693"/>
                <a:gd name="T18" fmla="*/ 20205 w 66"/>
                <a:gd name="T19" fmla="*/ 8282 h 1693"/>
                <a:gd name="T20" fmla="*/ 15515 w 66"/>
                <a:gd name="T21" fmla="*/ 4681 h 1693"/>
                <a:gd name="T22" fmla="*/ 15515 w 66"/>
                <a:gd name="T23" fmla="*/ 4681 h 1693"/>
                <a:gd name="T24" fmla="*/ 5051 w 66"/>
                <a:gd name="T25" fmla="*/ 2881 h 169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66" h="1693">
                  <a:moveTo>
                    <a:pt x="14" y="8"/>
                  </a:moveTo>
                  <a:lnTo>
                    <a:pt x="14" y="8"/>
                  </a:lnTo>
                  <a:cubicBezTo>
                    <a:pt x="2" y="27"/>
                    <a:pt x="0" y="133"/>
                    <a:pt x="0" y="877"/>
                  </a:cubicBezTo>
                  <a:cubicBezTo>
                    <a:pt x="0" y="1538"/>
                    <a:pt x="2" y="1674"/>
                    <a:pt x="7" y="1679"/>
                  </a:cubicBezTo>
                  <a:cubicBezTo>
                    <a:pt x="22" y="1691"/>
                    <a:pt x="45" y="1692"/>
                    <a:pt x="55" y="1680"/>
                  </a:cubicBezTo>
                  <a:cubicBezTo>
                    <a:pt x="65" y="1670"/>
                    <a:pt x="65" y="1642"/>
                    <a:pt x="61" y="846"/>
                  </a:cubicBezTo>
                  <a:lnTo>
                    <a:pt x="56" y="23"/>
                  </a:lnTo>
                  <a:lnTo>
                    <a:pt x="43" y="13"/>
                  </a:lnTo>
                  <a:cubicBezTo>
                    <a:pt x="30" y="2"/>
                    <a:pt x="19" y="0"/>
                    <a:pt x="14" y="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927" name="Freeform 87">
              <a:extLst>
                <a:ext uri="{FF2B5EF4-FFF2-40B4-BE49-F238E27FC236}">
                  <a16:creationId xmlns:a16="http://schemas.microsoft.com/office/drawing/2014/main" id="{9A55CCEA-8352-A24B-9EAD-FB5ADDC7F3A5}"/>
                </a:ext>
              </a:extLst>
            </p:cNvPr>
            <p:cNvSpPr>
              <a:spLocks noChangeArrowheads="1"/>
            </p:cNvSpPr>
            <p:nvPr/>
          </p:nvSpPr>
          <p:spPr bwMode="auto">
            <a:xfrm>
              <a:off x="8451850" y="6364288"/>
              <a:ext cx="39688" cy="31750"/>
            </a:xfrm>
            <a:custGeom>
              <a:avLst/>
              <a:gdLst>
                <a:gd name="T0" fmla="*/ 8224 w 111"/>
                <a:gd name="T1" fmla="*/ 5051 h 88"/>
                <a:gd name="T2" fmla="*/ 8224 w 111"/>
                <a:gd name="T3" fmla="*/ 5051 h 88"/>
                <a:gd name="T4" fmla="*/ 19665 w 111"/>
                <a:gd name="T5" fmla="*/ 31389 h 88"/>
                <a:gd name="T6" fmla="*/ 19665 w 111"/>
                <a:gd name="T7" fmla="*/ 31389 h 88"/>
                <a:gd name="T8" fmla="*/ 30749 w 111"/>
                <a:gd name="T9" fmla="*/ 5051 h 88"/>
                <a:gd name="T10" fmla="*/ 30749 w 111"/>
                <a:gd name="T11" fmla="*/ 5051 h 88"/>
                <a:gd name="T12" fmla="*/ 19665 w 111"/>
                <a:gd name="T13" fmla="*/ 722 h 88"/>
                <a:gd name="T14" fmla="*/ 19665 w 111"/>
                <a:gd name="T15" fmla="*/ 722 h 88"/>
                <a:gd name="T16" fmla="*/ 8224 w 111"/>
                <a:gd name="T17" fmla="*/ 5051 h 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11" h="88">
                  <a:moveTo>
                    <a:pt x="23" y="14"/>
                  </a:moveTo>
                  <a:lnTo>
                    <a:pt x="23" y="14"/>
                  </a:lnTo>
                  <a:cubicBezTo>
                    <a:pt x="0" y="43"/>
                    <a:pt x="19" y="87"/>
                    <a:pt x="55" y="87"/>
                  </a:cubicBezTo>
                  <a:cubicBezTo>
                    <a:pt x="89" y="87"/>
                    <a:pt x="110" y="36"/>
                    <a:pt x="86" y="14"/>
                  </a:cubicBezTo>
                  <a:cubicBezTo>
                    <a:pt x="80" y="8"/>
                    <a:pt x="67" y="4"/>
                    <a:pt x="55" y="2"/>
                  </a:cubicBezTo>
                  <a:cubicBezTo>
                    <a:pt x="37" y="0"/>
                    <a:pt x="33" y="1"/>
                    <a:pt x="23" y="1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928" name="Freeform 89">
              <a:extLst>
                <a:ext uri="{FF2B5EF4-FFF2-40B4-BE49-F238E27FC236}">
                  <a16:creationId xmlns:a16="http://schemas.microsoft.com/office/drawing/2014/main" id="{5F6B60B4-2D48-A64F-8039-CDF6B0B6AF2C}"/>
                </a:ext>
              </a:extLst>
            </p:cNvPr>
            <p:cNvSpPr>
              <a:spLocks noChangeArrowheads="1"/>
            </p:cNvSpPr>
            <p:nvPr/>
          </p:nvSpPr>
          <p:spPr bwMode="auto">
            <a:xfrm>
              <a:off x="7731125" y="6427788"/>
              <a:ext cx="754063" cy="754062"/>
            </a:xfrm>
            <a:custGeom>
              <a:avLst/>
              <a:gdLst>
                <a:gd name="T0" fmla="*/ 401350 w 2093"/>
                <a:gd name="T1" fmla="*/ 303354 h 2093"/>
                <a:gd name="T2" fmla="*/ 462598 w 2093"/>
                <a:gd name="T3" fmla="*/ 462597 h 2093"/>
                <a:gd name="T4" fmla="*/ 303715 w 2093"/>
                <a:gd name="T5" fmla="*/ 401350 h 2093"/>
                <a:gd name="T6" fmla="*/ 266606 w 2093"/>
                <a:gd name="T7" fmla="*/ 266606 h 2093"/>
                <a:gd name="T8" fmla="*/ 739292 w 2093"/>
                <a:gd name="T9" fmla="*/ 3603 h 2093"/>
                <a:gd name="T10" fmla="*/ 728483 w 2093"/>
                <a:gd name="T11" fmla="*/ 261562 h 2093"/>
                <a:gd name="T12" fmla="*/ 716954 w 2093"/>
                <a:gd name="T13" fmla="*/ 315964 h 2093"/>
                <a:gd name="T14" fmla="*/ 560954 w 2093"/>
                <a:gd name="T15" fmla="*/ 458634 h 2093"/>
                <a:gd name="T16" fmla="*/ 548344 w 2093"/>
                <a:gd name="T17" fmla="*/ 505470 h 2093"/>
                <a:gd name="T18" fmla="*/ 553028 w 2093"/>
                <a:gd name="T19" fmla="*/ 333617 h 2093"/>
                <a:gd name="T20" fmla="*/ 682007 w 2093"/>
                <a:gd name="T21" fmla="*/ 133303 h 2093"/>
                <a:gd name="T22" fmla="*/ 692095 w 2093"/>
                <a:gd name="T23" fmla="*/ 83945 h 2093"/>
                <a:gd name="T24" fmla="*/ 643818 w 2093"/>
                <a:gd name="T25" fmla="*/ 115649 h 2093"/>
                <a:gd name="T26" fmla="*/ 588695 w 2093"/>
                <a:gd name="T27" fmla="*/ 53681 h 2093"/>
                <a:gd name="T28" fmla="*/ 581129 w 2093"/>
                <a:gd name="T29" fmla="*/ 188425 h 2093"/>
                <a:gd name="T30" fmla="*/ 510154 w 2093"/>
                <a:gd name="T31" fmla="*/ 424408 h 2093"/>
                <a:gd name="T32" fmla="*/ 494302 w 2093"/>
                <a:gd name="T33" fmla="*/ 377211 h 2093"/>
                <a:gd name="T34" fmla="*/ 489619 w 2093"/>
                <a:gd name="T35" fmla="*/ 159243 h 2093"/>
                <a:gd name="T36" fmla="*/ 428731 w 2093"/>
                <a:gd name="T37" fmla="*/ 48998 h 2093"/>
                <a:gd name="T38" fmla="*/ 305156 w 2093"/>
                <a:gd name="T39" fmla="*/ 104841 h 2093"/>
                <a:gd name="T40" fmla="*/ 362440 w 2093"/>
                <a:gd name="T41" fmla="*/ 218689 h 2093"/>
                <a:gd name="T42" fmla="*/ 374329 w 2093"/>
                <a:gd name="T43" fmla="*/ 159963 h 2093"/>
                <a:gd name="T44" fmla="*/ 344787 w 2093"/>
                <a:gd name="T45" fmla="*/ 85026 h 2093"/>
                <a:gd name="T46" fmla="*/ 459355 w 2093"/>
                <a:gd name="T47" fmla="*/ 136545 h 2093"/>
                <a:gd name="T48" fmla="*/ 483494 w 2093"/>
                <a:gd name="T49" fmla="*/ 430532 h 2093"/>
                <a:gd name="T50" fmla="*/ 498986 w 2093"/>
                <a:gd name="T51" fmla="*/ 474846 h 2093"/>
                <a:gd name="T52" fmla="*/ 433775 w 2093"/>
                <a:gd name="T53" fmla="*/ 313082 h 2093"/>
                <a:gd name="T54" fmla="*/ 392704 w 2093"/>
                <a:gd name="T55" fmla="*/ 274172 h 2093"/>
                <a:gd name="T56" fmla="*/ 195631 w 2093"/>
                <a:gd name="T57" fmla="*/ 208241 h 2093"/>
                <a:gd name="T58" fmla="*/ 282819 w 2093"/>
                <a:gd name="T59" fmla="*/ 426569 h 2093"/>
                <a:gd name="T60" fmla="*/ 438819 w 2093"/>
                <a:gd name="T61" fmla="*/ 475567 h 2093"/>
                <a:gd name="T62" fmla="*/ 460436 w 2093"/>
                <a:gd name="T63" fmla="*/ 493221 h 2093"/>
                <a:gd name="T64" fmla="*/ 282098 w 2093"/>
                <a:gd name="T65" fmla="*/ 471244 h 2093"/>
                <a:gd name="T66" fmla="*/ 69173 w 2093"/>
                <a:gd name="T67" fmla="*/ 388380 h 2093"/>
                <a:gd name="T68" fmla="*/ 109164 w 2093"/>
                <a:gd name="T69" fmla="*/ 339382 h 2093"/>
                <a:gd name="T70" fmla="*/ 203918 w 2093"/>
                <a:gd name="T71" fmla="*/ 388740 h 2093"/>
                <a:gd name="T72" fmla="*/ 203918 w 2093"/>
                <a:gd name="T73" fmla="*/ 327493 h 2093"/>
                <a:gd name="T74" fmla="*/ 66652 w 2093"/>
                <a:gd name="T75" fmla="*/ 329654 h 2093"/>
                <a:gd name="T76" fmla="*/ 65571 w 2093"/>
                <a:gd name="T77" fmla="*/ 449987 h 2093"/>
                <a:gd name="T78" fmla="*/ 267687 w 2093"/>
                <a:gd name="T79" fmla="*/ 492500 h 2093"/>
                <a:gd name="T80" fmla="*/ 444223 w 2093"/>
                <a:gd name="T81" fmla="*/ 506911 h 2093"/>
                <a:gd name="T82" fmla="*/ 271650 w 2093"/>
                <a:gd name="T83" fmla="*/ 550505 h 2093"/>
                <a:gd name="T84" fmla="*/ 83945 w 2093"/>
                <a:gd name="T85" fmla="*/ 590496 h 2093"/>
                <a:gd name="T86" fmla="*/ 52240 w 2093"/>
                <a:gd name="T87" fmla="*/ 599503 h 2093"/>
                <a:gd name="T88" fmla="*/ 109885 w 2093"/>
                <a:gd name="T89" fmla="*/ 657868 h 2093"/>
                <a:gd name="T90" fmla="*/ 97275 w 2093"/>
                <a:gd name="T91" fmla="*/ 694256 h 2093"/>
                <a:gd name="T92" fmla="*/ 216888 w 2093"/>
                <a:gd name="T93" fmla="*/ 626884 h 2093"/>
                <a:gd name="T94" fmla="*/ 425129 w 2093"/>
                <a:gd name="T95" fmla="*/ 535013 h 2093"/>
                <a:gd name="T96" fmla="*/ 498986 w 2093"/>
                <a:gd name="T97" fmla="*/ 555189 h 2093"/>
                <a:gd name="T98" fmla="*/ 351272 w 2093"/>
                <a:gd name="T99" fmla="*/ 634450 h 2093"/>
                <a:gd name="T100" fmla="*/ 313803 w 2093"/>
                <a:gd name="T101" fmla="*/ 722358 h 2093"/>
                <a:gd name="T102" fmla="*/ 109164 w 2093"/>
                <a:gd name="T103" fmla="*/ 734967 h 2093"/>
                <a:gd name="T104" fmla="*/ 7926 w 2093"/>
                <a:gd name="T105" fmla="*/ 751540 h 2093"/>
                <a:gd name="T106" fmla="*/ 346228 w 2093"/>
                <a:gd name="T107" fmla="*/ 738570 h 2093"/>
                <a:gd name="T108" fmla="*/ 469083 w 2093"/>
                <a:gd name="T109" fmla="*/ 587974 h 2093"/>
                <a:gd name="T110" fmla="*/ 585453 w 2093"/>
                <a:gd name="T111" fmla="*/ 596620 h 2093"/>
                <a:gd name="T112" fmla="*/ 596621 w 2093"/>
                <a:gd name="T113" fmla="*/ 585452 h 2093"/>
                <a:gd name="T114" fmla="*/ 587975 w 2093"/>
                <a:gd name="T115" fmla="*/ 469082 h 2093"/>
                <a:gd name="T116" fmla="*/ 738931 w 2093"/>
                <a:gd name="T117" fmla="*/ 345867 h 2093"/>
                <a:gd name="T118" fmla="*/ 751901 w 2093"/>
                <a:gd name="T119" fmla="*/ 7926 h 2093"/>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2093" h="2093">
                  <a:moveTo>
                    <a:pt x="918" y="800"/>
                  </a:moveTo>
                  <a:lnTo>
                    <a:pt x="918" y="800"/>
                  </a:lnTo>
                  <a:cubicBezTo>
                    <a:pt x="967" y="813"/>
                    <a:pt x="1032" y="827"/>
                    <a:pt x="1061" y="832"/>
                  </a:cubicBezTo>
                  <a:lnTo>
                    <a:pt x="1114" y="842"/>
                  </a:lnTo>
                  <a:lnTo>
                    <a:pt x="1115" y="882"/>
                  </a:lnTo>
                  <a:cubicBezTo>
                    <a:pt x="1117" y="971"/>
                    <a:pt x="1164" y="1093"/>
                    <a:pt x="1251" y="1230"/>
                  </a:cubicBezTo>
                  <a:lnTo>
                    <a:pt x="1284" y="1284"/>
                  </a:lnTo>
                  <a:lnTo>
                    <a:pt x="1231" y="1250"/>
                  </a:lnTo>
                  <a:cubicBezTo>
                    <a:pt x="1093" y="1164"/>
                    <a:pt x="971" y="1117"/>
                    <a:pt x="883" y="1114"/>
                  </a:cubicBezTo>
                  <a:lnTo>
                    <a:pt x="843" y="1114"/>
                  </a:lnTo>
                  <a:lnTo>
                    <a:pt x="833" y="1061"/>
                  </a:lnTo>
                  <a:cubicBezTo>
                    <a:pt x="817" y="972"/>
                    <a:pt x="779" y="829"/>
                    <a:pt x="759" y="784"/>
                  </a:cubicBezTo>
                  <a:lnTo>
                    <a:pt x="740" y="740"/>
                  </a:lnTo>
                  <a:lnTo>
                    <a:pt x="784" y="759"/>
                  </a:lnTo>
                  <a:cubicBezTo>
                    <a:pt x="808" y="769"/>
                    <a:pt x="868" y="788"/>
                    <a:pt x="918" y="800"/>
                  </a:cubicBezTo>
                  <a:close/>
                  <a:moveTo>
                    <a:pt x="2052" y="10"/>
                  </a:moveTo>
                  <a:lnTo>
                    <a:pt x="2052" y="10"/>
                  </a:lnTo>
                  <a:cubicBezTo>
                    <a:pt x="2043" y="16"/>
                    <a:pt x="2042" y="35"/>
                    <a:pt x="2040" y="303"/>
                  </a:cubicBezTo>
                  <a:cubicBezTo>
                    <a:pt x="2038" y="571"/>
                    <a:pt x="2037" y="596"/>
                    <a:pt x="2022" y="726"/>
                  </a:cubicBezTo>
                  <a:cubicBezTo>
                    <a:pt x="2014" y="802"/>
                    <a:pt x="2007" y="867"/>
                    <a:pt x="2005" y="871"/>
                  </a:cubicBezTo>
                  <a:cubicBezTo>
                    <a:pt x="2004" y="874"/>
                    <a:pt x="1997" y="877"/>
                    <a:pt x="1990" y="877"/>
                  </a:cubicBezTo>
                  <a:cubicBezTo>
                    <a:pt x="1970" y="877"/>
                    <a:pt x="1893" y="903"/>
                    <a:pt x="1841" y="927"/>
                  </a:cubicBezTo>
                  <a:cubicBezTo>
                    <a:pt x="1708" y="990"/>
                    <a:pt x="1597" y="1125"/>
                    <a:pt x="1557" y="1273"/>
                  </a:cubicBezTo>
                  <a:cubicBezTo>
                    <a:pt x="1549" y="1301"/>
                    <a:pt x="1544" y="1339"/>
                    <a:pt x="1542" y="1384"/>
                  </a:cubicBezTo>
                  <a:lnTo>
                    <a:pt x="1538" y="1453"/>
                  </a:lnTo>
                  <a:lnTo>
                    <a:pt x="1522" y="1403"/>
                  </a:lnTo>
                  <a:cubicBezTo>
                    <a:pt x="1492" y="1316"/>
                    <a:pt x="1485" y="1272"/>
                    <a:pt x="1486" y="1180"/>
                  </a:cubicBezTo>
                  <a:cubicBezTo>
                    <a:pt x="1486" y="1083"/>
                    <a:pt x="1499" y="1016"/>
                    <a:pt x="1535" y="926"/>
                  </a:cubicBezTo>
                  <a:cubicBezTo>
                    <a:pt x="1576" y="823"/>
                    <a:pt x="1618" y="755"/>
                    <a:pt x="1740" y="601"/>
                  </a:cubicBezTo>
                  <a:cubicBezTo>
                    <a:pt x="1830" y="488"/>
                    <a:pt x="1851" y="455"/>
                    <a:pt x="1893" y="370"/>
                  </a:cubicBezTo>
                  <a:cubicBezTo>
                    <a:pt x="1918" y="317"/>
                    <a:pt x="1925" y="297"/>
                    <a:pt x="1927" y="270"/>
                  </a:cubicBezTo>
                  <a:cubicBezTo>
                    <a:pt x="1930" y="243"/>
                    <a:pt x="1928" y="236"/>
                    <a:pt x="1921" y="233"/>
                  </a:cubicBezTo>
                  <a:cubicBezTo>
                    <a:pt x="1912" y="230"/>
                    <a:pt x="1880" y="254"/>
                    <a:pt x="1826" y="304"/>
                  </a:cubicBezTo>
                  <a:lnTo>
                    <a:pt x="1791" y="337"/>
                  </a:lnTo>
                  <a:lnTo>
                    <a:pt x="1787" y="321"/>
                  </a:lnTo>
                  <a:cubicBezTo>
                    <a:pt x="1768" y="232"/>
                    <a:pt x="1717" y="159"/>
                    <a:pt x="1665" y="145"/>
                  </a:cubicBezTo>
                  <a:cubicBezTo>
                    <a:pt x="1644" y="140"/>
                    <a:pt x="1641" y="140"/>
                    <a:pt x="1634" y="149"/>
                  </a:cubicBezTo>
                  <a:cubicBezTo>
                    <a:pt x="1625" y="159"/>
                    <a:pt x="1625" y="161"/>
                    <a:pt x="1639" y="233"/>
                  </a:cubicBezTo>
                  <a:cubicBezTo>
                    <a:pt x="1655" y="317"/>
                    <a:pt x="1647" y="414"/>
                    <a:pt x="1613" y="523"/>
                  </a:cubicBezTo>
                  <a:cubicBezTo>
                    <a:pt x="1603" y="557"/>
                    <a:pt x="1565" y="661"/>
                    <a:pt x="1529" y="754"/>
                  </a:cubicBezTo>
                  <a:cubicBezTo>
                    <a:pt x="1427" y="1014"/>
                    <a:pt x="1417" y="1053"/>
                    <a:pt x="1416" y="1178"/>
                  </a:cubicBezTo>
                  <a:lnTo>
                    <a:pt x="1416" y="1259"/>
                  </a:lnTo>
                  <a:lnTo>
                    <a:pt x="1408" y="1232"/>
                  </a:lnTo>
                  <a:cubicBezTo>
                    <a:pt x="1393" y="1189"/>
                    <a:pt x="1378" y="1113"/>
                    <a:pt x="1372" y="1047"/>
                  </a:cubicBezTo>
                  <a:cubicBezTo>
                    <a:pt x="1368" y="1010"/>
                    <a:pt x="1366" y="892"/>
                    <a:pt x="1368" y="742"/>
                  </a:cubicBezTo>
                  <a:cubicBezTo>
                    <a:pt x="1369" y="529"/>
                    <a:pt x="1368" y="490"/>
                    <a:pt x="1359" y="442"/>
                  </a:cubicBezTo>
                  <a:cubicBezTo>
                    <a:pt x="1338" y="314"/>
                    <a:pt x="1305" y="237"/>
                    <a:pt x="1250" y="182"/>
                  </a:cubicBezTo>
                  <a:cubicBezTo>
                    <a:pt x="1230" y="163"/>
                    <a:pt x="1204" y="142"/>
                    <a:pt x="1190" y="136"/>
                  </a:cubicBezTo>
                  <a:cubicBezTo>
                    <a:pt x="1103" y="95"/>
                    <a:pt x="988" y="116"/>
                    <a:pt x="915" y="185"/>
                  </a:cubicBezTo>
                  <a:cubicBezTo>
                    <a:pt x="878" y="220"/>
                    <a:pt x="862" y="246"/>
                    <a:pt x="847" y="291"/>
                  </a:cubicBezTo>
                  <a:cubicBezTo>
                    <a:pt x="813" y="392"/>
                    <a:pt x="837" y="499"/>
                    <a:pt x="909" y="566"/>
                  </a:cubicBezTo>
                  <a:cubicBezTo>
                    <a:pt x="944" y="598"/>
                    <a:pt x="965" y="607"/>
                    <a:pt x="1006" y="607"/>
                  </a:cubicBezTo>
                  <a:cubicBezTo>
                    <a:pt x="1043" y="607"/>
                    <a:pt x="1071" y="591"/>
                    <a:pt x="1080" y="566"/>
                  </a:cubicBezTo>
                  <a:cubicBezTo>
                    <a:pt x="1096" y="515"/>
                    <a:pt x="1081" y="471"/>
                    <a:pt x="1039" y="444"/>
                  </a:cubicBezTo>
                  <a:cubicBezTo>
                    <a:pt x="968" y="399"/>
                    <a:pt x="947" y="367"/>
                    <a:pt x="943" y="303"/>
                  </a:cubicBezTo>
                  <a:cubicBezTo>
                    <a:pt x="940" y="260"/>
                    <a:pt x="941" y="258"/>
                    <a:pt x="957" y="236"/>
                  </a:cubicBezTo>
                  <a:cubicBezTo>
                    <a:pt x="988" y="195"/>
                    <a:pt x="1021" y="182"/>
                    <a:pt x="1079" y="192"/>
                  </a:cubicBezTo>
                  <a:cubicBezTo>
                    <a:pt x="1174" y="207"/>
                    <a:pt x="1240" y="270"/>
                    <a:pt x="1275" y="379"/>
                  </a:cubicBezTo>
                  <a:cubicBezTo>
                    <a:pt x="1301" y="458"/>
                    <a:pt x="1303" y="493"/>
                    <a:pt x="1308" y="782"/>
                  </a:cubicBezTo>
                  <a:cubicBezTo>
                    <a:pt x="1312" y="1072"/>
                    <a:pt x="1313" y="1085"/>
                    <a:pt x="1342" y="1195"/>
                  </a:cubicBezTo>
                  <a:cubicBezTo>
                    <a:pt x="1350" y="1222"/>
                    <a:pt x="1362" y="1259"/>
                    <a:pt x="1369" y="1277"/>
                  </a:cubicBezTo>
                  <a:cubicBezTo>
                    <a:pt x="1376" y="1295"/>
                    <a:pt x="1384" y="1313"/>
                    <a:pt x="1385" y="1318"/>
                  </a:cubicBezTo>
                  <a:cubicBezTo>
                    <a:pt x="1390" y="1332"/>
                    <a:pt x="1351" y="1271"/>
                    <a:pt x="1321" y="1217"/>
                  </a:cubicBezTo>
                  <a:cubicBezTo>
                    <a:pt x="1282" y="1149"/>
                    <a:pt x="1224" y="974"/>
                    <a:pt x="1204" y="869"/>
                  </a:cubicBezTo>
                  <a:cubicBezTo>
                    <a:pt x="1196" y="827"/>
                    <a:pt x="1187" y="790"/>
                    <a:pt x="1184" y="785"/>
                  </a:cubicBezTo>
                  <a:cubicBezTo>
                    <a:pt x="1180" y="780"/>
                    <a:pt x="1148" y="771"/>
                    <a:pt x="1090" y="761"/>
                  </a:cubicBezTo>
                  <a:cubicBezTo>
                    <a:pt x="869" y="720"/>
                    <a:pt x="747" y="669"/>
                    <a:pt x="578" y="543"/>
                  </a:cubicBezTo>
                  <a:cubicBezTo>
                    <a:pt x="477" y="468"/>
                    <a:pt x="468" y="477"/>
                    <a:pt x="543" y="578"/>
                  </a:cubicBezTo>
                  <a:cubicBezTo>
                    <a:pt x="669" y="747"/>
                    <a:pt x="721" y="869"/>
                    <a:pt x="761" y="1089"/>
                  </a:cubicBezTo>
                  <a:cubicBezTo>
                    <a:pt x="772" y="1148"/>
                    <a:pt x="780" y="1179"/>
                    <a:pt x="785" y="1184"/>
                  </a:cubicBezTo>
                  <a:cubicBezTo>
                    <a:pt x="790" y="1187"/>
                    <a:pt x="827" y="1196"/>
                    <a:pt x="869" y="1204"/>
                  </a:cubicBezTo>
                  <a:cubicBezTo>
                    <a:pt x="974" y="1223"/>
                    <a:pt x="1150" y="1282"/>
                    <a:pt x="1218" y="1320"/>
                  </a:cubicBezTo>
                  <a:cubicBezTo>
                    <a:pt x="1271" y="1351"/>
                    <a:pt x="1332" y="1390"/>
                    <a:pt x="1318" y="1385"/>
                  </a:cubicBezTo>
                  <a:cubicBezTo>
                    <a:pt x="1314" y="1383"/>
                    <a:pt x="1295" y="1376"/>
                    <a:pt x="1278" y="1369"/>
                  </a:cubicBezTo>
                  <a:cubicBezTo>
                    <a:pt x="1260" y="1361"/>
                    <a:pt x="1222" y="1349"/>
                    <a:pt x="1196" y="1342"/>
                  </a:cubicBezTo>
                  <a:cubicBezTo>
                    <a:pt x="1085" y="1313"/>
                    <a:pt x="1073" y="1312"/>
                    <a:pt x="783" y="1308"/>
                  </a:cubicBezTo>
                  <a:cubicBezTo>
                    <a:pt x="494" y="1303"/>
                    <a:pt x="458" y="1300"/>
                    <a:pt x="379" y="1275"/>
                  </a:cubicBezTo>
                  <a:cubicBezTo>
                    <a:pt x="270" y="1240"/>
                    <a:pt x="208" y="1174"/>
                    <a:pt x="192" y="1078"/>
                  </a:cubicBezTo>
                  <a:cubicBezTo>
                    <a:pt x="182" y="1021"/>
                    <a:pt x="195" y="987"/>
                    <a:pt x="237" y="956"/>
                  </a:cubicBezTo>
                  <a:cubicBezTo>
                    <a:pt x="259" y="940"/>
                    <a:pt x="260" y="940"/>
                    <a:pt x="303" y="942"/>
                  </a:cubicBezTo>
                  <a:cubicBezTo>
                    <a:pt x="368" y="946"/>
                    <a:pt x="399" y="967"/>
                    <a:pt x="444" y="1038"/>
                  </a:cubicBezTo>
                  <a:cubicBezTo>
                    <a:pt x="472" y="1081"/>
                    <a:pt x="515" y="1096"/>
                    <a:pt x="566" y="1079"/>
                  </a:cubicBezTo>
                  <a:cubicBezTo>
                    <a:pt x="591" y="1071"/>
                    <a:pt x="607" y="1043"/>
                    <a:pt x="607" y="1006"/>
                  </a:cubicBezTo>
                  <a:cubicBezTo>
                    <a:pt x="607" y="965"/>
                    <a:pt x="598" y="943"/>
                    <a:pt x="566" y="909"/>
                  </a:cubicBezTo>
                  <a:cubicBezTo>
                    <a:pt x="500" y="837"/>
                    <a:pt x="393" y="813"/>
                    <a:pt x="292" y="846"/>
                  </a:cubicBezTo>
                  <a:cubicBezTo>
                    <a:pt x="247" y="862"/>
                    <a:pt x="220" y="878"/>
                    <a:pt x="185" y="915"/>
                  </a:cubicBezTo>
                  <a:cubicBezTo>
                    <a:pt x="116" y="987"/>
                    <a:pt x="96" y="1102"/>
                    <a:pt x="136" y="1189"/>
                  </a:cubicBezTo>
                  <a:cubicBezTo>
                    <a:pt x="142" y="1203"/>
                    <a:pt x="163" y="1230"/>
                    <a:pt x="182" y="1249"/>
                  </a:cubicBezTo>
                  <a:cubicBezTo>
                    <a:pt x="238" y="1305"/>
                    <a:pt x="315" y="1338"/>
                    <a:pt x="442" y="1359"/>
                  </a:cubicBezTo>
                  <a:cubicBezTo>
                    <a:pt x="491" y="1368"/>
                    <a:pt x="530" y="1368"/>
                    <a:pt x="743" y="1367"/>
                  </a:cubicBezTo>
                  <a:cubicBezTo>
                    <a:pt x="893" y="1366"/>
                    <a:pt x="1010" y="1368"/>
                    <a:pt x="1048" y="1371"/>
                  </a:cubicBezTo>
                  <a:cubicBezTo>
                    <a:pt x="1113" y="1377"/>
                    <a:pt x="1190" y="1392"/>
                    <a:pt x="1233" y="1407"/>
                  </a:cubicBezTo>
                  <a:lnTo>
                    <a:pt x="1260" y="1416"/>
                  </a:lnTo>
                  <a:lnTo>
                    <a:pt x="1179" y="1416"/>
                  </a:lnTo>
                  <a:cubicBezTo>
                    <a:pt x="1053" y="1416"/>
                    <a:pt x="1014" y="1427"/>
                    <a:pt x="754" y="1528"/>
                  </a:cubicBezTo>
                  <a:cubicBezTo>
                    <a:pt x="661" y="1564"/>
                    <a:pt x="558" y="1602"/>
                    <a:pt x="523" y="1613"/>
                  </a:cubicBezTo>
                  <a:cubicBezTo>
                    <a:pt x="414" y="1646"/>
                    <a:pt x="318" y="1655"/>
                    <a:pt x="233" y="1639"/>
                  </a:cubicBezTo>
                  <a:cubicBezTo>
                    <a:pt x="161" y="1625"/>
                    <a:pt x="159" y="1625"/>
                    <a:pt x="149" y="1633"/>
                  </a:cubicBezTo>
                  <a:cubicBezTo>
                    <a:pt x="141" y="1640"/>
                    <a:pt x="140" y="1644"/>
                    <a:pt x="145" y="1664"/>
                  </a:cubicBezTo>
                  <a:cubicBezTo>
                    <a:pt x="159" y="1717"/>
                    <a:pt x="232" y="1767"/>
                    <a:pt x="322" y="1787"/>
                  </a:cubicBezTo>
                  <a:lnTo>
                    <a:pt x="338" y="1790"/>
                  </a:lnTo>
                  <a:lnTo>
                    <a:pt x="305" y="1826"/>
                  </a:lnTo>
                  <a:cubicBezTo>
                    <a:pt x="254" y="1879"/>
                    <a:pt x="230" y="1911"/>
                    <a:pt x="234" y="1921"/>
                  </a:cubicBezTo>
                  <a:cubicBezTo>
                    <a:pt x="237" y="1928"/>
                    <a:pt x="244" y="1929"/>
                    <a:pt x="270" y="1927"/>
                  </a:cubicBezTo>
                  <a:cubicBezTo>
                    <a:pt x="298" y="1925"/>
                    <a:pt x="318" y="1918"/>
                    <a:pt x="370" y="1892"/>
                  </a:cubicBezTo>
                  <a:cubicBezTo>
                    <a:pt x="455" y="1851"/>
                    <a:pt x="488" y="1830"/>
                    <a:pt x="602" y="1740"/>
                  </a:cubicBezTo>
                  <a:cubicBezTo>
                    <a:pt x="756" y="1618"/>
                    <a:pt x="823" y="1575"/>
                    <a:pt x="926" y="1535"/>
                  </a:cubicBezTo>
                  <a:cubicBezTo>
                    <a:pt x="1017" y="1499"/>
                    <a:pt x="1083" y="1486"/>
                    <a:pt x="1180" y="1485"/>
                  </a:cubicBezTo>
                  <a:cubicBezTo>
                    <a:pt x="1272" y="1485"/>
                    <a:pt x="1317" y="1492"/>
                    <a:pt x="1403" y="1521"/>
                  </a:cubicBezTo>
                  <a:lnTo>
                    <a:pt x="1453" y="1538"/>
                  </a:lnTo>
                  <a:lnTo>
                    <a:pt x="1385" y="1541"/>
                  </a:lnTo>
                  <a:cubicBezTo>
                    <a:pt x="1281" y="1546"/>
                    <a:pt x="1205" y="1571"/>
                    <a:pt x="1117" y="1628"/>
                  </a:cubicBezTo>
                  <a:cubicBezTo>
                    <a:pt x="1073" y="1656"/>
                    <a:pt x="1008" y="1717"/>
                    <a:pt x="975" y="1761"/>
                  </a:cubicBezTo>
                  <a:cubicBezTo>
                    <a:pt x="935" y="1813"/>
                    <a:pt x="878" y="1948"/>
                    <a:pt x="878" y="1989"/>
                  </a:cubicBezTo>
                  <a:cubicBezTo>
                    <a:pt x="878" y="1997"/>
                    <a:pt x="875" y="2003"/>
                    <a:pt x="871" y="2005"/>
                  </a:cubicBezTo>
                  <a:cubicBezTo>
                    <a:pt x="867" y="2006"/>
                    <a:pt x="802" y="2013"/>
                    <a:pt x="726" y="2022"/>
                  </a:cubicBezTo>
                  <a:cubicBezTo>
                    <a:pt x="596" y="2037"/>
                    <a:pt x="571" y="2038"/>
                    <a:pt x="303" y="2040"/>
                  </a:cubicBezTo>
                  <a:cubicBezTo>
                    <a:pt x="36" y="2042"/>
                    <a:pt x="17" y="2043"/>
                    <a:pt x="10" y="2052"/>
                  </a:cubicBezTo>
                  <a:cubicBezTo>
                    <a:pt x="0" y="2065"/>
                    <a:pt x="6" y="2082"/>
                    <a:pt x="22" y="2086"/>
                  </a:cubicBezTo>
                  <a:cubicBezTo>
                    <a:pt x="30" y="2089"/>
                    <a:pt x="237" y="2090"/>
                    <a:pt x="482" y="2090"/>
                  </a:cubicBezTo>
                  <a:cubicBezTo>
                    <a:pt x="988" y="2090"/>
                    <a:pt x="959" y="2092"/>
                    <a:pt x="961" y="2050"/>
                  </a:cubicBezTo>
                  <a:cubicBezTo>
                    <a:pt x="962" y="2018"/>
                    <a:pt x="980" y="1939"/>
                    <a:pt x="994" y="1901"/>
                  </a:cubicBezTo>
                  <a:cubicBezTo>
                    <a:pt x="1037" y="1787"/>
                    <a:pt x="1176" y="1665"/>
                    <a:pt x="1302" y="1632"/>
                  </a:cubicBezTo>
                  <a:cubicBezTo>
                    <a:pt x="1391" y="1608"/>
                    <a:pt x="1494" y="1604"/>
                    <a:pt x="1545" y="1621"/>
                  </a:cubicBezTo>
                  <a:cubicBezTo>
                    <a:pt x="1562" y="1627"/>
                    <a:pt x="1598" y="1642"/>
                    <a:pt x="1625" y="1656"/>
                  </a:cubicBezTo>
                  <a:cubicBezTo>
                    <a:pt x="1653" y="1669"/>
                    <a:pt x="1676" y="1679"/>
                    <a:pt x="1678" y="1677"/>
                  </a:cubicBezTo>
                  <a:cubicBezTo>
                    <a:pt x="1679" y="1676"/>
                    <a:pt x="1669" y="1652"/>
                    <a:pt x="1656" y="1625"/>
                  </a:cubicBezTo>
                  <a:cubicBezTo>
                    <a:pt x="1643" y="1598"/>
                    <a:pt x="1627" y="1562"/>
                    <a:pt x="1622" y="1545"/>
                  </a:cubicBezTo>
                  <a:cubicBezTo>
                    <a:pt x="1604" y="1494"/>
                    <a:pt x="1608" y="1390"/>
                    <a:pt x="1632" y="1302"/>
                  </a:cubicBezTo>
                  <a:cubicBezTo>
                    <a:pt x="1666" y="1176"/>
                    <a:pt x="1787" y="1037"/>
                    <a:pt x="1901" y="994"/>
                  </a:cubicBezTo>
                  <a:cubicBezTo>
                    <a:pt x="1939" y="980"/>
                    <a:pt x="2019" y="962"/>
                    <a:pt x="2051" y="960"/>
                  </a:cubicBezTo>
                  <a:cubicBezTo>
                    <a:pt x="2092" y="959"/>
                    <a:pt x="2090" y="987"/>
                    <a:pt x="2091" y="482"/>
                  </a:cubicBezTo>
                  <a:cubicBezTo>
                    <a:pt x="2091" y="237"/>
                    <a:pt x="2089" y="30"/>
                    <a:pt x="2087" y="22"/>
                  </a:cubicBezTo>
                  <a:cubicBezTo>
                    <a:pt x="2082" y="5"/>
                    <a:pt x="2066" y="0"/>
                    <a:pt x="2052" y="10"/>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929" name="Freeform 91">
              <a:extLst>
                <a:ext uri="{FF2B5EF4-FFF2-40B4-BE49-F238E27FC236}">
                  <a16:creationId xmlns:a16="http://schemas.microsoft.com/office/drawing/2014/main" id="{E19CE5A4-DE10-C643-98FA-615DE7085852}"/>
                </a:ext>
              </a:extLst>
            </p:cNvPr>
            <p:cNvSpPr>
              <a:spLocks noChangeArrowheads="1"/>
            </p:cNvSpPr>
            <p:nvPr/>
          </p:nvSpPr>
          <p:spPr bwMode="auto">
            <a:xfrm>
              <a:off x="8299450" y="6661150"/>
              <a:ext cx="128588" cy="142875"/>
            </a:xfrm>
            <a:custGeom>
              <a:avLst/>
              <a:gdLst>
                <a:gd name="T0" fmla="*/ 96441 w 356"/>
                <a:gd name="T1" fmla="*/ 3599 h 397"/>
                <a:gd name="T2" fmla="*/ 96441 w 356"/>
                <a:gd name="T3" fmla="*/ 3599 h 397"/>
                <a:gd name="T4" fmla="*/ 35759 w 356"/>
                <a:gd name="T5" fmla="*/ 69098 h 397"/>
                <a:gd name="T6" fmla="*/ 35759 w 356"/>
                <a:gd name="T7" fmla="*/ 69098 h 397"/>
                <a:gd name="T8" fmla="*/ 1445 w 356"/>
                <a:gd name="T9" fmla="*/ 137117 h 397"/>
                <a:gd name="T10" fmla="*/ 1445 w 356"/>
                <a:gd name="T11" fmla="*/ 137117 h 397"/>
                <a:gd name="T12" fmla="*/ 4334 w 356"/>
                <a:gd name="T13" fmla="*/ 141076 h 397"/>
                <a:gd name="T14" fmla="*/ 4334 w 356"/>
                <a:gd name="T15" fmla="*/ 141076 h 397"/>
                <a:gd name="T16" fmla="*/ 9391 w 356"/>
                <a:gd name="T17" fmla="*/ 137837 h 397"/>
                <a:gd name="T18" fmla="*/ 9391 w 356"/>
                <a:gd name="T19" fmla="*/ 137837 h 397"/>
                <a:gd name="T20" fmla="*/ 18060 w 356"/>
                <a:gd name="T21" fmla="*/ 125600 h 397"/>
                <a:gd name="T22" fmla="*/ 18060 w 356"/>
                <a:gd name="T23" fmla="*/ 125600 h 397"/>
                <a:gd name="T24" fmla="*/ 88856 w 356"/>
                <a:gd name="T25" fmla="*/ 57222 h 397"/>
                <a:gd name="T26" fmla="*/ 88856 w 356"/>
                <a:gd name="T27" fmla="*/ 57222 h 397"/>
                <a:gd name="T28" fmla="*/ 121725 w 356"/>
                <a:gd name="T29" fmla="*/ 27351 h 397"/>
                <a:gd name="T30" fmla="*/ 121725 w 356"/>
                <a:gd name="T31" fmla="*/ 27351 h 397"/>
                <a:gd name="T32" fmla="*/ 122448 w 356"/>
                <a:gd name="T33" fmla="*/ 3599 h 397"/>
                <a:gd name="T34" fmla="*/ 122448 w 356"/>
                <a:gd name="T35" fmla="*/ 3599 h 397"/>
                <a:gd name="T36" fmla="*/ 96441 w 356"/>
                <a:gd name="T37" fmla="*/ 3599 h 39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356" h="397">
                  <a:moveTo>
                    <a:pt x="267" y="10"/>
                  </a:moveTo>
                  <a:lnTo>
                    <a:pt x="267" y="10"/>
                  </a:lnTo>
                  <a:cubicBezTo>
                    <a:pt x="231" y="26"/>
                    <a:pt x="160" y="104"/>
                    <a:pt x="99" y="192"/>
                  </a:cubicBezTo>
                  <a:cubicBezTo>
                    <a:pt x="69" y="237"/>
                    <a:pt x="10" y="353"/>
                    <a:pt x="4" y="381"/>
                  </a:cubicBezTo>
                  <a:cubicBezTo>
                    <a:pt x="0" y="395"/>
                    <a:pt x="1" y="396"/>
                    <a:pt x="12" y="392"/>
                  </a:cubicBezTo>
                  <a:cubicBezTo>
                    <a:pt x="19" y="390"/>
                    <a:pt x="25" y="386"/>
                    <a:pt x="26" y="383"/>
                  </a:cubicBezTo>
                  <a:cubicBezTo>
                    <a:pt x="27" y="381"/>
                    <a:pt x="38" y="365"/>
                    <a:pt x="50" y="349"/>
                  </a:cubicBezTo>
                  <a:cubicBezTo>
                    <a:pt x="85" y="301"/>
                    <a:pt x="160" y="229"/>
                    <a:pt x="246" y="159"/>
                  </a:cubicBezTo>
                  <a:cubicBezTo>
                    <a:pt x="289" y="124"/>
                    <a:pt x="329" y="87"/>
                    <a:pt x="337" y="76"/>
                  </a:cubicBezTo>
                  <a:cubicBezTo>
                    <a:pt x="355" y="50"/>
                    <a:pt x="355" y="22"/>
                    <a:pt x="339" y="10"/>
                  </a:cubicBezTo>
                  <a:cubicBezTo>
                    <a:pt x="324" y="0"/>
                    <a:pt x="290" y="0"/>
                    <a:pt x="267" y="1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930" name="Freeform 93">
              <a:extLst>
                <a:ext uri="{FF2B5EF4-FFF2-40B4-BE49-F238E27FC236}">
                  <a16:creationId xmlns:a16="http://schemas.microsoft.com/office/drawing/2014/main" id="{F71A1320-185A-D242-9D10-369ED77E8EDB}"/>
                </a:ext>
              </a:extLst>
            </p:cNvPr>
            <p:cNvSpPr>
              <a:spLocks noChangeArrowheads="1"/>
            </p:cNvSpPr>
            <p:nvPr/>
          </p:nvSpPr>
          <p:spPr bwMode="auto">
            <a:xfrm>
              <a:off x="8147050" y="6846888"/>
              <a:ext cx="431800" cy="427037"/>
            </a:xfrm>
            <a:custGeom>
              <a:avLst/>
              <a:gdLst>
                <a:gd name="T0" fmla="*/ 311155 w 1199"/>
                <a:gd name="T1" fmla="*/ 1438 h 1188"/>
                <a:gd name="T2" fmla="*/ 246331 w 1199"/>
                <a:gd name="T3" fmla="*/ 31632 h 1188"/>
                <a:gd name="T4" fmla="*/ 200954 w 1199"/>
                <a:gd name="T5" fmla="*/ 146659 h 1188"/>
                <a:gd name="T6" fmla="*/ 224003 w 1199"/>
                <a:gd name="T7" fmla="*/ 219629 h 1188"/>
                <a:gd name="T8" fmla="*/ 218601 w 1199"/>
                <a:gd name="T9" fmla="*/ 216754 h 1188"/>
                <a:gd name="T10" fmla="*/ 151256 w 1199"/>
                <a:gd name="T11" fmla="*/ 196624 h 1188"/>
                <a:gd name="T12" fmla="*/ 53300 w 1199"/>
                <a:gd name="T13" fmla="*/ 224302 h 1188"/>
                <a:gd name="T14" fmla="*/ 5042 w 1199"/>
                <a:gd name="T15" fmla="*/ 308416 h 1188"/>
                <a:gd name="T16" fmla="*/ 83911 w 1199"/>
                <a:gd name="T17" fmla="*/ 400437 h 1188"/>
                <a:gd name="T18" fmla="*/ 165661 w 1199"/>
                <a:gd name="T19" fmla="*/ 364491 h 1188"/>
                <a:gd name="T20" fmla="*/ 169983 w 1199"/>
                <a:gd name="T21" fmla="*/ 343283 h 1188"/>
                <a:gd name="T22" fmla="*/ 160620 w 1199"/>
                <a:gd name="T23" fmla="*/ 321356 h 1188"/>
                <a:gd name="T24" fmla="*/ 121365 w 1199"/>
                <a:gd name="T25" fmla="*/ 294397 h 1188"/>
                <a:gd name="T26" fmla="*/ 91474 w 1199"/>
                <a:gd name="T27" fmla="*/ 308775 h 1188"/>
                <a:gd name="T28" fmla="*/ 90033 w 1199"/>
                <a:gd name="T29" fmla="*/ 322794 h 1188"/>
                <a:gd name="T30" fmla="*/ 115243 w 1199"/>
                <a:gd name="T31" fmla="*/ 337532 h 1188"/>
                <a:gd name="T32" fmla="*/ 145854 w 1199"/>
                <a:gd name="T33" fmla="*/ 357661 h 1188"/>
                <a:gd name="T34" fmla="*/ 121725 w 1199"/>
                <a:gd name="T35" fmla="*/ 379948 h 1188"/>
                <a:gd name="T36" fmla="*/ 72027 w 1199"/>
                <a:gd name="T37" fmla="*/ 379588 h 1188"/>
                <a:gd name="T38" fmla="*/ 29531 w 1199"/>
                <a:gd name="T39" fmla="*/ 317043 h 1188"/>
                <a:gd name="T40" fmla="*/ 108400 w 1199"/>
                <a:gd name="T41" fmla="*/ 221067 h 1188"/>
                <a:gd name="T42" fmla="*/ 220402 w 1199"/>
                <a:gd name="T43" fmla="*/ 247667 h 1188"/>
                <a:gd name="T44" fmla="*/ 284866 w 1199"/>
                <a:gd name="T45" fmla="*/ 296553 h 1188"/>
                <a:gd name="T46" fmla="*/ 332043 w 1199"/>
                <a:gd name="T47" fmla="*/ 342924 h 1188"/>
                <a:gd name="T48" fmla="*/ 317638 w 1199"/>
                <a:gd name="T49" fmla="*/ 338610 h 1188"/>
                <a:gd name="T50" fmla="*/ 229405 w 1199"/>
                <a:gd name="T51" fmla="*/ 337532 h 1188"/>
                <a:gd name="T52" fmla="*/ 190150 w 1199"/>
                <a:gd name="T53" fmla="*/ 361256 h 1188"/>
                <a:gd name="T54" fmla="*/ 184028 w 1199"/>
                <a:gd name="T55" fmla="*/ 373478 h 1188"/>
                <a:gd name="T56" fmla="*/ 204916 w 1199"/>
                <a:gd name="T57" fmla="*/ 400437 h 1188"/>
                <a:gd name="T58" fmla="*/ 227964 w 1199"/>
                <a:gd name="T59" fmla="*/ 387137 h 1188"/>
                <a:gd name="T60" fmla="*/ 244891 w 1199"/>
                <a:gd name="T61" fmla="*/ 373837 h 1188"/>
                <a:gd name="T62" fmla="*/ 346088 w 1199"/>
                <a:gd name="T63" fmla="*/ 372759 h 1188"/>
                <a:gd name="T64" fmla="*/ 395787 w 1199"/>
                <a:gd name="T65" fmla="*/ 403672 h 1188"/>
                <a:gd name="T66" fmla="*/ 408751 w 1199"/>
                <a:gd name="T67" fmla="*/ 390732 h 1188"/>
                <a:gd name="T68" fmla="*/ 377780 w 1199"/>
                <a:gd name="T69" fmla="*/ 341126 h 1188"/>
                <a:gd name="T70" fmla="*/ 378860 w 1199"/>
                <a:gd name="T71" fmla="*/ 240478 h 1188"/>
                <a:gd name="T72" fmla="*/ 392185 w 1199"/>
                <a:gd name="T73" fmla="*/ 223583 h 1188"/>
                <a:gd name="T74" fmla="*/ 405510 w 1199"/>
                <a:gd name="T75" fmla="*/ 200219 h 1188"/>
                <a:gd name="T76" fmla="*/ 378140 w 1199"/>
                <a:gd name="T77" fmla="*/ 179370 h 1188"/>
                <a:gd name="T78" fmla="*/ 365896 w 1199"/>
                <a:gd name="T79" fmla="*/ 185481 h 1188"/>
                <a:gd name="T80" fmla="*/ 342127 w 1199"/>
                <a:gd name="T81" fmla="*/ 225021 h 1188"/>
                <a:gd name="T82" fmla="*/ 343567 w 1199"/>
                <a:gd name="T83" fmla="*/ 312729 h 1188"/>
                <a:gd name="T84" fmla="*/ 347529 w 1199"/>
                <a:gd name="T85" fmla="*/ 327467 h 1188"/>
                <a:gd name="T86" fmla="*/ 301432 w 1199"/>
                <a:gd name="T87" fmla="*/ 280378 h 1188"/>
                <a:gd name="T88" fmla="*/ 252093 w 1199"/>
                <a:gd name="T89" fmla="*/ 216035 h 1188"/>
                <a:gd name="T90" fmla="*/ 225444 w 1199"/>
                <a:gd name="T91" fmla="*/ 103884 h 1188"/>
                <a:gd name="T92" fmla="*/ 321599 w 1199"/>
                <a:gd name="T93" fmla="*/ 25162 h 1188"/>
                <a:gd name="T94" fmla="*/ 384623 w 1199"/>
                <a:gd name="T95" fmla="*/ 67938 h 1188"/>
                <a:gd name="T96" fmla="*/ 384623 w 1199"/>
                <a:gd name="T97" fmla="*/ 117543 h 1188"/>
                <a:gd name="T98" fmla="*/ 362294 w 1199"/>
                <a:gd name="T99" fmla="*/ 141627 h 1188"/>
                <a:gd name="T100" fmla="*/ 342127 w 1199"/>
                <a:gd name="T101" fmla="*/ 110713 h 1188"/>
                <a:gd name="T102" fmla="*/ 327361 w 1199"/>
                <a:gd name="T103" fmla="*/ 85911 h 1188"/>
                <a:gd name="T104" fmla="*/ 313676 w 1199"/>
                <a:gd name="T105" fmla="*/ 86989 h 1188"/>
                <a:gd name="T106" fmla="*/ 298911 w 1199"/>
                <a:gd name="T107" fmla="*/ 117184 h 1188"/>
                <a:gd name="T108" fmla="*/ 325921 w 1199"/>
                <a:gd name="T109" fmla="*/ 156365 h 1188"/>
                <a:gd name="T110" fmla="*/ 347889 w 1199"/>
                <a:gd name="T111" fmla="*/ 165710 h 1188"/>
                <a:gd name="T112" fmla="*/ 369137 w 1199"/>
                <a:gd name="T113" fmla="*/ 161038 h 1188"/>
                <a:gd name="T114" fmla="*/ 405510 w 1199"/>
                <a:gd name="T115" fmla="*/ 79800 h 1188"/>
                <a:gd name="T116" fmla="*/ 334564 w 1199"/>
                <a:gd name="T117" fmla="*/ 2876 h 1188"/>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1199" h="1188">
                  <a:moveTo>
                    <a:pt x="864" y="4"/>
                  </a:moveTo>
                  <a:lnTo>
                    <a:pt x="864" y="4"/>
                  </a:lnTo>
                  <a:cubicBezTo>
                    <a:pt x="811" y="11"/>
                    <a:pt x="734" y="47"/>
                    <a:pt x="684" y="88"/>
                  </a:cubicBezTo>
                  <a:cubicBezTo>
                    <a:pt x="599" y="157"/>
                    <a:pt x="544" y="296"/>
                    <a:pt x="558" y="408"/>
                  </a:cubicBezTo>
                  <a:cubicBezTo>
                    <a:pt x="563" y="451"/>
                    <a:pt x="597" y="562"/>
                    <a:pt x="615" y="596"/>
                  </a:cubicBezTo>
                  <a:lnTo>
                    <a:pt x="622" y="611"/>
                  </a:lnTo>
                  <a:lnTo>
                    <a:pt x="607" y="603"/>
                  </a:lnTo>
                  <a:cubicBezTo>
                    <a:pt x="573" y="586"/>
                    <a:pt x="462" y="552"/>
                    <a:pt x="420" y="547"/>
                  </a:cubicBezTo>
                  <a:cubicBezTo>
                    <a:pt x="333" y="536"/>
                    <a:pt x="228" y="566"/>
                    <a:pt x="148" y="624"/>
                  </a:cubicBezTo>
                  <a:cubicBezTo>
                    <a:pt x="85" y="671"/>
                    <a:pt x="27" y="773"/>
                    <a:pt x="14" y="858"/>
                  </a:cubicBezTo>
                  <a:cubicBezTo>
                    <a:pt x="0" y="962"/>
                    <a:pt x="117" y="1098"/>
                    <a:pt x="233" y="1114"/>
                  </a:cubicBezTo>
                  <a:cubicBezTo>
                    <a:pt x="330" y="1128"/>
                    <a:pt x="419" y="1089"/>
                    <a:pt x="460" y="1014"/>
                  </a:cubicBezTo>
                  <a:cubicBezTo>
                    <a:pt x="472" y="990"/>
                    <a:pt x="474" y="982"/>
                    <a:pt x="472" y="955"/>
                  </a:cubicBezTo>
                  <a:cubicBezTo>
                    <a:pt x="470" y="928"/>
                    <a:pt x="467" y="920"/>
                    <a:pt x="446" y="894"/>
                  </a:cubicBezTo>
                  <a:cubicBezTo>
                    <a:pt x="413" y="851"/>
                    <a:pt x="370" y="822"/>
                    <a:pt x="337" y="819"/>
                  </a:cubicBezTo>
                  <a:cubicBezTo>
                    <a:pt x="304" y="816"/>
                    <a:pt x="269" y="834"/>
                    <a:pt x="254" y="859"/>
                  </a:cubicBezTo>
                  <a:cubicBezTo>
                    <a:pt x="245" y="875"/>
                    <a:pt x="245" y="879"/>
                    <a:pt x="250" y="898"/>
                  </a:cubicBezTo>
                  <a:cubicBezTo>
                    <a:pt x="260" y="934"/>
                    <a:pt x="270" y="939"/>
                    <a:pt x="320" y="939"/>
                  </a:cubicBezTo>
                  <a:cubicBezTo>
                    <a:pt x="385" y="939"/>
                    <a:pt x="411" y="956"/>
                    <a:pt x="405" y="995"/>
                  </a:cubicBezTo>
                  <a:cubicBezTo>
                    <a:pt x="402" y="1012"/>
                    <a:pt x="368" y="1044"/>
                    <a:pt x="338" y="1057"/>
                  </a:cubicBezTo>
                  <a:cubicBezTo>
                    <a:pt x="300" y="1073"/>
                    <a:pt x="234" y="1073"/>
                    <a:pt x="200" y="1056"/>
                  </a:cubicBezTo>
                  <a:cubicBezTo>
                    <a:pt x="136" y="1025"/>
                    <a:pt x="87" y="952"/>
                    <a:pt x="82" y="882"/>
                  </a:cubicBezTo>
                  <a:cubicBezTo>
                    <a:pt x="74" y="765"/>
                    <a:pt x="178" y="637"/>
                    <a:pt x="301" y="615"/>
                  </a:cubicBezTo>
                  <a:cubicBezTo>
                    <a:pt x="379" y="601"/>
                    <a:pt x="519" y="633"/>
                    <a:pt x="612" y="689"/>
                  </a:cubicBezTo>
                  <a:cubicBezTo>
                    <a:pt x="656" y="714"/>
                    <a:pt x="738" y="777"/>
                    <a:pt x="791" y="825"/>
                  </a:cubicBezTo>
                  <a:cubicBezTo>
                    <a:pt x="849" y="877"/>
                    <a:pt x="925" y="952"/>
                    <a:pt x="922" y="954"/>
                  </a:cubicBezTo>
                  <a:cubicBezTo>
                    <a:pt x="922" y="955"/>
                    <a:pt x="904" y="949"/>
                    <a:pt x="882" y="942"/>
                  </a:cubicBezTo>
                  <a:cubicBezTo>
                    <a:pt x="797" y="915"/>
                    <a:pt x="703" y="914"/>
                    <a:pt x="637" y="939"/>
                  </a:cubicBezTo>
                  <a:cubicBezTo>
                    <a:pt x="604" y="952"/>
                    <a:pt x="542" y="988"/>
                    <a:pt x="528" y="1005"/>
                  </a:cubicBezTo>
                  <a:cubicBezTo>
                    <a:pt x="522" y="1011"/>
                    <a:pt x="514" y="1026"/>
                    <a:pt x="511" y="1039"/>
                  </a:cubicBezTo>
                  <a:cubicBezTo>
                    <a:pt x="500" y="1080"/>
                    <a:pt x="526" y="1114"/>
                    <a:pt x="569" y="1114"/>
                  </a:cubicBezTo>
                  <a:cubicBezTo>
                    <a:pt x="591" y="1114"/>
                    <a:pt x="600" y="1109"/>
                    <a:pt x="633" y="1077"/>
                  </a:cubicBezTo>
                  <a:cubicBezTo>
                    <a:pt x="648" y="1062"/>
                    <a:pt x="669" y="1046"/>
                    <a:pt x="680" y="1040"/>
                  </a:cubicBezTo>
                  <a:cubicBezTo>
                    <a:pt x="751" y="1004"/>
                    <a:pt x="851" y="1003"/>
                    <a:pt x="961" y="1037"/>
                  </a:cubicBezTo>
                  <a:cubicBezTo>
                    <a:pt x="1000" y="1050"/>
                    <a:pt x="1034" y="1071"/>
                    <a:pt x="1099" y="1123"/>
                  </a:cubicBezTo>
                  <a:cubicBezTo>
                    <a:pt x="1176" y="1187"/>
                    <a:pt x="1198" y="1165"/>
                    <a:pt x="1135" y="1087"/>
                  </a:cubicBezTo>
                  <a:cubicBezTo>
                    <a:pt x="1082" y="1022"/>
                    <a:pt x="1061" y="989"/>
                    <a:pt x="1049" y="949"/>
                  </a:cubicBezTo>
                  <a:cubicBezTo>
                    <a:pt x="1015" y="839"/>
                    <a:pt x="1015" y="740"/>
                    <a:pt x="1052" y="669"/>
                  </a:cubicBezTo>
                  <a:cubicBezTo>
                    <a:pt x="1057" y="657"/>
                    <a:pt x="1074" y="637"/>
                    <a:pt x="1089" y="622"/>
                  </a:cubicBezTo>
                  <a:cubicBezTo>
                    <a:pt x="1121" y="589"/>
                    <a:pt x="1126" y="579"/>
                    <a:pt x="1126" y="557"/>
                  </a:cubicBezTo>
                  <a:cubicBezTo>
                    <a:pt x="1126" y="515"/>
                    <a:pt x="1091" y="488"/>
                    <a:pt x="1050" y="499"/>
                  </a:cubicBezTo>
                  <a:cubicBezTo>
                    <a:pt x="1038" y="502"/>
                    <a:pt x="1022" y="510"/>
                    <a:pt x="1016" y="516"/>
                  </a:cubicBezTo>
                  <a:cubicBezTo>
                    <a:pt x="1000" y="531"/>
                    <a:pt x="963" y="593"/>
                    <a:pt x="950" y="626"/>
                  </a:cubicBezTo>
                  <a:cubicBezTo>
                    <a:pt x="925" y="692"/>
                    <a:pt x="927" y="785"/>
                    <a:pt x="954" y="870"/>
                  </a:cubicBezTo>
                  <a:cubicBezTo>
                    <a:pt x="961" y="892"/>
                    <a:pt x="966" y="910"/>
                    <a:pt x="965" y="911"/>
                  </a:cubicBezTo>
                  <a:cubicBezTo>
                    <a:pt x="963" y="914"/>
                    <a:pt x="888" y="837"/>
                    <a:pt x="837" y="780"/>
                  </a:cubicBezTo>
                  <a:cubicBezTo>
                    <a:pt x="788" y="727"/>
                    <a:pt x="726" y="644"/>
                    <a:pt x="700" y="601"/>
                  </a:cubicBezTo>
                  <a:cubicBezTo>
                    <a:pt x="645" y="507"/>
                    <a:pt x="612" y="368"/>
                    <a:pt x="626" y="289"/>
                  </a:cubicBezTo>
                  <a:cubicBezTo>
                    <a:pt x="649" y="166"/>
                    <a:pt x="777" y="62"/>
                    <a:pt x="893" y="70"/>
                  </a:cubicBezTo>
                  <a:cubicBezTo>
                    <a:pt x="964" y="75"/>
                    <a:pt x="1037" y="125"/>
                    <a:pt x="1068" y="189"/>
                  </a:cubicBezTo>
                  <a:cubicBezTo>
                    <a:pt x="1084" y="223"/>
                    <a:pt x="1084" y="289"/>
                    <a:pt x="1068" y="327"/>
                  </a:cubicBezTo>
                  <a:cubicBezTo>
                    <a:pt x="1055" y="357"/>
                    <a:pt x="1023" y="391"/>
                    <a:pt x="1006" y="394"/>
                  </a:cubicBezTo>
                  <a:cubicBezTo>
                    <a:pt x="967" y="399"/>
                    <a:pt x="950" y="374"/>
                    <a:pt x="950" y="308"/>
                  </a:cubicBezTo>
                  <a:cubicBezTo>
                    <a:pt x="950" y="259"/>
                    <a:pt x="945" y="249"/>
                    <a:pt x="909" y="239"/>
                  </a:cubicBezTo>
                  <a:cubicBezTo>
                    <a:pt x="891" y="233"/>
                    <a:pt x="886" y="233"/>
                    <a:pt x="871" y="242"/>
                  </a:cubicBezTo>
                  <a:cubicBezTo>
                    <a:pt x="845" y="257"/>
                    <a:pt x="828" y="293"/>
                    <a:pt x="830" y="326"/>
                  </a:cubicBezTo>
                  <a:cubicBezTo>
                    <a:pt x="833" y="358"/>
                    <a:pt x="863" y="402"/>
                    <a:pt x="905" y="435"/>
                  </a:cubicBezTo>
                  <a:cubicBezTo>
                    <a:pt x="931" y="455"/>
                    <a:pt x="939" y="458"/>
                    <a:pt x="966" y="461"/>
                  </a:cubicBezTo>
                  <a:cubicBezTo>
                    <a:pt x="993" y="462"/>
                    <a:pt x="1001" y="461"/>
                    <a:pt x="1025" y="448"/>
                  </a:cubicBezTo>
                  <a:cubicBezTo>
                    <a:pt x="1100" y="407"/>
                    <a:pt x="1140" y="319"/>
                    <a:pt x="1126" y="222"/>
                  </a:cubicBezTo>
                  <a:cubicBezTo>
                    <a:pt x="1112" y="129"/>
                    <a:pt x="1021" y="30"/>
                    <a:pt x="929" y="8"/>
                  </a:cubicBezTo>
                  <a:cubicBezTo>
                    <a:pt x="895" y="0"/>
                    <a:pt x="892" y="0"/>
                    <a:pt x="864" y="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931" name="Freeform 95">
              <a:extLst>
                <a:ext uri="{FF2B5EF4-FFF2-40B4-BE49-F238E27FC236}">
                  <a16:creationId xmlns:a16="http://schemas.microsoft.com/office/drawing/2014/main" id="{29ED2B37-ED75-9F4C-8290-DBC80721E50B}"/>
                </a:ext>
              </a:extLst>
            </p:cNvPr>
            <p:cNvSpPr>
              <a:spLocks noChangeArrowheads="1"/>
            </p:cNvSpPr>
            <p:nvPr/>
          </p:nvSpPr>
          <p:spPr bwMode="auto">
            <a:xfrm>
              <a:off x="7961313" y="6996113"/>
              <a:ext cx="146050" cy="127000"/>
            </a:xfrm>
            <a:custGeom>
              <a:avLst/>
              <a:gdLst>
                <a:gd name="T0" fmla="*/ 137797 w 407"/>
                <a:gd name="T1" fmla="*/ 1447 h 351"/>
                <a:gd name="T2" fmla="*/ 137797 w 407"/>
                <a:gd name="T3" fmla="*/ 1447 h 351"/>
                <a:gd name="T4" fmla="*/ 72128 w 407"/>
                <a:gd name="T5" fmla="*/ 35821 h 351"/>
                <a:gd name="T6" fmla="*/ 72128 w 407"/>
                <a:gd name="T7" fmla="*/ 35821 h 351"/>
                <a:gd name="T8" fmla="*/ 6459 w 407"/>
                <a:gd name="T9" fmla="*/ 96969 h 351"/>
                <a:gd name="T10" fmla="*/ 6459 w 407"/>
                <a:gd name="T11" fmla="*/ 96969 h 351"/>
                <a:gd name="T12" fmla="*/ 16507 w 407"/>
                <a:gd name="T13" fmla="*/ 126638 h 351"/>
                <a:gd name="T14" fmla="*/ 16507 w 407"/>
                <a:gd name="T15" fmla="*/ 126638 h 351"/>
                <a:gd name="T16" fmla="*/ 60286 w 407"/>
                <a:gd name="T17" fmla="*/ 88647 h 351"/>
                <a:gd name="T18" fmla="*/ 60286 w 407"/>
                <a:gd name="T19" fmla="*/ 88647 h 351"/>
                <a:gd name="T20" fmla="*/ 128108 w 407"/>
                <a:gd name="T21" fmla="*/ 18091 h 351"/>
                <a:gd name="T22" fmla="*/ 128108 w 407"/>
                <a:gd name="T23" fmla="*/ 18091 h 351"/>
                <a:gd name="T24" fmla="*/ 140308 w 407"/>
                <a:gd name="T25" fmla="*/ 9407 h 351"/>
                <a:gd name="T26" fmla="*/ 140308 w 407"/>
                <a:gd name="T27" fmla="*/ 9407 h 351"/>
                <a:gd name="T28" fmla="*/ 143538 w 407"/>
                <a:gd name="T29" fmla="*/ 0 h 351"/>
                <a:gd name="T30" fmla="*/ 143538 w 407"/>
                <a:gd name="T31" fmla="*/ 0 h 351"/>
                <a:gd name="T32" fmla="*/ 137797 w 407"/>
                <a:gd name="T33" fmla="*/ 1447 h 35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07" h="351">
                  <a:moveTo>
                    <a:pt x="384" y="4"/>
                  </a:moveTo>
                  <a:lnTo>
                    <a:pt x="384" y="4"/>
                  </a:lnTo>
                  <a:cubicBezTo>
                    <a:pt x="360" y="10"/>
                    <a:pt x="242" y="71"/>
                    <a:pt x="201" y="99"/>
                  </a:cubicBezTo>
                  <a:cubicBezTo>
                    <a:pt x="111" y="160"/>
                    <a:pt x="33" y="232"/>
                    <a:pt x="18" y="268"/>
                  </a:cubicBezTo>
                  <a:cubicBezTo>
                    <a:pt x="0" y="310"/>
                    <a:pt x="13" y="350"/>
                    <a:pt x="46" y="350"/>
                  </a:cubicBezTo>
                  <a:cubicBezTo>
                    <a:pt x="75" y="350"/>
                    <a:pt x="100" y="328"/>
                    <a:pt x="168" y="245"/>
                  </a:cubicBezTo>
                  <a:cubicBezTo>
                    <a:pt x="237" y="159"/>
                    <a:pt x="310" y="84"/>
                    <a:pt x="357" y="50"/>
                  </a:cubicBezTo>
                  <a:cubicBezTo>
                    <a:pt x="373" y="37"/>
                    <a:pt x="389" y="27"/>
                    <a:pt x="391" y="26"/>
                  </a:cubicBezTo>
                  <a:cubicBezTo>
                    <a:pt x="398" y="23"/>
                    <a:pt x="406" y="0"/>
                    <a:pt x="400" y="0"/>
                  </a:cubicBezTo>
                  <a:cubicBezTo>
                    <a:pt x="397" y="1"/>
                    <a:pt x="391" y="2"/>
                    <a:pt x="384" y="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932" name="Freeform 97">
              <a:extLst>
                <a:ext uri="{FF2B5EF4-FFF2-40B4-BE49-F238E27FC236}">
                  <a16:creationId xmlns:a16="http://schemas.microsoft.com/office/drawing/2014/main" id="{ADB9969F-64DE-3F40-94EC-75476F5335A8}"/>
                </a:ext>
              </a:extLst>
            </p:cNvPr>
            <p:cNvSpPr>
              <a:spLocks noChangeArrowheads="1"/>
            </p:cNvSpPr>
            <p:nvPr/>
          </p:nvSpPr>
          <p:spPr bwMode="auto">
            <a:xfrm>
              <a:off x="7669213" y="7148513"/>
              <a:ext cx="31750" cy="39687"/>
            </a:xfrm>
            <a:custGeom>
              <a:avLst/>
              <a:gdLst>
                <a:gd name="T0" fmla="*/ 5412 w 88"/>
                <a:gd name="T1" fmla="*/ 7866 h 111"/>
                <a:gd name="T2" fmla="*/ 5412 w 88"/>
                <a:gd name="T3" fmla="*/ 7866 h 111"/>
                <a:gd name="T4" fmla="*/ 722 w 88"/>
                <a:gd name="T5" fmla="*/ 19665 h 111"/>
                <a:gd name="T6" fmla="*/ 722 w 88"/>
                <a:gd name="T7" fmla="*/ 19665 h 111"/>
                <a:gd name="T8" fmla="*/ 5412 w 88"/>
                <a:gd name="T9" fmla="*/ 30748 h 111"/>
                <a:gd name="T10" fmla="*/ 5412 w 88"/>
                <a:gd name="T11" fmla="*/ 30748 h 111"/>
                <a:gd name="T12" fmla="*/ 31389 w 88"/>
                <a:gd name="T13" fmla="*/ 19307 h 111"/>
                <a:gd name="T14" fmla="*/ 31389 w 88"/>
                <a:gd name="T15" fmla="*/ 19307 h 111"/>
                <a:gd name="T16" fmla="*/ 5412 w 88"/>
                <a:gd name="T17" fmla="*/ 7866 h 1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8" h="111">
                  <a:moveTo>
                    <a:pt x="15" y="22"/>
                  </a:moveTo>
                  <a:lnTo>
                    <a:pt x="15" y="22"/>
                  </a:lnTo>
                  <a:cubicBezTo>
                    <a:pt x="2" y="33"/>
                    <a:pt x="0" y="37"/>
                    <a:pt x="2" y="55"/>
                  </a:cubicBezTo>
                  <a:cubicBezTo>
                    <a:pt x="4" y="67"/>
                    <a:pt x="9" y="80"/>
                    <a:pt x="15" y="86"/>
                  </a:cubicBezTo>
                  <a:cubicBezTo>
                    <a:pt x="36" y="110"/>
                    <a:pt x="87" y="88"/>
                    <a:pt x="87" y="54"/>
                  </a:cubicBezTo>
                  <a:cubicBezTo>
                    <a:pt x="87" y="19"/>
                    <a:pt x="43" y="0"/>
                    <a:pt x="15" y="2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933" name="Freeform 99">
              <a:extLst>
                <a:ext uri="{FF2B5EF4-FFF2-40B4-BE49-F238E27FC236}">
                  <a16:creationId xmlns:a16="http://schemas.microsoft.com/office/drawing/2014/main" id="{CDC6C209-EB8C-F34E-B2CF-F0796F9CB3C9}"/>
                </a:ext>
              </a:extLst>
            </p:cNvPr>
            <p:cNvSpPr>
              <a:spLocks noChangeArrowheads="1"/>
            </p:cNvSpPr>
            <p:nvPr/>
          </p:nvSpPr>
          <p:spPr bwMode="auto">
            <a:xfrm>
              <a:off x="7458075" y="7216775"/>
              <a:ext cx="42863" cy="42863"/>
            </a:xfrm>
            <a:custGeom>
              <a:avLst/>
              <a:gdLst>
                <a:gd name="T0" fmla="*/ 12859 w 120"/>
                <a:gd name="T1" fmla="*/ 4722 h 118"/>
                <a:gd name="T2" fmla="*/ 12859 w 120"/>
                <a:gd name="T3" fmla="*/ 4722 h 118"/>
                <a:gd name="T4" fmla="*/ 8215 w 120"/>
                <a:gd name="T5" fmla="*/ 33782 h 118"/>
                <a:gd name="T6" fmla="*/ 8215 w 120"/>
                <a:gd name="T7" fmla="*/ 33782 h 118"/>
                <a:gd name="T8" fmla="*/ 38577 w 120"/>
                <a:gd name="T9" fmla="*/ 26880 h 118"/>
                <a:gd name="T10" fmla="*/ 38577 w 120"/>
                <a:gd name="T11" fmla="*/ 26880 h 118"/>
                <a:gd name="T12" fmla="*/ 35719 w 120"/>
                <a:gd name="T13" fmla="*/ 7265 h 118"/>
                <a:gd name="T14" fmla="*/ 35719 w 120"/>
                <a:gd name="T15" fmla="*/ 7265 h 118"/>
                <a:gd name="T16" fmla="*/ 12859 w 120"/>
                <a:gd name="T17" fmla="*/ 4722 h 11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20" h="118">
                  <a:moveTo>
                    <a:pt x="36" y="13"/>
                  </a:moveTo>
                  <a:lnTo>
                    <a:pt x="36" y="13"/>
                  </a:lnTo>
                  <a:cubicBezTo>
                    <a:pt x="7" y="29"/>
                    <a:pt x="0" y="70"/>
                    <a:pt x="23" y="93"/>
                  </a:cubicBezTo>
                  <a:cubicBezTo>
                    <a:pt x="47" y="117"/>
                    <a:pt x="90" y="107"/>
                    <a:pt x="108" y="74"/>
                  </a:cubicBezTo>
                  <a:cubicBezTo>
                    <a:pt x="119" y="51"/>
                    <a:pt x="117" y="38"/>
                    <a:pt x="100" y="20"/>
                  </a:cubicBezTo>
                  <a:cubicBezTo>
                    <a:pt x="82" y="3"/>
                    <a:pt x="58" y="0"/>
                    <a:pt x="36" y="1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934" name="Freeform 102">
              <a:extLst>
                <a:ext uri="{FF2B5EF4-FFF2-40B4-BE49-F238E27FC236}">
                  <a16:creationId xmlns:a16="http://schemas.microsoft.com/office/drawing/2014/main" id="{73E0D92A-FFDC-B943-9942-CFE6FA74BA4A}"/>
                </a:ext>
              </a:extLst>
            </p:cNvPr>
            <p:cNvSpPr>
              <a:spLocks noChangeArrowheads="1"/>
            </p:cNvSpPr>
            <p:nvPr/>
          </p:nvSpPr>
          <p:spPr bwMode="auto">
            <a:xfrm>
              <a:off x="7370763" y="7221538"/>
              <a:ext cx="44450" cy="41275"/>
            </a:xfrm>
            <a:custGeom>
              <a:avLst/>
              <a:gdLst>
                <a:gd name="T0" fmla="*/ 11659 w 122"/>
                <a:gd name="T1" fmla="*/ 6102 h 115"/>
                <a:gd name="T2" fmla="*/ 11659 w 122"/>
                <a:gd name="T3" fmla="*/ 6102 h 115"/>
                <a:gd name="T4" fmla="*/ 15667 w 122"/>
                <a:gd name="T5" fmla="*/ 35891 h 115"/>
                <a:gd name="T6" fmla="*/ 15667 w 122"/>
                <a:gd name="T7" fmla="*/ 35891 h 115"/>
                <a:gd name="T8" fmla="*/ 44086 w 122"/>
                <a:gd name="T9" fmla="*/ 19381 h 115"/>
                <a:gd name="T10" fmla="*/ 44086 w 122"/>
                <a:gd name="T11" fmla="*/ 19381 h 115"/>
                <a:gd name="T12" fmla="*/ 37527 w 122"/>
                <a:gd name="T13" fmla="*/ 8255 h 115"/>
                <a:gd name="T14" fmla="*/ 37527 w 122"/>
                <a:gd name="T15" fmla="*/ 8255 h 115"/>
                <a:gd name="T16" fmla="*/ 11659 w 122"/>
                <a:gd name="T17" fmla="*/ 6102 h 1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22" h="115">
                  <a:moveTo>
                    <a:pt x="32" y="17"/>
                  </a:moveTo>
                  <a:lnTo>
                    <a:pt x="32" y="17"/>
                  </a:lnTo>
                  <a:cubicBezTo>
                    <a:pt x="0" y="37"/>
                    <a:pt x="5" y="81"/>
                    <a:pt x="43" y="100"/>
                  </a:cubicBezTo>
                  <a:cubicBezTo>
                    <a:pt x="73" y="114"/>
                    <a:pt x="121" y="87"/>
                    <a:pt x="121" y="54"/>
                  </a:cubicBezTo>
                  <a:cubicBezTo>
                    <a:pt x="121" y="47"/>
                    <a:pt x="114" y="34"/>
                    <a:pt x="103" y="23"/>
                  </a:cubicBezTo>
                  <a:cubicBezTo>
                    <a:pt x="82" y="2"/>
                    <a:pt x="59" y="0"/>
                    <a:pt x="32" y="1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sp>
          <p:nvSpPr>
            <p:cNvPr id="935" name="Freeform 104">
              <a:extLst>
                <a:ext uri="{FF2B5EF4-FFF2-40B4-BE49-F238E27FC236}">
                  <a16:creationId xmlns:a16="http://schemas.microsoft.com/office/drawing/2014/main" id="{089D5479-22D0-2249-95F2-BB0CA0834844}"/>
                </a:ext>
              </a:extLst>
            </p:cNvPr>
            <p:cNvSpPr>
              <a:spLocks noChangeArrowheads="1"/>
            </p:cNvSpPr>
            <p:nvPr/>
          </p:nvSpPr>
          <p:spPr bwMode="auto">
            <a:xfrm>
              <a:off x="7539038" y="7226300"/>
              <a:ext cx="609600" cy="23813"/>
            </a:xfrm>
            <a:custGeom>
              <a:avLst/>
              <a:gdLst>
                <a:gd name="T0" fmla="*/ 15114 w 1694"/>
                <a:gd name="T1" fmla="*/ 2165 h 66"/>
                <a:gd name="T2" fmla="*/ 15114 w 1694"/>
                <a:gd name="T3" fmla="*/ 2165 h 66"/>
                <a:gd name="T4" fmla="*/ 3599 w 1694"/>
                <a:gd name="T5" fmla="*/ 13350 h 66"/>
                <a:gd name="T6" fmla="*/ 3599 w 1694"/>
                <a:gd name="T7" fmla="*/ 13350 h 66"/>
                <a:gd name="T8" fmla="*/ 15114 w 1694"/>
                <a:gd name="T9" fmla="*/ 19483 h 66"/>
                <a:gd name="T10" fmla="*/ 15114 w 1694"/>
                <a:gd name="T11" fmla="*/ 19483 h 66"/>
                <a:gd name="T12" fmla="*/ 312717 w 1694"/>
                <a:gd name="T13" fmla="*/ 22009 h 66"/>
                <a:gd name="T14" fmla="*/ 602043 w 1694"/>
                <a:gd name="T15" fmla="*/ 23452 h 66"/>
                <a:gd name="T16" fmla="*/ 605642 w 1694"/>
                <a:gd name="T17" fmla="*/ 19483 h 66"/>
                <a:gd name="T18" fmla="*/ 605642 w 1694"/>
                <a:gd name="T19" fmla="*/ 19483 h 66"/>
                <a:gd name="T20" fmla="*/ 604562 w 1694"/>
                <a:gd name="T21" fmla="*/ 2526 h 66"/>
                <a:gd name="T22" fmla="*/ 604562 w 1694"/>
                <a:gd name="T23" fmla="*/ 2526 h 66"/>
                <a:gd name="T24" fmla="*/ 314156 w 1694"/>
                <a:gd name="T25" fmla="*/ 361 h 66"/>
                <a:gd name="T26" fmla="*/ 314156 w 1694"/>
                <a:gd name="T27" fmla="*/ 361 h 66"/>
                <a:gd name="T28" fmla="*/ 15114 w 1694"/>
                <a:gd name="T29" fmla="*/ 2165 h 6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694" h="66">
                  <a:moveTo>
                    <a:pt x="42" y="6"/>
                  </a:moveTo>
                  <a:lnTo>
                    <a:pt x="42" y="6"/>
                  </a:lnTo>
                  <a:cubicBezTo>
                    <a:pt x="5" y="13"/>
                    <a:pt x="0" y="18"/>
                    <a:pt x="10" y="37"/>
                  </a:cubicBezTo>
                  <a:cubicBezTo>
                    <a:pt x="16" y="47"/>
                    <a:pt x="23" y="51"/>
                    <a:pt x="42" y="54"/>
                  </a:cubicBezTo>
                  <a:cubicBezTo>
                    <a:pt x="55" y="56"/>
                    <a:pt x="427" y="59"/>
                    <a:pt x="869" y="61"/>
                  </a:cubicBezTo>
                  <a:lnTo>
                    <a:pt x="1673" y="65"/>
                  </a:lnTo>
                  <a:lnTo>
                    <a:pt x="1683" y="54"/>
                  </a:lnTo>
                  <a:cubicBezTo>
                    <a:pt x="1693" y="42"/>
                    <a:pt x="1692" y="21"/>
                    <a:pt x="1680" y="7"/>
                  </a:cubicBezTo>
                  <a:cubicBezTo>
                    <a:pt x="1676" y="1"/>
                    <a:pt x="1511" y="0"/>
                    <a:pt x="873" y="1"/>
                  </a:cubicBezTo>
                  <a:cubicBezTo>
                    <a:pt x="420" y="1"/>
                    <a:pt x="58" y="3"/>
                    <a:pt x="42" y="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ES_tradnl" sz="1633"/>
            </a:p>
          </p:txBody>
        </p:sp>
      </p:grpSp>
      <p:sp>
        <p:nvSpPr>
          <p:cNvPr id="936" name="Freeform 101">
            <a:extLst>
              <a:ext uri="{FF2B5EF4-FFF2-40B4-BE49-F238E27FC236}">
                <a16:creationId xmlns:a16="http://schemas.microsoft.com/office/drawing/2014/main" id="{702E648F-50B1-6749-B4F5-ED26583CE69D}"/>
              </a:ext>
            </a:extLst>
          </p:cNvPr>
          <p:cNvSpPr>
            <a:spLocks noChangeArrowheads="1"/>
          </p:cNvSpPr>
          <p:nvPr/>
        </p:nvSpPr>
        <p:spPr bwMode="auto">
          <a:xfrm>
            <a:off x="1595548" y="300992"/>
            <a:ext cx="9014400" cy="23043"/>
          </a:xfrm>
          <a:custGeom>
            <a:avLst/>
            <a:gdLst>
              <a:gd name="T0" fmla="*/ 40161 w 12117"/>
              <a:gd name="T1" fmla="*/ 1065 h 71"/>
              <a:gd name="T2" fmla="*/ 40161 w 12117"/>
              <a:gd name="T3" fmla="*/ 1065 h 71"/>
              <a:gd name="T4" fmla="*/ 5578 w 12117"/>
              <a:gd name="T5" fmla="*/ 6034 h 71"/>
              <a:gd name="T6" fmla="*/ 5578 w 12117"/>
              <a:gd name="T7" fmla="*/ 6034 h 71"/>
              <a:gd name="T8" fmla="*/ 6136 w 12117"/>
              <a:gd name="T9" fmla="*/ 16682 h 71"/>
              <a:gd name="T10" fmla="*/ 6136 w 12117"/>
              <a:gd name="T11" fmla="*/ 16682 h 71"/>
              <a:gd name="T12" fmla="*/ 68050 w 12117"/>
              <a:gd name="T13" fmla="*/ 21651 h 71"/>
              <a:gd name="T14" fmla="*/ 68050 w 12117"/>
              <a:gd name="T15" fmla="*/ 21651 h 71"/>
              <a:gd name="T16" fmla="*/ 6689517 w 12117"/>
              <a:gd name="T17" fmla="*/ 21651 h 71"/>
              <a:gd name="T18" fmla="*/ 6689517 w 12117"/>
              <a:gd name="T19" fmla="*/ 21651 h 71"/>
              <a:gd name="T20" fmla="*/ 6751431 w 12117"/>
              <a:gd name="T21" fmla="*/ 16327 h 71"/>
              <a:gd name="T22" fmla="*/ 6751431 w 12117"/>
              <a:gd name="T23" fmla="*/ 16327 h 71"/>
              <a:gd name="T24" fmla="*/ 6746411 w 12117"/>
              <a:gd name="T25" fmla="*/ 2839 h 71"/>
              <a:gd name="T26" fmla="*/ 6746411 w 12117"/>
              <a:gd name="T27" fmla="*/ 2839 h 71"/>
              <a:gd name="T28" fmla="*/ 3404720 w 12117"/>
              <a:gd name="T29" fmla="*/ 355 h 71"/>
              <a:gd name="T30" fmla="*/ 3404720 w 12117"/>
              <a:gd name="T31" fmla="*/ 355 h 71"/>
              <a:gd name="T32" fmla="*/ 40161 w 12117"/>
              <a:gd name="T33" fmla="*/ 1065 h 7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2117" h="71">
                <a:moveTo>
                  <a:pt x="72" y="3"/>
                </a:moveTo>
                <a:lnTo>
                  <a:pt x="72" y="3"/>
                </a:lnTo>
                <a:cubicBezTo>
                  <a:pt x="26" y="6"/>
                  <a:pt x="15" y="8"/>
                  <a:pt x="10" y="17"/>
                </a:cubicBezTo>
                <a:cubicBezTo>
                  <a:pt x="0" y="30"/>
                  <a:pt x="0" y="38"/>
                  <a:pt x="11" y="47"/>
                </a:cubicBezTo>
                <a:cubicBezTo>
                  <a:pt x="18" y="54"/>
                  <a:pt x="44" y="57"/>
                  <a:pt x="122" y="61"/>
                </a:cubicBezTo>
                <a:cubicBezTo>
                  <a:pt x="264" y="70"/>
                  <a:pt x="11849" y="70"/>
                  <a:pt x="11993" y="61"/>
                </a:cubicBezTo>
                <a:cubicBezTo>
                  <a:pt x="12077" y="57"/>
                  <a:pt x="12096" y="54"/>
                  <a:pt x="12104" y="46"/>
                </a:cubicBezTo>
                <a:cubicBezTo>
                  <a:pt x="12116" y="35"/>
                  <a:pt x="12112" y="18"/>
                  <a:pt x="12095" y="8"/>
                </a:cubicBezTo>
                <a:cubicBezTo>
                  <a:pt x="12086" y="2"/>
                  <a:pt x="10874" y="1"/>
                  <a:pt x="6104" y="1"/>
                </a:cubicBezTo>
                <a:cubicBezTo>
                  <a:pt x="2817" y="0"/>
                  <a:pt x="102" y="2"/>
                  <a:pt x="72" y="3"/>
                </a:cubicBezTo>
              </a:path>
            </a:pathLst>
          </a:custGeom>
          <a:solidFill>
            <a:schemeClr val="accent3"/>
          </a:solidFill>
          <a:ln>
            <a:noFill/>
          </a:ln>
          <a:effectLst/>
        </p:spPr>
        <p:txBody>
          <a:bodyPr wrap="none" anchor="ctr"/>
          <a:lstStyle/>
          <a:p>
            <a:endParaRPr lang="es-ES_tradnl" sz="1633"/>
          </a:p>
        </p:txBody>
      </p:sp>
      <p:sp>
        <p:nvSpPr>
          <p:cNvPr id="937" name="Freeform 101">
            <a:extLst>
              <a:ext uri="{FF2B5EF4-FFF2-40B4-BE49-F238E27FC236}">
                <a16:creationId xmlns:a16="http://schemas.microsoft.com/office/drawing/2014/main" id="{B5AED41C-534B-2C4B-B2BD-0FED435ACFFB}"/>
              </a:ext>
            </a:extLst>
          </p:cNvPr>
          <p:cNvSpPr>
            <a:spLocks noChangeArrowheads="1"/>
          </p:cNvSpPr>
          <p:nvPr/>
        </p:nvSpPr>
        <p:spPr bwMode="auto">
          <a:xfrm>
            <a:off x="1599319" y="6549785"/>
            <a:ext cx="9014400" cy="23043"/>
          </a:xfrm>
          <a:custGeom>
            <a:avLst/>
            <a:gdLst>
              <a:gd name="T0" fmla="*/ 40161 w 12117"/>
              <a:gd name="T1" fmla="*/ 1065 h 71"/>
              <a:gd name="T2" fmla="*/ 40161 w 12117"/>
              <a:gd name="T3" fmla="*/ 1065 h 71"/>
              <a:gd name="T4" fmla="*/ 5578 w 12117"/>
              <a:gd name="T5" fmla="*/ 6034 h 71"/>
              <a:gd name="T6" fmla="*/ 5578 w 12117"/>
              <a:gd name="T7" fmla="*/ 6034 h 71"/>
              <a:gd name="T8" fmla="*/ 6136 w 12117"/>
              <a:gd name="T9" fmla="*/ 16682 h 71"/>
              <a:gd name="T10" fmla="*/ 6136 w 12117"/>
              <a:gd name="T11" fmla="*/ 16682 h 71"/>
              <a:gd name="T12" fmla="*/ 68050 w 12117"/>
              <a:gd name="T13" fmla="*/ 21651 h 71"/>
              <a:gd name="T14" fmla="*/ 68050 w 12117"/>
              <a:gd name="T15" fmla="*/ 21651 h 71"/>
              <a:gd name="T16" fmla="*/ 6689517 w 12117"/>
              <a:gd name="T17" fmla="*/ 21651 h 71"/>
              <a:gd name="T18" fmla="*/ 6689517 w 12117"/>
              <a:gd name="T19" fmla="*/ 21651 h 71"/>
              <a:gd name="T20" fmla="*/ 6751431 w 12117"/>
              <a:gd name="T21" fmla="*/ 16327 h 71"/>
              <a:gd name="T22" fmla="*/ 6751431 w 12117"/>
              <a:gd name="T23" fmla="*/ 16327 h 71"/>
              <a:gd name="T24" fmla="*/ 6746411 w 12117"/>
              <a:gd name="T25" fmla="*/ 2839 h 71"/>
              <a:gd name="T26" fmla="*/ 6746411 w 12117"/>
              <a:gd name="T27" fmla="*/ 2839 h 71"/>
              <a:gd name="T28" fmla="*/ 3404720 w 12117"/>
              <a:gd name="T29" fmla="*/ 355 h 71"/>
              <a:gd name="T30" fmla="*/ 3404720 w 12117"/>
              <a:gd name="T31" fmla="*/ 355 h 71"/>
              <a:gd name="T32" fmla="*/ 40161 w 12117"/>
              <a:gd name="T33" fmla="*/ 1065 h 7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2117" h="71">
                <a:moveTo>
                  <a:pt x="72" y="3"/>
                </a:moveTo>
                <a:lnTo>
                  <a:pt x="72" y="3"/>
                </a:lnTo>
                <a:cubicBezTo>
                  <a:pt x="26" y="6"/>
                  <a:pt x="15" y="8"/>
                  <a:pt x="10" y="17"/>
                </a:cubicBezTo>
                <a:cubicBezTo>
                  <a:pt x="0" y="30"/>
                  <a:pt x="0" y="38"/>
                  <a:pt x="11" y="47"/>
                </a:cubicBezTo>
                <a:cubicBezTo>
                  <a:pt x="18" y="54"/>
                  <a:pt x="44" y="57"/>
                  <a:pt x="122" y="61"/>
                </a:cubicBezTo>
                <a:cubicBezTo>
                  <a:pt x="264" y="70"/>
                  <a:pt x="11849" y="70"/>
                  <a:pt x="11993" y="61"/>
                </a:cubicBezTo>
                <a:cubicBezTo>
                  <a:pt x="12077" y="57"/>
                  <a:pt x="12096" y="54"/>
                  <a:pt x="12104" y="46"/>
                </a:cubicBezTo>
                <a:cubicBezTo>
                  <a:pt x="12116" y="35"/>
                  <a:pt x="12112" y="18"/>
                  <a:pt x="12095" y="8"/>
                </a:cubicBezTo>
                <a:cubicBezTo>
                  <a:pt x="12086" y="2"/>
                  <a:pt x="10874" y="1"/>
                  <a:pt x="6104" y="1"/>
                </a:cubicBezTo>
                <a:cubicBezTo>
                  <a:pt x="2817" y="0"/>
                  <a:pt x="102" y="2"/>
                  <a:pt x="72" y="3"/>
                </a:cubicBezTo>
              </a:path>
            </a:pathLst>
          </a:custGeom>
          <a:solidFill>
            <a:schemeClr val="accent3"/>
          </a:solidFill>
          <a:ln>
            <a:noFill/>
          </a:ln>
          <a:effectLst/>
        </p:spPr>
        <p:txBody>
          <a:bodyPr wrap="none" anchor="ctr"/>
          <a:lstStyle/>
          <a:p>
            <a:endParaRPr lang="es-ES_tradnl" sz="1633"/>
          </a:p>
        </p:txBody>
      </p:sp>
    </p:spTree>
    <p:extLst>
      <p:ext uri="{BB962C8B-B14F-4D97-AF65-F5344CB8AC3E}">
        <p14:creationId xmlns:p14="http://schemas.microsoft.com/office/powerpoint/2010/main" val="15340661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Char"/>
      </p:transition>
    </mc:Choice>
    <mc:Fallback xmlns="">
      <p:transition spd="slow" advClick="0">
        <p:fade/>
      </p:transition>
    </mc:Fallback>
  </mc:AlternateContent>
</p:sld>
</file>

<file path=ppt/theme/theme1.xml><?xml version="1.0" encoding="utf-8"?>
<a:theme xmlns:a="http://schemas.openxmlformats.org/drawingml/2006/main" name="Oliver Free Presentation Template">
  <a:themeElements>
    <a:clrScheme name="Red">
      <a:dk1>
        <a:sysClr val="windowText" lastClr="000000"/>
      </a:dk1>
      <a:lt1>
        <a:sysClr val="window" lastClr="FFFFFF"/>
      </a:lt1>
      <a:dk2>
        <a:srgbClr val="323232"/>
      </a:dk2>
      <a:lt2>
        <a:srgbClr val="E5C243"/>
      </a:lt2>
      <a:accent1>
        <a:srgbClr val="A5300F"/>
      </a:accent1>
      <a:accent2>
        <a:srgbClr val="D55816"/>
      </a:accent2>
      <a:accent3>
        <a:srgbClr val="E19825"/>
      </a:accent3>
      <a:accent4>
        <a:srgbClr val="B19C7D"/>
      </a:accent4>
      <a:accent5>
        <a:srgbClr val="7F5F52"/>
      </a:accent5>
      <a:accent6>
        <a:srgbClr val="B27D49"/>
      </a:accent6>
      <a:hlink>
        <a:srgbClr val="6B9F25"/>
      </a:hlink>
      <a:folHlink>
        <a:srgbClr val="B26B0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Oliver Free Presentation Template</Template>
  <TotalTime>169</TotalTime>
  <Words>229</Words>
  <Application>Microsoft Office PowerPoint</Application>
  <PresentationFormat>Widescreen</PresentationFormat>
  <Paragraphs>28</Paragraphs>
  <Slides>8</Slides>
  <Notes>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8</vt:i4>
      </vt:variant>
    </vt:vector>
  </HeadingPairs>
  <TitlesOfParts>
    <vt:vector size="17" baseType="lpstr">
      <vt:lpstr>Arial</vt:lpstr>
      <vt:lpstr>Calibri</vt:lpstr>
      <vt:lpstr>Calibri Light</vt:lpstr>
      <vt:lpstr>Gentium Basic</vt:lpstr>
      <vt:lpstr>Parisienne</vt:lpstr>
      <vt:lpstr>Playfair Display</vt:lpstr>
      <vt:lpstr>Roboto Regular</vt:lpstr>
      <vt:lpstr>Times New Roman</vt:lpstr>
      <vt:lpstr>Oliver Free Presentation Template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Duy</dc:creator>
  <cp:lastModifiedBy>Duy</cp:lastModifiedBy>
  <cp:revision>34</cp:revision>
  <dcterms:created xsi:type="dcterms:W3CDTF">2020-01-12T14:41:21Z</dcterms:created>
  <dcterms:modified xsi:type="dcterms:W3CDTF">2020-01-12T17:35:14Z</dcterms:modified>
</cp:coreProperties>
</file>